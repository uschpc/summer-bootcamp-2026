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1" r:id="rId2"/>
  </p:sldMasterIdLst>
  <p:notesMasterIdLst>
    <p:notesMasterId r:id="rId15"/>
  </p:notesMasterIdLst>
  <p:sldIdLst>
    <p:sldId id="5804" r:id="rId3"/>
    <p:sldId id="851" r:id="rId4"/>
    <p:sldId id="5797" r:id="rId5"/>
    <p:sldId id="4516" r:id="rId6"/>
    <p:sldId id="5799" r:id="rId7"/>
    <p:sldId id="5801" r:id="rId8"/>
    <p:sldId id="5803" r:id="rId9"/>
    <p:sldId id="5798" r:id="rId10"/>
    <p:sldId id="5800" r:id="rId11"/>
    <p:sldId id="5805" r:id="rId12"/>
    <p:sldId id="5794" r:id="rId13"/>
    <p:sldId id="690"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57648F"/>
    <a:srgbClr val="14453E"/>
    <a:srgbClr val="29B5EB"/>
    <a:srgbClr val="FFD81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608"/>
    <p:restoredTop sz="94726"/>
  </p:normalViewPr>
  <p:slideViewPr>
    <p:cSldViewPr snapToGrid="0">
      <p:cViewPr varScale="1">
        <p:scale>
          <a:sx n="120" d="100"/>
          <a:sy n="120" d="100"/>
        </p:scale>
        <p:origin x="86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2F5400-CDA1-6249-B9FE-A5C7D281498D}" type="datetimeFigureOut">
              <a:rPr lang="en-US" smtClean="0"/>
              <a:t>6/22/26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741D10-64A6-554F-B979-F778BAEA1717}" type="slidenum">
              <a:rPr lang="en-US" smtClean="0"/>
              <a:t>‹#›</a:t>
            </a:fld>
            <a:endParaRPr lang="en-US"/>
          </a:p>
        </p:txBody>
      </p:sp>
    </p:spTree>
    <p:extLst>
      <p:ext uri="{BB962C8B-B14F-4D97-AF65-F5344CB8AC3E}">
        <p14:creationId xmlns:p14="http://schemas.microsoft.com/office/powerpoint/2010/main" val="22532679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7741D10-64A6-554F-B979-F778BAEA1717}" type="slidenum">
              <a:rPr lang="en-US" smtClean="0"/>
              <a:t>1</a:t>
            </a:fld>
            <a:endParaRPr lang="en-US"/>
          </a:p>
        </p:txBody>
      </p:sp>
    </p:spTree>
    <p:extLst>
      <p:ext uri="{BB962C8B-B14F-4D97-AF65-F5344CB8AC3E}">
        <p14:creationId xmlns:p14="http://schemas.microsoft.com/office/powerpoint/2010/main" val="10368609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7741D10-64A6-554F-B979-F778BAEA1717}" type="slidenum">
              <a:rPr lang="en-US" smtClean="0"/>
              <a:t>5</a:t>
            </a:fld>
            <a:endParaRPr lang="en-US"/>
          </a:p>
        </p:txBody>
      </p:sp>
    </p:spTree>
    <p:extLst>
      <p:ext uri="{BB962C8B-B14F-4D97-AF65-F5344CB8AC3E}">
        <p14:creationId xmlns:p14="http://schemas.microsoft.com/office/powerpoint/2010/main" val="1134721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7741D10-64A6-554F-B979-F778BAEA1717}" type="slidenum">
              <a:rPr lang="en-US" smtClean="0"/>
              <a:t>8</a:t>
            </a:fld>
            <a:endParaRPr lang="en-US"/>
          </a:p>
        </p:txBody>
      </p:sp>
    </p:spTree>
    <p:extLst>
      <p:ext uri="{BB962C8B-B14F-4D97-AF65-F5344CB8AC3E}">
        <p14:creationId xmlns:p14="http://schemas.microsoft.com/office/powerpoint/2010/main" val="901198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498E4-14FA-65FC-E8FE-DB4E9BE540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9BB7FD-DF7C-87D6-ACF5-BF46618A63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B5860A-6D9D-BF89-B120-649695EAD33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2816010-700B-9CBE-1DE0-41A2A9EC176F}"/>
              </a:ext>
            </a:extLst>
          </p:cNvPr>
          <p:cNvSpPr>
            <a:spLocks noGrp="1"/>
          </p:cNvSpPr>
          <p:nvPr>
            <p:ph type="sldNum" sz="quarter" idx="5"/>
          </p:nvPr>
        </p:nvSpPr>
        <p:spPr/>
        <p:txBody>
          <a:bodyPr/>
          <a:lstStyle/>
          <a:p>
            <a:fld id="{57741D10-64A6-554F-B979-F778BAEA1717}" type="slidenum">
              <a:rPr lang="en-US" smtClean="0"/>
              <a:t>10</a:t>
            </a:fld>
            <a:endParaRPr lang="en-US"/>
          </a:p>
        </p:txBody>
      </p:sp>
    </p:spTree>
    <p:extLst>
      <p:ext uri="{BB962C8B-B14F-4D97-AF65-F5344CB8AC3E}">
        <p14:creationId xmlns:p14="http://schemas.microsoft.com/office/powerpoint/2010/main" val="38389582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171DB-3974-66A5-2462-142A7E10BF7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8922798-C15F-EDFB-CCAC-A21709853A0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A939422-0232-178C-176C-6DEA0DF00E67}"/>
              </a:ext>
            </a:extLst>
          </p:cNvPr>
          <p:cNvSpPr>
            <a:spLocks noGrp="1"/>
          </p:cNvSpPr>
          <p:nvPr>
            <p:ph type="dt" sz="half" idx="10"/>
          </p:nvPr>
        </p:nvSpPr>
        <p:spPr/>
        <p:txBody>
          <a:bodyPr/>
          <a:lstStyle/>
          <a:p>
            <a:fld id="{08287D54-E069-9245-8C2A-502714DAB931}" type="datetimeFigureOut">
              <a:rPr lang="en-US" smtClean="0"/>
              <a:t>6/22/26</a:t>
            </a:fld>
            <a:endParaRPr lang="en-US"/>
          </a:p>
        </p:txBody>
      </p:sp>
      <p:sp>
        <p:nvSpPr>
          <p:cNvPr id="5" name="Footer Placeholder 4">
            <a:extLst>
              <a:ext uri="{FF2B5EF4-FFF2-40B4-BE49-F238E27FC236}">
                <a16:creationId xmlns:a16="http://schemas.microsoft.com/office/drawing/2014/main" id="{192F64CA-A428-C6C5-99F5-2C3239AA2B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2188F1-3988-38A1-760C-2CCA6BA65A19}"/>
              </a:ext>
            </a:extLst>
          </p:cNvPr>
          <p:cNvSpPr>
            <a:spLocks noGrp="1"/>
          </p:cNvSpPr>
          <p:nvPr>
            <p:ph type="sldNum" sz="quarter" idx="12"/>
          </p:nvPr>
        </p:nvSpPr>
        <p:spPr/>
        <p:txBody>
          <a:bodyPr/>
          <a:lstStyle/>
          <a:p>
            <a:fld id="{5E3A933C-F2EB-3745-ACD2-BB311A16BD1B}" type="slidenum">
              <a:rPr lang="en-US" smtClean="0"/>
              <a:t>‹#›</a:t>
            </a:fld>
            <a:endParaRPr lang="en-US"/>
          </a:p>
        </p:txBody>
      </p:sp>
    </p:spTree>
    <p:extLst>
      <p:ext uri="{BB962C8B-B14F-4D97-AF65-F5344CB8AC3E}">
        <p14:creationId xmlns:p14="http://schemas.microsoft.com/office/powerpoint/2010/main" val="4136640129"/>
      </p:ext>
    </p:extLst>
  </p:cSld>
  <p:clrMapOvr>
    <a:masterClrMapping/>
  </p:clrMapOvr>
  <mc:AlternateContent xmlns:mc="http://schemas.openxmlformats.org/markup-compatibility/2006" xmlns:p14="http://schemas.microsoft.com/office/powerpoint/2010/main">
    <mc:Choice Requires="p14">
      <p:transition spd="slow" p14:dur="3500">
        <p14:window dir="ver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4854E-996B-3F6A-B72C-35FF9669895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6CFC462-F718-5B4B-265F-0BEFECB06BE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8E42B1-4E7A-0213-4D86-4368BA441CB3}"/>
              </a:ext>
            </a:extLst>
          </p:cNvPr>
          <p:cNvSpPr>
            <a:spLocks noGrp="1"/>
          </p:cNvSpPr>
          <p:nvPr>
            <p:ph type="dt" sz="half" idx="10"/>
          </p:nvPr>
        </p:nvSpPr>
        <p:spPr/>
        <p:txBody>
          <a:bodyPr/>
          <a:lstStyle/>
          <a:p>
            <a:fld id="{08287D54-E069-9245-8C2A-502714DAB931}" type="datetimeFigureOut">
              <a:rPr lang="en-US" smtClean="0"/>
              <a:t>6/22/26</a:t>
            </a:fld>
            <a:endParaRPr lang="en-US"/>
          </a:p>
        </p:txBody>
      </p:sp>
      <p:sp>
        <p:nvSpPr>
          <p:cNvPr id="5" name="Footer Placeholder 4">
            <a:extLst>
              <a:ext uri="{FF2B5EF4-FFF2-40B4-BE49-F238E27FC236}">
                <a16:creationId xmlns:a16="http://schemas.microsoft.com/office/drawing/2014/main" id="{39BEA635-ADCC-EC4E-8357-557FA54505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9F8357-4430-A2A1-9D57-4E10123D04B5}"/>
              </a:ext>
            </a:extLst>
          </p:cNvPr>
          <p:cNvSpPr>
            <a:spLocks noGrp="1"/>
          </p:cNvSpPr>
          <p:nvPr>
            <p:ph type="sldNum" sz="quarter" idx="12"/>
          </p:nvPr>
        </p:nvSpPr>
        <p:spPr/>
        <p:txBody>
          <a:bodyPr/>
          <a:lstStyle/>
          <a:p>
            <a:fld id="{5E3A933C-F2EB-3745-ACD2-BB311A16BD1B}" type="slidenum">
              <a:rPr lang="en-US" smtClean="0"/>
              <a:t>‹#›</a:t>
            </a:fld>
            <a:endParaRPr lang="en-US"/>
          </a:p>
        </p:txBody>
      </p:sp>
    </p:spTree>
    <p:extLst>
      <p:ext uri="{BB962C8B-B14F-4D97-AF65-F5344CB8AC3E}">
        <p14:creationId xmlns:p14="http://schemas.microsoft.com/office/powerpoint/2010/main" val="1546361530"/>
      </p:ext>
    </p:extLst>
  </p:cSld>
  <p:clrMapOvr>
    <a:masterClrMapping/>
  </p:clrMapOvr>
  <mc:AlternateContent xmlns:mc="http://schemas.openxmlformats.org/markup-compatibility/2006" xmlns:p14="http://schemas.microsoft.com/office/powerpoint/2010/main">
    <mc:Choice Requires="p14">
      <p:transition spd="slow" p14:dur="3500">
        <p14:window dir="ver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03875-3244-55E6-B099-C743E964E61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47BE068-1CA0-B84A-5251-C97C270CE22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70C9DF9-A507-C1E2-CD16-41AF4EE0F6D1}"/>
              </a:ext>
            </a:extLst>
          </p:cNvPr>
          <p:cNvSpPr>
            <a:spLocks noGrp="1"/>
          </p:cNvSpPr>
          <p:nvPr>
            <p:ph type="dt" sz="half" idx="10"/>
          </p:nvPr>
        </p:nvSpPr>
        <p:spPr/>
        <p:txBody>
          <a:bodyPr/>
          <a:lstStyle/>
          <a:p>
            <a:fld id="{08287D54-E069-9245-8C2A-502714DAB931}" type="datetimeFigureOut">
              <a:rPr lang="en-US" smtClean="0"/>
              <a:t>6/22/26</a:t>
            </a:fld>
            <a:endParaRPr lang="en-US"/>
          </a:p>
        </p:txBody>
      </p:sp>
      <p:sp>
        <p:nvSpPr>
          <p:cNvPr id="5" name="Footer Placeholder 4">
            <a:extLst>
              <a:ext uri="{FF2B5EF4-FFF2-40B4-BE49-F238E27FC236}">
                <a16:creationId xmlns:a16="http://schemas.microsoft.com/office/drawing/2014/main" id="{72BF4F77-D1C9-8DD9-42F2-92B2DBB8C9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5B5EDCF-F367-06C3-A97C-2D914DFA07AD}"/>
              </a:ext>
            </a:extLst>
          </p:cNvPr>
          <p:cNvSpPr>
            <a:spLocks noGrp="1"/>
          </p:cNvSpPr>
          <p:nvPr>
            <p:ph type="sldNum" sz="quarter" idx="12"/>
          </p:nvPr>
        </p:nvSpPr>
        <p:spPr/>
        <p:txBody>
          <a:bodyPr/>
          <a:lstStyle/>
          <a:p>
            <a:fld id="{5E3A933C-F2EB-3745-ACD2-BB311A16BD1B}" type="slidenum">
              <a:rPr lang="en-US" smtClean="0"/>
              <a:t>‹#›</a:t>
            </a:fld>
            <a:endParaRPr lang="en-US"/>
          </a:p>
        </p:txBody>
      </p:sp>
    </p:spTree>
    <p:extLst>
      <p:ext uri="{BB962C8B-B14F-4D97-AF65-F5344CB8AC3E}">
        <p14:creationId xmlns:p14="http://schemas.microsoft.com/office/powerpoint/2010/main" val="1338507175"/>
      </p:ext>
    </p:extLst>
  </p:cSld>
  <p:clrMapOvr>
    <a:masterClrMapping/>
  </p:clrMapOvr>
  <mc:AlternateContent xmlns:mc="http://schemas.openxmlformats.org/markup-compatibility/2006" xmlns:p14="http://schemas.microsoft.com/office/powerpoint/2010/main">
    <mc:Choice Requires="p14">
      <p:transition spd="slow" p14:dur="3500">
        <p14:window dir="ver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18202-CEDC-7C86-EF1E-5251CE2B528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83106EC-B0AD-C74E-6B75-2D9BC983BFE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A33AF4C-C493-DCA2-76E4-065D2E5C7F1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1D53A8C-B559-16E9-731D-D1A5B0F531F6}"/>
              </a:ext>
            </a:extLst>
          </p:cNvPr>
          <p:cNvSpPr>
            <a:spLocks noGrp="1"/>
          </p:cNvSpPr>
          <p:nvPr>
            <p:ph type="dt" sz="half" idx="10"/>
          </p:nvPr>
        </p:nvSpPr>
        <p:spPr/>
        <p:txBody>
          <a:bodyPr/>
          <a:lstStyle/>
          <a:p>
            <a:fld id="{08287D54-E069-9245-8C2A-502714DAB931}" type="datetimeFigureOut">
              <a:rPr lang="en-US" smtClean="0"/>
              <a:t>6/22/26</a:t>
            </a:fld>
            <a:endParaRPr lang="en-US"/>
          </a:p>
        </p:txBody>
      </p:sp>
      <p:sp>
        <p:nvSpPr>
          <p:cNvPr id="6" name="Footer Placeholder 5">
            <a:extLst>
              <a:ext uri="{FF2B5EF4-FFF2-40B4-BE49-F238E27FC236}">
                <a16:creationId xmlns:a16="http://schemas.microsoft.com/office/drawing/2014/main" id="{4084CE7F-57C5-6DCC-6BD9-45306FEBE94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5644A2-AE9D-6FDE-1642-0B2A2A4A4485}"/>
              </a:ext>
            </a:extLst>
          </p:cNvPr>
          <p:cNvSpPr>
            <a:spLocks noGrp="1"/>
          </p:cNvSpPr>
          <p:nvPr>
            <p:ph type="sldNum" sz="quarter" idx="12"/>
          </p:nvPr>
        </p:nvSpPr>
        <p:spPr/>
        <p:txBody>
          <a:bodyPr/>
          <a:lstStyle/>
          <a:p>
            <a:fld id="{5E3A933C-F2EB-3745-ACD2-BB311A16BD1B}" type="slidenum">
              <a:rPr lang="en-US" smtClean="0"/>
              <a:t>‹#›</a:t>
            </a:fld>
            <a:endParaRPr lang="en-US"/>
          </a:p>
        </p:txBody>
      </p:sp>
    </p:spTree>
    <p:extLst>
      <p:ext uri="{BB962C8B-B14F-4D97-AF65-F5344CB8AC3E}">
        <p14:creationId xmlns:p14="http://schemas.microsoft.com/office/powerpoint/2010/main" val="3675950284"/>
      </p:ext>
    </p:extLst>
  </p:cSld>
  <p:clrMapOvr>
    <a:masterClrMapping/>
  </p:clrMapOvr>
  <mc:AlternateContent xmlns:mc="http://schemas.openxmlformats.org/markup-compatibility/2006" xmlns:p14="http://schemas.microsoft.com/office/powerpoint/2010/main">
    <mc:Choice Requires="p14">
      <p:transition spd="slow" p14:dur="3500">
        <p14:window dir="ver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15E55-5A99-B217-1DCB-71BED575B0C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E6B994E-5A18-F647-6952-2207B9BDD41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EDC1D11-8C23-618A-28AB-31E8C321D55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E1A8665-61E5-FC70-DD4F-346A313FC1B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B1C08B9-3D12-B283-CFC9-4CC7E8681B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E1E0499-6750-C25A-FDC0-77E1595F4BA6}"/>
              </a:ext>
            </a:extLst>
          </p:cNvPr>
          <p:cNvSpPr>
            <a:spLocks noGrp="1"/>
          </p:cNvSpPr>
          <p:nvPr>
            <p:ph type="dt" sz="half" idx="10"/>
          </p:nvPr>
        </p:nvSpPr>
        <p:spPr/>
        <p:txBody>
          <a:bodyPr/>
          <a:lstStyle/>
          <a:p>
            <a:fld id="{08287D54-E069-9245-8C2A-502714DAB931}" type="datetimeFigureOut">
              <a:rPr lang="en-US" smtClean="0"/>
              <a:t>6/22/26</a:t>
            </a:fld>
            <a:endParaRPr lang="en-US"/>
          </a:p>
        </p:txBody>
      </p:sp>
      <p:sp>
        <p:nvSpPr>
          <p:cNvPr id="8" name="Footer Placeholder 7">
            <a:extLst>
              <a:ext uri="{FF2B5EF4-FFF2-40B4-BE49-F238E27FC236}">
                <a16:creationId xmlns:a16="http://schemas.microsoft.com/office/drawing/2014/main" id="{F615FC57-B876-8B20-3A85-5FF728D80C9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0D2A3EF-4E6E-5915-CF37-2FA28400BDDF}"/>
              </a:ext>
            </a:extLst>
          </p:cNvPr>
          <p:cNvSpPr>
            <a:spLocks noGrp="1"/>
          </p:cNvSpPr>
          <p:nvPr>
            <p:ph type="sldNum" sz="quarter" idx="12"/>
          </p:nvPr>
        </p:nvSpPr>
        <p:spPr/>
        <p:txBody>
          <a:bodyPr/>
          <a:lstStyle/>
          <a:p>
            <a:fld id="{5E3A933C-F2EB-3745-ACD2-BB311A16BD1B}" type="slidenum">
              <a:rPr lang="en-US" smtClean="0"/>
              <a:t>‹#›</a:t>
            </a:fld>
            <a:endParaRPr lang="en-US"/>
          </a:p>
        </p:txBody>
      </p:sp>
    </p:spTree>
    <p:extLst>
      <p:ext uri="{BB962C8B-B14F-4D97-AF65-F5344CB8AC3E}">
        <p14:creationId xmlns:p14="http://schemas.microsoft.com/office/powerpoint/2010/main" val="279503119"/>
      </p:ext>
    </p:extLst>
  </p:cSld>
  <p:clrMapOvr>
    <a:masterClrMapping/>
  </p:clrMapOvr>
  <mc:AlternateContent xmlns:mc="http://schemas.openxmlformats.org/markup-compatibility/2006" xmlns:p14="http://schemas.microsoft.com/office/powerpoint/2010/main">
    <mc:Choice Requires="p14">
      <p:transition spd="slow" p14:dur="3500">
        <p14:window dir="ver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786C75-2AC0-C65B-D350-06FB36556B5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6B68506-122D-36A4-C81B-5CCE8E16A7D4}"/>
              </a:ext>
            </a:extLst>
          </p:cNvPr>
          <p:cNvSpPr>
            <a:spLocks noGrp="1"/>
          </p:cNvSpPr>
          <p:nvPr>
            <p:ph type="dt" sz="half" idx="10"/>
          </p:nvPr>
        </p:nvSpPr>
        <p:spPr/>
        <p:txBody>
          <a:bodyPr/>
          <a:lstStyle/>
          <a:p>
            <a:fld id="{08287D54-E069-9245-8C2A-502714DAB931}" type="datetimeFigureOut">
              <a:rPr lang="en-US" smtClean="0"/>
              <a:t>6/22/26</a:t>
            </a:fld>
            <a:endParaRPr lang="en-US"/>
          </a:p>
        </p:txBody>
      </p:sp>
      <p:sp>
        <p:nvSpPr>
          <p:cNvPr id="4" name="Footer Placeholder 3">
            <a:extLst>
              <a:ext uri="{FF2B5EF4-FFF2-40B4-BE49-F238E27FC236}">
                <a16:creationId xmlns:a16="http://schemas.microsoft.com/office/drawing/2014/main" id="{E2CDD8D6-2997-D13C-78CC-AF5369BF6A6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670145C-8A2F-0F12-900A-84836326FC7E}"/>
              </a:ext>
            </a:extLst>
          </p:cNvPr>
          <p:cNvSpPr>
            <a:spLocks noGrp="1"/>
          </p:cNvSpPr>
          <p:nvPr>
            <p:ph type="sldNum" sz="quarter" idx="12"/>
          </p:nvPr>
        </p:nvSpPr>
        <p:spPr/>
        <p:txBody>
          <a:bodyPr/>
          <a:lstStyle/>
          <a:p>
            <a:fld id="{5E3A933C-F2EB-3745-ACD2-BB311A16BD1B}" type="slidenum">
              <a:rPr lang="en-US" smtClean="0"/>
              <a:t>‹#›</a:t>
            </a:fld>
            <a:endParaRPr lang="en-US"/>
          </a:p>
        </p:txBody>
      </p:sp>
    </p:spTree>
    <p:extLst>
      <p:ext uri="{BB962C8B-B14F-4D97-AF65-F5344CB8AC3E}">
        <p14:creationId xmlns:p14="http://schemas.microsoft.com/office/powerpoint/2010/main" val="392654179"/>
      </p:ext>
    </p:extLst>
  </p:cSld>
  <p:clrMapOvr>
    <a:masterClrMapping/>
  </p:clrMapOvr>
  <mc:AlternateContent xmlns:mc="http://schemas.openxmlformats.org/markup-compatibility/2006" xmlns:p14="http://schemas.microsoft.com/office/powerpoint/2010/main">
    <mc:Choice Requires="p14">
      <p:transition spd="slow" p14:dur="3500">
        <p14:window dir="ver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B007455-F691-F063-973C-113DFB5DC9F7}"/>
              </a:ext>
            </a:extLst>
          </p:cNvPr>
          <p:cNvSpPr>
            <a:spLocks noGrp="1"/>
          </p:cNvSpPr>
          <p:nvPr>
            <p:ph type="dt" sz="half" idx="10"/>
          </p:nvPr>
        </p:nvSpPr>
        <p:spPr/>
        <p:txBody>
          <a:bodyPr/>
          <a:lstStyle/>
          <a:p>
            <a:fld id="{08287D54-E069-9245-8C2A-502714DAB931}" type="datetimeFigureOut">
              <a:rPr lang="en-US" smtClean="0"/>
              <a:t>6/22/26</a:t>
            </a:fld>
            <a:endParaRPr lang="en-US"/>
          </a:p>
        </p:txBody>
      </p:sp>
      <p:sp>
        <p:nvSpPr>
          <p:cNvPr id="3" name="Footer Placeholder 2">
            <a:extLst>
              <a:ext uri="{FF2B5EF4-FFF2-40B4-BE49-F238E27FC236}">
                <a16:creationId xmlns:a16="http://schemas.microsoft.com/office/drawing/2014/main" id="{00F5ED93-2578-8FDC-EE1D-F64BA8A1FE6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848BF9F-957C-AE7C-6505-F361761BBB52}"/>
              </a:ext>
            </a:extLst>
          </p:cNvPr>
          <p:cNvSpPr>
            <a:spLocks noGrp="1"/>
          </p:cNvSpPr>
          <p:nvPr>
            <p:ph type="sldNum" sz="quarter" idx="12"/>
          </p:nvPr>
        </p:nvSpPr>
        <p:spPr/>
        <p:txBody>
          <a:bodyPr/>
          <a:lstStyle/>
          <a:p>
            <a:fld id="{5E3A933C-F2EB-3745-ACD2-BB311A16BD1B}" type="slidenum">
              <a:rPr lang="en-US" smtClean="0"/>
              <a:t>‹#›</a:t>
            </a:fld>
            <a:endParaRPr lang="en-US"/>
          </a:p>
        </p:txBody>
      </p:sp>
    </p:spTree>
    <p:extLst>
      <p:ext uri="{BB962C8B-B14F-4D97-AF65-F5344CB8AC3E}">
        <p14:creationId xmlns:p14="http://schemas.microsoft.com/office/powerpoint/2010/main" val="76467589"/>
      </p:ext>
    </p:extLst>
  </p:cSld>
  <p:clrMapOvr>
    <a:masterClrMapping/>
  </p:clrMapOvr>
  <mc:AlternateContent xmlns:mc="http://schemas.openxmlformats.org/markup-compatibility/2006" xmlns:p14="http://schemas.microsoft.com/office/powerpoint/2010/main">
    <mc:Choice Requires="p14">
      <p:transition spd="slow" p14:dur="3500">
        <p14:window dir="ver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7F1894-7761-B4EF-7023-E31292DD1D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54BC3E8-27E8-0D74-8508-6B86AFF4791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9764CEC-44A3-13C3-F3F7-856B5A812A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25AF43-1356-5B2D-1DF9-E9535F1BBE50}"/>
              </a:ext>
            </a:extLst>
          </p:cNvPr>
          <p:cNvSpPr>
            <a:spLocks noGrp="1"/>
          </p:cNvSpPr>
          <p:nvPr>
            <p:ph type="dt" sz="half" idx="10"/>
          </p:nvPr>
        </p:nvSpPr>
        <p:spPr/>
        <p:txBody>
          <a:bodyPr/>
          <a:lstStyle/>
          <a:p>
            <a:fld id="{08287D54-E069-9245-8C2A-502714DAB931}" type="datetimeFigureOut">
              <a:rPr lang="en-US" smtClean="0"/>
              <a:t>6/22/26</a:t>
            </a:fld>
            <a:endParaRPr lang="en-US"/>
          </a:p>
        </p:txBody>
      </p:sp>
      <p:sp>
        <p:nvSpPr>
          <p:cNvPr id="6" name="Footer Placeholder 5">
            <a:extLst>
              <a:ext uri="{FF2B5EF4-FFF2-40B4-BE49-F238E27FC236}">
                <a16:creationId xmlns:a16="http://schemas.microsoft.com/office/drawing/2014/main" id="{0DFFE0B7-141E-10F1-4AE5-C85B91D50C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1FE8201-FFBF-B6DD-6CE5-1E99E2631B2B}"/>
              </a:ext>
            </a:extLst>
          </p:cNvPr>
          <p:cNvSpPr>
            <a:spLocks noGrp="1"/>
          </p:cNvSpPr>
          <p:nvPr>
            <p:ph type="sldNum" sz="quarter" idx="12"/>
          </p:nvPr>
        </p:nvSpPr>
        <p:spPr/>
        <p:txBody>
          <a:bodyPr/>
          <a:lstStyle/>
          <a:p>
            <a:fld id="{5E3A933C-F2EB-3745-ACD2-BB311A16BD1B}" type="slidenum">
              <a:rPr lang="en-US" smtClean="0"/>
              <a:t>‹#›</a:t>
            </a:fld>
            <a:endParaRPr lang="en-US"/>
          </a:p>
        </p:txBody>
      </p:sp>
    </p:spTree>
    <p:extLst>
      <p:ext uri="{BB962C8B-B14F-4D97-AF65-F5344CB8AC3E}">
        <p14:creationId xmlns:p14="http://schemas.microsoft.com/office/powerpoint/2010/main" val="1374949947"/>
      </p:ext>
    </p:extLst>
  </p:cSld>
  <p:clrMapOvr>
    <a:masterClrMapping/>
  </p:clrMapOvr>
  <mc:AlternateContent xmlns:mc="http://schemas.openxmlformats.org/markup-compatibility/2006" xmlns:p14="http://schemas.microsoft.com/office/powerpoint/2010/main">
    <mc:Choice Requires="p14">
      <p:transition spd="slow" p14:dur="3500">
        <p14:window dir="ver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F15B3D-5DB4-E773-3370-43AF862AC5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754EBAC-6ECE-FC17-4EFE-4F10A4C00CD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51FC362-65A3-4630-FDD1-33340B05B1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03AF88-F448-930F-F0B7-DF4890CDD708}"/>
              </a:ext>
            </a:extLst>
          </p:cNvPr>
          <p:cNvSpPr>
            <a:spLocks noGrp="1"/>
          </p:cNvSpPr>
          <p:nvPr>
            <p:ph type="dt" sz="half" idx="10"/>
          </p:nvPr>
        </p:nvSpPr>
        <p:spPr/>
        <p:txBody>
          <a:bodyPr/>
          <a:lstStyle/>
          <a:p>
            <a:fld id="{08287D54-E069-9245-8C2A-502714DAB931}" type="datetimeFigureOut">
              <a:rPr lang="en-US" smtClean="0"/>
              <a:t>6/22/26</a:t>
            </a:fld>
            <a:endParaRPr lang="en-US"/>
          </a:p>
        </p:txBody>
      </p:sp>
      <p:sp>
        <p:nvSpPr>
          <p:cNvPr id="6" name="Footer Placeholder 5">
            <a:extLst>
              <a:ext uri="{FF2B5EF4-FFF2-40B4-BE49-F238E27FC236}">
                <a16:creationId xmlns:a16="http://schemas.microsoft.com/office/drawing/2014/main" id="{414DE830-6EC3-E526-42E7-E731E9C4F2B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ADF3B4-7512-74D2-6683-C134C2B58FF0}"/>
              </a:ext>
            </a:extLst>
          </p:cNvPr>
          <p:cNvSpPr>
            <a:spLocks noGrp="1"/>
          </p:cNvSpPr>
          <p:nvPr>
            <p:ph type="sldNum" sz="quarter" idx="12"/>
          </p:nvPr>
        </p:nvSpPr>
        <p:spPr/>
        <p:txBody>
          <a:bodyPr/>
          <a:lstStyle/>
          <a:p>
            <a:fld id="{5E3A933C-F2EB-3745-ACD2-BB311A16BD1B}" type="slidenum">
              <a:rPr lang="en-US" smtClean="0"/>
              <a:t>‹#›</a:t>
            </a:fld>
            <a:endParaRPr lang="en-US"/>
          </a:p>
        </p:txBody>
      </p:sp>
    </p:spTree>
    <p:extLst>
      <p:ext uri="{BB962C8B-B14F-4D97-AF65-F5344CB8AC3E}">
        <p14:creationId xmlns:p14="http://schemas.microsoft.com/office/powerpoint/2010/main" val="2215007659"/>
      </p:ext>
    </p:extLst>
  </p:cSld>
  <p:clrMapOvr>
    <a:masterClrMapping/>
  </p:clrMapOvr>
  <mc:AlternateContent xmlns:mc="http://schemas.openxmlformats.org/markup-compatibility/2006" xmlns:p14="http://schemas.microsoft.com/office/powerpoint/2010/main">
    <mc:Choice Requires="p14">
      <p:transition spd="slow" p14:dur="3500">
        <p14:window dir="ver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683E33-E5D0-EF53-6ED9-DBDA65E7092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A1DAAA9-BD2F-90E5-16D7-40DCA540F03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EF0B98-4E8E-3FAC-3E67-CF27FC03989F}"/>
              </a:ext>
            </a:extLst>
          </p:cNvPr>
          <p:cNvSpPr>
            <a:spLocks noGrp="1"/>
          </p:cNvSpPr>
          <p:nvPr>
            <p:ph type="dt" sz="half" idx="10"/>
          </p:nvPr>
        </p:nvSpPr>
        <p:spPr/>
        <p:txBody>
          <a:bodyPr/>
          <a:lstStyle/>
          <a:p>
            <a:fld id="{08287D54-E069-9245-8C2A-502714DAB931}" type="datetimeFigureOut">
              <a:rPr lang="en-US" smtClean="0"/>
              <a:t>6/22/26</a:t>
            </a:fld>
            <a:endParaRPr lang="en-US"/>
          </a:p>
        </p:txBody>
      </p:sp>
      <p:sp>
        <p:nvSpPr>
          <p:cNvPr id="5" name="Footer Placeholder 4">
            <a:extLst>
              <a:ext uri="{FF2B5EF4-FFF2-40B4-BE49-F238E27FC236}">
                <a16:creationId xmlns:a16="http://schemas.microsoft.com/office/drawing/2014/main" id="{20B72500-1FF8-057B-569C-8AE0F60626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9839DD-E67D-CE16-6D18-6F2DC52DEFF4}"/>
              </a:ext>
            </a:extLst>
          </p:cNvPr>
          <p:cNvSpPr>
            <a:spLocks noGrp="1"/>
          </p:cNvSpPr>
          <p:nvPr>
            <p:ph type="sldNum" sz="quarter" idx="12"/>
          </p:nvPr>
        </p:nvSpPr>
        <p:spPr/>
        <p:txBody>
          <a:bodyPr/>
          <a:lstStyle/>
          <a:p>
            <a:fld id="{5E3A933C-F2EB-3745-ACD2-BB311A16BD1B}" type="slidenum">
              <a:rPr lang="en-US" smtClean="0"/>
              <a:t>‹#›</a:t>
            </a:fld>
            <a:endParaRPr lang="en-US"/>
          </a:p>
        </p:txBody>
      </p:sp>
    </p:spTree>
    <p:extLst>
      <p:ext uri="{BB962C8B-B14F-4D97-AF65-F5344CB8AC3E}">
        <p14:creationId xmlns:p14="http://schemas.microsoft.com/office/powerpoint/2010/main" val="998877174"/>
      </p:ext>
    </p:extLst>
  </p:cSld>
  <p:clrMapOvr>
    <a:masterClrMapping/>
  </p:clrMapOvr>
  <mc:AlternateContent xmlns:mc="http://schemas.openxmlformats.org/markup-compatibility/2006" xmlns:p14="http://schemas.microsoft.com/office/powerpoint/2010/main">
    <mc:Choice Requires="p14">
      <p:transition spd="slow" p14:dur="3500">
        <p14:window dir="ver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565C813-49CB-11AD-5C47-ED9ADD2C82F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E7F9E42-A8E1-58F8-F1FA-96D35259133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EC91BB-FA04-DB44-B0FF-7A388CA2CAD6}"/>
              </a:ext>
            </a:extLst>
          </p:cNvPr>
          <p:cNvSpPr>
            <a:spLocks noGrp="1"/>
          </p:cNvSpPr>
          <p:nvPr>
            <p:ph type="dt" sz="half" idx="10"/>
          </p:nvPr>
        </p:nvSpPr>
        <p:spPr/>
        <p:txBody>
          <a:bodyPr/>
          <a:lstStyle/>
          <a:p>
            <a:fld id="{08287D54-E069-9245-8C2A-502714DAB931}" type="datetimeFigureOut">
              <a:rPr lang="en-US" smtClean="0"/>
              <a:t>6/22/26</a:t>
            </a:fld>
            <a:endParaRPr lang="en-US"/>
          </a:p>
        </p:txBody>
      </p:sp>
      <p:sp>
        <p:nvSpPr>
          <p:cNvPr id="5" name="Footer Placeholder 4">
            <a:extLst>
              <a:ext uri="{FF2B5EF4-FFF2-40B4-BE49-F238E27FC236}">
                <a16:creationId xmlns:a16="http://schemas.microsoft.com/office/drawing/2014/main" id="{5B8AAF83-D5C2-4AE7-682E-1DA1805361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010527-F06D-5F45-C0B7-3D7B789CA925}"/>
              </a:ext>
            </a:extLst>
          </p:cNvPr>
          <p:cNvSpPr>
            <a:spLocks noGrp="1"/>
          </p:cNvSpPr>
          <p:nvPr>
            <p:ph type="sldNum" sz="quarter" idx="12"/>
          </p:nvPr>
        </p:nvSpPr>
        <p:spPr/>
        <p:txBody>
          <a:bodyPr/>
          <a:lstStyle/>
          <a:p>
            <a:fld id="{5E3A933C-F2EB-3745-ACD2-BB311A16BD1B}" type="slidenum">
              <a:rPr lang="en-US" smtClean="0"/>
              <a:t>‹#›</a:t>
            </a:fld>
            <a:endParaRPr lang="en-US"/>
          </a:p>
        </p:txBody>
      </p:sp>
    </p:spTree>
    <p:extLst>
      <p:ext uri="{BB962C8B-B14F-4D97-AF65-F5344CB8AC3E}">
        <p14:creationId xmlns:p14="http://schemas.microsoft.com/office/powerpoint/2010/main" val="2874606749"/>
      </p:ext>
    </p:extLst>
  </p:cSld>
  <p:clrMapOvr>
    <a:masterClrMapping/>
  </p:clrMapOvr>
  <mc:AlternateContent xmlns:mc="http://schemas.openxmlformats.org/markup-compatibility/2006" xmlns:p14="http://schemas.microsoft.com/office/powerpoint/2010/main">
    <mc:Choice Requires="p14">
      <p:transition spd="slow" p14:dur="3500">
        <p14:window dir="vert"/>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Section Break Page">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0" y="0"/>
            <a:ext cx="12192000" cy="6858000"/>
          </a:xfrm>
          <a:prstGeom prst="rect">
            <a:avLst/>
          </a:prstGeom>
        </p:spPr>
        <p:txBody>
          <a:bodyPr anchor="ctr" anchorCtr="0"/>
          <a:lstStyle>
            <a:lvl1pPr marL="0" indent="0" algn="ctr">
              <a:buNone/>
              <a:defRPr sz="1600">
                <a:solidFill>
                  <a:schemeClr val="accent5"/>
                </a:solidFill>
                <a:latin typeface="Lato" panose="020F0502020204030203" pitchFamily="34" charset="0"/>
              </a:defRPr>
            </a:lvl1pPr>
          </a:lstStyle>
          <a:p>
            <a:endParaRPr lang="en-US" dirty="0"/>
          </a:p>
        </p:txBody>
      </p:sp>
    </p:spTree>
    <p:extLst>
      <p:ext uri="{BB962C8B-B14F-4D97-AF65-F5344CB8AC3E}">
        <p14:creationId xmlns:p14="http://schemas.microsoft.com/office/powerpoint/2010/main" val="3315291722"/>
      </p:ext>
    </p:extLst>
  </p:cSld>
  <p:clrMapOvr>
    <a:masterClrMapping/>
  </p:clrMapOvr>
  <mc:AlternateContent xmlns:mc="http://schemas.openxmlformats.org/markup-compatibility/2006" xmlns:p14="http://schemas.microsoft.com/office/powerpoint/2010/main">
    <mc:Choice Requires="p14">
      <p:transition spd="slow" p14:dur="3500">
        <p14:window dir="vert"/>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mp; Conten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778936" y="767788"/>
            <a:ext cx="10604499" cy="511013"/>
          </a:xfrm>
          <a:prstGeom prst="rect">
            <a:avLst/>
          </a:prstGeom>
        </p:spPr>
        <p:txBody>
          <a:bodyPr lIns="0" tIns="0" rIns="0" bIns="0"/>
          <a:lstStyle>
            <a:lvl1pPr marL="0" indent="0" algn="l">
              <a:lnSpc>
                <a:spcPct val="100000"/>
              </a:lnSpc>
              <a:spcBef>
                <a:spcPts val="0"/>
              </a:spcBef>
              <a:buNone/>
              <a:defRPr sz="2933" b="0" cap="all" spc="67" baseline="0">
                <a:solidFill>
                  <a:schemeClr val="accent1"/>
                </a:solidFill>
                <a:latin typeface="Lato Black" panose="020F0A02020204030203" pitchFamily="34" charset="0"/>
                <a:ea typeface="Roboto" panose="02000000000000000000" pitchFamily="2" charset="0"/>
                <a:cs typeface="Open Sans" panose="020B0606030504020204" pitchFamily="34" charset="0"/>
              </a:defRPr>
            </a:lvl1pPr>
          </a:lstStyle>
          <a:p>
            <a:pPr lvl="0"/>
            <a:r>
              <a:rPr lang="en-US" dirty="0"/>
              <a:t>Click to edit Master text styles</a:t>
            </a:r>
          </a:p>
        </p:txBody>
      </p:sp>
      <p:sp>
        <p:nvSpPr>
          <p:cNvPr id="3" name="Text Placeholder 9"/>
          <p:cNvSpPr>
            <a:spLocks noGrp="1"/>
          </p:cNvSpPr>
          <p:nvPr>
            <p:ph type="body" sz="quarter" idx="11"/>
          </p:nvPr>
        </p:nvSpPr>
        <p:spPr>
          <a:xfrm>
            <a:off x="791633" y="1278801"/>
            <a:ext cx="10604499" cy="188459"/>
          </a:xfrm>
          <a:prstGeom prst="rect">
            <a:avLst/>
          </a:prstGeom>
        </p:spPr>
        <p:txBody>
          <a:bodyPr lIns="0" tIns="0" rIns="0" bIns="0"/>
          <a:lstStyle>
            <a:lvl1pPr marL="0" indent="0" algn="l">
              <a:lnSpc>
                <a:spcPts val="1600"/>
              </a:lnSpc>
              <a:spcBef>
                <a:spcPts val="0"/>
              </a:spcBef>
              <a:buNone/>
              <a:defRPr sz="1200" b="0" cap="none" spc="0" baseline="0">
                <a:solidFill>
                  <a:schemeClr val="accent4"/>
                </a:solidFill>
                <a:latin typeface="Lato" panose="020F0502020204030203" pitchFamily="34" charset="0"/>
                <a:ea typeface="Roboto" panose="02000000000000000000" pitchFamily="2" charset="0"/>
                <a:cs typeface="Open Sans" panose="020B0606030504020204" pitchFamily="34" charset="0"/>
              </a:defRPr>
            </a:lvl1pPr>
          </a:lstStyle>
          <a:p>
            <a:pPr lvl="0"/>
            <a:r>
              <a:rPr lang="en-US" dirty="0"/>
              <a:t>Click to edit Master text styles</a:t>
            </a:r>
          </a:p>
        </p:txBody>
      </p:sp>
      <p:cxnSp>
        <p:nvCxnSpPr>
          <p:cNvPr id="5" name="Straight Connector 4"/>
          <p:cNvCxnSpPr/>
          <p:nvPr userDrawn="1"/>
        </p:nvCxnSpPr>
        <p:spPr>
          <a:xfrm>
            <a:off x="791633" y="656089"/>
            <a:ext cx="121920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Box 22"/>
          <p:cNvSpPr txBox="1"/>
          <p:nvPr userDrawn="1"/>
        </p:nvSpPr>
        <p:spPr>
          <a:xfrm>
            <a:off x="10585897" y="6297122"/>
            <a:ext cx="275991" cy="164212"/>
          </a:xfrm>
          <a:prstGeom prst="rect">
            <a:avLst/>
          </a:prstGeom>
          <a:noFill/>
        </p:spPr>
        <p:txBody>
          <a:bodyPr wrap="square" lIns="0" tIns="0" rIns="0" bIns="0" rtlCol="0">
            <a:spAutoFit/>
          </a:bodyPr>
          <a:lstStyle/>
          <a:p>
            <a:pPr algn="r"/>
            <a:fld id="{27692F5A-FC14-4E83-B4CC-18F6C2D780A4}" type="slidenum">
              <a:rPr lang="en-US" sz="1067" b="0" spc="40" baseline="0" smtClean="0">
                <a:solidFill>
                  <a:schemeClr val="accent4"/>
                </a:solidFill>
                <a:latin typeface="Lato" panose="020F0502020204030203" pitchFamily="34" charset="0"/>
              </a:rPr>
              <a:pPr algn="r"/>
              <a:t>‹#›</a:t>
            </a:fld>
            <a:endParaRPr lang="en-US" sz="1067" b="0" spc="40" baseline="0" dirty="0">
              <a:solidFill>
                <a:schemeClr val="accent4"/>
              </a:solidFill>
              <a:latin typeface="Lato" panose="020F0502020204030203" pitchFamily="34" charset="0"/>
            </a:endParaRPr>
          </a:p>
        </p:txBody>
      </p:sp>
      <p:sp>
        <p:nvSpPr>
          <p:cNvPr id="11" name="Freeform 5">
            <a:hlinkClick r:id="" action="ppaction://hlinkshowjump?jump=nextslide"/>
          </p:cNvPr>
          <p:cNvSpPr>
            <a:spLocks noEditPoints="1"/>
          </p:cNvSpPr>
          <p:nvPr userDrawn="1"/>
        </p:nvSpPr>
        <p:spPr bwMode="auto">
          <a:xfrm>
            <a:off x="11209905" y="6284422"/>
            <a:ext cx="188345" cy="188345"/>
          </a:xfrm>
          <a:custGeom>
            <a:avLst/>
            <a:gdLst>
              <a:gd name="T0" fmla="*/ 883 w 2350"/>
              <a:gd name="T1" fmla="*/ 679 h 2350"/>
              <a:gd name="T2" fmla="*/ 1338 w 2350"/>
              <a:gd name="T3" fmla="*/ 1175 h 2350"/>
              <a:gd name="T4" fmla="*/ 883 w 2350"/>
              <a:gd name="T5" fmla="*/ 1671 h 2350"/>
              <a:gd name="T6" fmla="*/ 883 w 2350"/>
              <a:gd name="T7" fmla="*/ 1813 h 2350"/>
              <a:gd name="T8" fmla="*/ 1023 w 2350"/>
              <a:gd name="T9" fmla="*/ 1813 h 2350"/>
              <a:gd name="T10" fmla="*/ 1579 w 2350"/>
              <a:gd name="T11" fmla="*/ 1246 h 2350"/>
              <a:gd name="T12" fmla="*/ 1579 w 2350"/>
              <a:gd name="T13" fmla="*/ 1104 h 2350"/>
              <a:gd name="T14" fmla="*/ 1023 w 2350"/>
              <a:gd name="T15" fmla="*/ 537 h 2350"/>
              <a:gd name="T16" fmla="*/ 883 w 2350"/>
              <a:gd name="T17" fmla="*/ 537 h 2350"/>
              <a:gd name="T18" fmla="*/ 883 w 2350"/>
              <a:gd name="T19" fmla="*/ 679 h 2350"/>
              <a:gd name="T20" fmla="*/ 0 w 2350"/>
              <a:gd name="T21" fmla="*/ 1175 h 2350"/>
              <a:gd name="T22" fmla="*/ 1175 w 2350"/>
              <a:gd name="T23" fmla="*/ 2350 h 2350"/>
              <a:gd name="T24" fmla="*/ 2350 w 2350"/>
              <a:gd name="T25" fmla="*/ 1175 h 2350"/>
              <a:gd name="T26" fmla="*/ 1175 w 2350"/>
              <a:gd name="T27" fmla="*/ 0 h 2350"/>
              <a:gd name="T28" fmla="*/ 0 w 2350"/>
              <a:gd name="T29" fmla="*/ 1175 h 2350"/>
              <a:gd name="T30" fmla="*/ 2198 w 2350"/>
              <a:gd name="T31" fmla="*/ 1175 h 2350"/>
              <a:gd name="T32" fmla="*/ 1175 w 2350"/>
              <a:gd name="T33" fmla="*/ 2198 h 2350"/>
              <a:gd name="T34" fmla="*/ 152 w 2350"/>
              <a:gd name="T35" fmla="*/ 1175 h 2350"/>
              <a:gd name="T36" fmla="*/ 1175 w 2350"/>
              <a:gd name="T37" fmla="*/ 152 h 2350"/>
              <a:gd name="T38" fmla="*/ 2198 w 2350"/>
              <a:gd name="T39" fmla="*/ 1175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350" h="2350">
                <a:moveTo>
                  <a:pt x="883" y="679"/>
                </a:moveTo>
                <a:cubicBezTo>
                  <a:pt x="1338" y="1175"/>
                  <a:pt x="1338" y="1175"/>
                  <a:pt x="1338" y="1175"/>
                </a:cubicBezTo>
                <a:cubicBezTo>
                  <a:pt x="883" y="1671"/>
                  <a:pt x="883" y="1671"/>
                  <a:pt x="883" y="1671"/>
                </a:cubicBezTo>
                <a:cubicBezTo>
                  <a:pt x="844" y="1710"/>
                  <a:pt x="844" y="1774"/>
                  <a:pt x="883" y="1813"/>
                </a:cubicBezTo>
                <a:cubicBezTo>
                  <a:pt x="922" y="1852"/>
                  <a:pt x="985" y="1852"/>
                  <a:pt x="1023" y="1813"/>
                </a:cubicBezTo>
                <a:cubicBezTo>
                  <a:pt x="1579" y="1246"/>
                  <a:pt x="1579" y="1246"/>
                  <a:pt x="1579" y="1246"/>
                </a:cubicBezTo>
                <a:cubicBezTo>
                  <a:pt x="1618" y="1207"/>
                  <a:pt x="1618" y="1143"/>
                  <a:pt x="1579" y="1104"/>
                </a:cubicBezTo>
                <a:cubicBezTo>
                  <a:pt x="1023" y="537"/>
                  <a:pt x="1023" y="537"/>
                  <a:pt x="1023" y="537"/>
                </a:cubicBezTo>
                <a:cubicBezTo>
                  <a:pt x="985" y="498"/>
                  <a:pt x="922" y="498"/>
                  <a:pt x="883" y="537"/>
                </a:cubicBezTo>
                <a:cubicBezTo>
                  <a:pt x="844" y="576"/>
                  <a:pt x="844" y="640"/>
                  <a:pt x="883" y="679"/>
                </a:cubicBezTo>
                <a:close/>
                <a:moveTo>
                  <a:pt x="0" y="1175"/>
                </a:moveTo>
                <a:cubicBezTo>
                  <a:pt x="0" y="1824"/>
                  <a:pt x="526" y="2350"/>
                  <a:pt x="1175" y="2350"/>
                </a:cubicBezTo>
                <a:cubicBezTo>
                  <a:pt x="1824" y="2350"/>
                  <a:pt x="2350" y="1824"/>
                  <a:pt x="2350" y="1175"/>
                </a:cubicBezTo>
                <a:cubicBezTo>
                  <a:pt x="2350" y="526"/>
                  <a:pt x="1824" y="0"/>
                  <a:pt x="1175" y="0"/>
                </a:cubicBezTo>
                <a:cubicBezTo>
                  <a:pt x="526" y="0"/>
                  <a:pt x="0" y="526"/>
                  <a:pt x="0" y="1175"/>
                </a:cubicBezTo>
                <a:close/>
                <a:moveTo>
                  <a:pt x="2198" y="1175"/>
                </a:moveTo>
                <a:cubicBezTo>
                  <a:pt x="2198" y="1740"/>
                  <a:pt x="1740" y="2198"/>
                  <a:pt x="1175" y="2198"/>
                </a:cubicBezTo>
                <a:cubicBezTo>
                  <a:pt x="610" y="2198"/>
                  <a:pt x="152" y="1740"/>
                  <a:pt x="152" y="1175"/>
                </a:cubicBezTo>
                <a:cubicBezTo>
                  <a:pt x="152" y="610"/>
                  <a:pt x="610" y="152"/>
                  <a:pt x="1175" y="152"/>
                </a:cubicBezTo>
                <a:cubicBezTo>
                  <a:pt x="1740" y="152"/>
                  <a:pt x="2198" y="610"/>
                  <a:pt x="2198" y="1175"/>
                </a:cubicBezTo>
                <a:close/>
              </a:path>
            </a:pathLst>
          </a:custGeom>
          <a:solidFill>
            <a:schemeClr val="accent5"/>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2" name="Freeform 5">
            <a:hlinkClick r:id="" action="ppaction://hlinkshowjump?jump=previousslide"/>
          </p:cNvPr>
          <p:cNvSpPr>
            <a:spLocks noEditPoints="1"/>
          </p:cNvSpPr>
          <p:nvPr userDrawn="1"/>
        </p:nvSpPr>
        <p:spPr bwMode="auto">
          <a:xfrm>
            <a:off x="10992130" y="6284422"/>
            <a:ext cx="188345" cy="188345"/>
          </a:xfrm>
          <a:custGeom>
            <a:avLst/>
            <a:gdLst>
              <a:gd name="T0" fmla="*/ 1467 w 2350"/>
              <a:gd name="T1" fmla="*/ 1671 h 2350"/>
              <a:gd name="T2" fmla="*/ 1012 w 2350"/>
              <a:gd name="T3" fmla="*/ 1175 h 2350"/>
              <a:gd name="T4" fmla="*/ 1467 w 2350"/>
              <a:gd name="T5" fmla="*/ 679 h 2350"/>
              <a:gd name="T6" fmla="*/ 1467 w 2350"/>
              <a:gd name="T7" fmla="*/ 537 h 2350"/>
              <a:gd name="T8" fmla="*/ 1327 w 2350"/>
              <a:gd name="T9" fmla="*/ 537 h 2350"/>
              <a:gd name="T10" fmla="*/ 771 w 2350"/>
              <a:gd name="T11" fmla="*/ 1104 h 2350"/>
              <a:gd name="T12" fmla="*/ 771 w 2350"/>
              <a:gd name="T13" fmla="*/ 1246 h 2350"/>
              <a:gd name="T14" fmla="*/ 1327 w 2350"/>
              <a:gd name="T15" fmla="*/ 1813 h 2350"/>
              <a:gd name="T16" fmla="*/ 1467 w 2350"/>
              <a:gd name="T17" fmla="*/ 1813 h 2350"/>
              <a:gd name="T18" fmla="*/ 1467 w 2350"/>
              <a:gd name="T19" fmla="*/ 1671 h 2350"/>
              <a:gd name="T20" fmla="*/ 2350 w 2350"/>
              <a:gd name="T21" fmla="*/ 1175 h 2350"/>
              <a:gd name="T22" fmla="*/ 1175 w 2350"/>
              <a:gd name="T23" fmla="*/ 0 h 2350"/>
              <a:gd name="T24" fmla="*/ 0 w 2350"/>
              <a:gd name="T25" fmla="*/ 1175 h 2350"/>
              <a:gd name="T26" fmla="*/ 1175 w 2350"/>
              <a:gd name="T27" fmla="*/ 2350 h 2350"/>
              <a:gd name="T28" fmla="*/ 2350 w 2350"/>
              <a:gd name="T29" fmla="*/ 1175 h 2350"/>
              <a:gd name="T30" fmla="*/ 152 w 2350"/>
              <a:gd name="T31" fmla="*/ 1175 h 2350"/>
              <a:gd name="T32" fmla="*/ 1175 w 2350"/>
              <a:gd name="T33" fmla="*/ 152 h 2350"/>
              <a:gd name="T34" fmla="*/ 2198 w 2350"/>
              <a:gd name="T35" fmla="*/ 1175 h 2350"/>
              <a:gd name="T36" fmla="*/ 1175 w 2350"/>
              <a:gd name="T37" fmla="*/ 2198 h 2350"/>
              <a:gd name="T38" fmla="*/ 152 w 2350"/>
              <a:gd name="T39" fmla="*/ 1175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350" h="2350">
                <a:moveTo>
                  <a:pt x="1467" y="1671"/>
                </a:moveTo>
                <a:cubicBezTo>
                  <a:pt x="1012" y="1175"/>
                  <a:pt x="1012" y="1175"/>
                  <a:pt x="1012" y="1175"/>
                </a:cubicBezTo>
                <a:cubicBezTo>
                  <a:pt x="1467" y="679"/>
                  <a:pt x="1467" y="679"/>
                  <a:pt x="1467" y="679"/>
                </a:cubicBezTo>
                <a:cubicBezTo>
                  <a:pt x="1506" y="640"/>
                  <a:pt x="1506" y="576"/>
                  <a:pt x="1467" y="537"/>
                </a:cubicBezTo>
                <a:cubicBezTo>
                  <a:pt x="1428" y="498"/>
                  <a:pt x="1365" y="498"/>
                  <a:pt x="1327" y="537"/>
                </a:cubicBezTo>
                <a:cubicBezTo>
                  <a:pt x="771" y="1104"/>
                  <a:pt x="771" y="1104"/>
                  <a:pt x="771" y="1104"/>
                </a:cubicBezTo>
                <a:cubicBezTo>
                  <a:pt x="732" y="1143"/>
                  <a:pt x="732" y="1207"/>
                  <a:pt x="771" y="1246"/>
                </a:cubicBezTo>
                <a:cubicBezTo>
                  <a:pt x="1327" y="1813"/>
                  <a:pt x="1327" y="1813"/>
                  <a:pt x="1327" y="1813"/>
                </a:cubicBezTo>
                <a:cubicBezTo>
                  <a:pt x="1365" y="1852"/>
                  <a:pt x="1428" y="1852"/>
                  <a:pt x="1467" y="1813"/>
                </a:cubicBezTo>
                <a:cubicBezTo>
                  <a:pt x="1506" y="1774"/>
                  <a:pt x="1506" y="1710"/>
                  <a:pt x="1467" y="1671"/>
                </a:cubicBezTo>
                <a:close/>
                <a:moveTo>
                  <a:pt x="2350" y="1175"/>
                </a:moveTo>
                <a:cubicBezTo>
                  <a:pt x="2350" y="526"/>
                  <a:pt x="1824" y="0"/>
                  <a:pt x="1175" y="0"/>
                </a:cubicBezTo>
                <a:cubicBezTo>
                  <a:pt x="526" y="0"/>
                  <a:pt x="0" y="526"/>
                  <a:pt x="0" y="1175"/>
                </a:cubicBezTo>
                <a:cubicBezTo>
                  <a:pt x="0" y="1824"/>
                  <a:pt x="526" y="2350"/>
                  <a:pt x="1175" y="2350"/>
                </a:cubicBezTo>
                <a:cubicBezTo>
                  <a:pt x="1824" y="2350"/>
                  <a:pt x="2350" y="1824"/>
                  <a:pt x="2350" y="1175"/>
                </a:cubicBezTo>
                <a:close/>
                <a:moveTo>
                  <a:pt x="152" y="1175"/>
                </a:moveTo>
                <a:cubicBezTo>
                  <a:pt x="152" y="610"/>
                  <a:pt x="610" y="152"/>
                  <a:pt x="1175" y="152"/>
                </a:cubicBezTo>
                <a:cubicBezTo>
                  <a:pt x="1740" y="152"/>
                  <a:pt x="2198" y="610"/>
                  <a:pt x="2198" y="1175"/>
                </a:cubicBezTo>
                <a:cubicBezTo>
                  <a:pt x="2198" y="1740"/>
                  <a:pt x="1740" y="2198"/>
                  <a:pt x="1175" y="2198"/>
                </a:cubicBezTo>
                <a:cubicBezTo>
                  <a:pt x="610" y="2198"/>
                  <a:pt x="152" y="1740"/>
                  <a:pt x="152" y="1175"/>
                </a:cubicBezTo>
                <a:close/>
              </a:path>
            </a:pathLst>
          </a:custGeom>
          <a:solidFill>
            <a:schemeClr val="accent5"/>
          </a:solidFill>
          <a:ln>
            <a:noFill/>
          </a:ln>
        </p:spPr>
        <p:txBody>
          <a:bodyPr vert="horz" wrap="square" lIns="121920" tIns="60960" rIns="121920" bIns="60960" numCol="1" anchor="t" anchorCtr="0" compatLnSpc="1">
            <a:prstTxWarp prst="textNoShape">
              <a:avLst/>
            </a:prstTxWarp>
          </a:bodyPr>
          <a:lstStyle/>
          <a:p>
            <a:endParaRPr lang="en-US" sz="2400"/>
          </a:p>
        </p:txBody>
      </p:sp>
      <p:pic>
        <p:nvPicPr>
          <p:cNvPr id="13" name="Picture 12">
            <a:extLst>
              <a:ext uri="{FF2B5EF4-FFF2-40B4-BE49-F238E27FC236}">
                <a16:creationId xmlns:a16="http://schemas.microsoft.com/office/drawing/2014/main" id="{02E5A025-B9EC-4B3B-8A5A-78BE0B998494}"/>
              </a:ext>
            </a:extLst>
          </p:cNvPr>
          <p:cNvPicPr>
            <a:picLocks noChangeAspect="1"/>
          </p:cNvPicPr>
          <p:nvPr userDrawn="1"/>
        </p:nvPicPr>
        <p:blipFill>
          <a:blip r:embed="rId2"/>
          <a:stretch>
            <a:fillRect/>
          </a:stretch>
        </p:blipFill>
        <p:spPr>
          <a:xfrm>
            <a:off x="9311851" y="156465"/>
            <a:ext cx="2118996" cy="495873"/>
          </a:xfrm>
          <a:prstGeom prst="rect">
            <a:avLst/>
          </a:prstGeom>
        </p:spPr>
      </p:pic>
    </p:spTree>
    <p:extLst>
      <p:ext uri="{BB962C8B-B14F-4D97-AF65-F5344CB8AC3E}">
        <p14:creationId xmlns:p14="http://schemas.microsoft.com/office/powerpoint/2010/main" val="2107694186"/>
      </p:ext>
    </p:extLst>
  </p:cSld>
  <p:clrMapOvr>
    <a:masterClrMapping/>
  </p:clrMapOvr>
  <mc:AlternateContent xmlns:mc="http://schemas.openxmlformats.org/markup-compatibility/2006" xmlns:p14="http://schemas.microsoft.com/office/powerpoint/2010/main">
    <mc:Choice Requires="p14">
      <p:transition spd="slow" p14:dur="3500">
        <p14:window dir="vert"/>
      </p:transition>
    </mc:Choice>
    <mc:Fallback xmlns="">
      <p:transition spd="slow">
        <p:fade/>
      </p:transition>
    </mc:Fallback>
  </mc:AlternateContent>
  <p:extLst>
    <p:ext uri="{DCECCB84-F9BA-43D5-87BE-67443E8EF086}">
      <p15:sldGuideLst xmlns:p15="http://schemas.microsoft.com/office/powerpoint/2012/main">
        <p15:guide id="1" orient="horz" pos="2700">
          <p15:clr>
            <a:srgbClr val="FBAE40"/>
          </p15:clr>
        </p15:guide>
        <p15:guide id="2" pos="5384">
          <p15:clr>
            <a:srgbClr val="FBAE40"/>
          </p15:clr>
        </p15:guide>
        <p15:guide id="3" pos="374">
          <p15:clr>
            <a:srgbClr val="FBAE40"/>
          </p15:clr>
        </p15:guide>
        <p15:guide id="4" orient="horz" pos="306">
          <p15:clr>
            <a:srgbClr val="FBAE40"/>
          </p15:clr>
        </p15:guide>
        <p15:guide id="5" orient="horz" pos="972">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Slide with Footers">
    <p:spTree>
      <p:nvGrpSpPr>
        <p:cNvPr id="1" name=""/>
        <p:cNvGrpSpPr/>
        <p:nvPr/>
      </p:nvGrpSpPr>
      <p:grpSpPr>
        <a:xfrm>
          <a:off x="0" y="0"/>
          <a:ext cx="0" cy="0"/>
          <a:chOff x="0" y="0"/>
          <a:chExt cx="0" cy="0"/>
        </a:xfrm>
      </p:grpSpPr>
      <p:sp>
        <p:nvSpPr>
          <p:cNvPr id="23" name="TextBox 22"/>
          <p:cNvSpPr txBox="1"/>
          <p:nvPr userDrawn="1"/>
        </p:nvSpPr>
        <p:spPr>
          <a:xfrm>
            <a:off x="10585897" y="6297122"/>
            <a:ext cx="275991" cy="164212"/>
          </a:xfrm>
          <a:prstGeom prst="rect">
            <a:avLst/>
          </a:prstGeom>
          <a:noFill/>
        </p:spPr>
        <p:txBody>
          <a:bodyPr wrap="square" lIns="0" tIns="0" rIns="0" bIns="0" rtlCol="0">
            <a:spAutoFit/>
          </a:bodyPr>
          <a:lstStyle/>
          <a:p>
            <a:pPr algn="r"/>
            <a:fld id="{27692F5A-FC14-4E83-B4CC-18F6C2D780A4}" type="slidenum">
              <a:rPr lang="en-US" sz="1067" b="0" spc="40" baseline="0" smtClean="0">
                <a:solidFill>
                  <a:schemeClr val="accent4"/>
                </a:solidFill>
                <a:latin typeface="Lato" panose="020F0502020204030203" pitchFamily="34" charset="0"/>
              </a:rPr>
              <a:pPr algn="r"/>
              <a:t>‹#›</a:t>
            </a:fld>
            <a:endParaRPr lang="en-US" sz="1067" b="0" spc="40" baseline="0" dirty="0">
              <a:solidFill>
                <a:schemeClr val="accent4"/>
              </a:solidFill>
              <a:latin typeface="Lato" panose="020F0502020204030203" pitchFamily="34" charset="0"/>
            </a:endParaRPr>
          </a:p>
        </p:txBody>
      </p:sp>
      <p:sp>
        <p:nvSpPr>
          <p:cNvPr id="11" name="Freeform 5">
            <a:hlinkClick r:id="" action="ppaction://hlinkshowjump?jump=nextslide"/>
          </p:cNvPr>
          <p:cNvSpPr>
            <a:spLocks noEditPoints="1"/>
          </p:cNvSpPr>
          <p:nvPr userDrawn="1"/>
        </p:nvSpPr>
        <p:spPr bwMode="auto">
          <a:xfrm>
            <a:off x="11209905" y="6284422"/>
            <a:ext cx="188345" cy="188345"/>
          </a:xfrm>
          <a:custGeom>
            <a:avLst/>
            <a:gdLst>
              <a:gd name="T0" fmla="*/ 883 w 2350"/>
              <a:gd name="T1" fmla="*/ 679 h 2350"/>
              <a:gd name="T2" fmla="*/ 1338 w 2350"/>
              <a:gd name="T3" fmla="*/ 1175 h 2350"/>
              <a:gd name="T4" fmla="*/ 883 w 2350"/>
              <a:gd name="T5" fmla="*/ 1671 h 2350"/>
              <a:gd name="T6" fmla="*/ 883 w 2350"/>
              <a:gd name="T7" fmla="*/ 1813 h 2350"/>
              <a:gd name="T8" fmla="*/ 1023 w 2350"/>
              <a:gd name="T9" fmla="*/ 1813 h 2350"/>
              <a:gd name="T10" fmla="*/ 1579 w 2350"/>
              <a:gd name="T11" fmla="*/ 1246 h 2350"/>
              <a:gd name="T12" fmla="*/ 1579 w 2350"/>
              <a:gd name="T13" fmla="*/ 1104 h 2350"/>
              <a:gd name="T14" fmla="*/ 1023 w 2350"/>
              <a:gd name="T15" fmla="*/ 537 h 2350"/>
              <a:gd name="T16" fmla="*/ 883 w 2350"/>
              <a:gd name="T17" fmla="*/ 537 h 2350"/>
              <a:gd name="T18" fmla="*/ 883 w 2350"/>
              <a:gd name="T19" fmla="*/ 679 h 2350"/>
              <a:gd name="T20" fmla="*/ 0 w 2350"/>
              <a:gd name="T21" fmla="*/ 1175 h 2350"/>
              <a:gd name="T22" fmla="*/ 1175 w 2350"/>
              <a:gd name="T23" fmla="*/ 2350 h 2350"/>
              <a:gd name="T24" fmla="*/ 2350 w 2350"/>
              <a:gd name="T25" fmla="*/ 1175 h 2350"/>
              <a:gd name="T26" fmla="*/ 1175 w 2350"/>
              <a:gd name="T27" fmla="*/ 0 h 2350"/>
              <a:gd name="T28" fmla="*/ 0 w 2350"/>
              <a:gd name="T29" fmla="*/ 1175 h 2350"/>
              <a:gd name="T30" fmla="*/ 2198 w 2350"/>
              <a:gd name="T31" fmla="*/ 1175 h 2350"/>
              <a:gd name="T32" fmla="*/ 1175 w 2350"/>
              <a:gd name="T33" fmla="*/ 2198 h 2350"/>
              <a:gd name="T34" fmla="*/ 152 w 2350"/>
              <a:gd name="T35" fmla="*/ 1175 h 2350"/>
              <a:gd name="T36" fmla="*/ 1175 w 2350"/>
              <a:gd name="T37" fmla="*/ 152 h 2350"/>
              <a:gd name="T38" fmla="*/ 2198 w 2350"/>
              <a:gd name="T39" fmla="*/ 1175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350" h="2350">
                <a:moveTo>
                  <a:pt x="883" y="679"/>
                </a:moveTo>
                <a:cubicBezTo>
                  <a:pt x="1338" y="1175"/>
                  <a:pt x="1338" y="1175"/>
                  <a:pt x="1338" y="1175"/>
                </a:cubicBezTo>
                <a:cubicBezTo>
                  <a:pt x="883" y="1671"/>
                  <a:pt x="883" y="1671"/>
                  <a:pt x="883" y="1671"/>
                </a:cubicBezTo>
                <a:cubicBezTo>
                  <a:pt x="844" y="1710"/>
                  <a:pt x="844" y="1774"/>
                  <a:pt x="883" y="1813"/>
                </a:cubicBezTo>
                <a:cubicBezTo>
                  <a:pt x="922" y="1852"/>
                  <a:pt x="985" y="1852"/>
                  <a:pt x="1023" y="1813"/>
                </a:cubicBezTo>
                <a:cubicBezTo>
                  <a:pt x="1579" y="1246"/>
                  <a:pt x="1579" y="1246"/>
                  <a:pt x="1579" y="1246"/>
                </a:cubicBezTo>
                <a:cubicBezTo>
                  <a:pt x="1618" y="1207"/>
                  <a:pt x="1618" y="1143"/>
                  <a:pt x="1579" y="1104"/>
                </a:cubicBezTo>
                <a:cubicBezTo>
                  <a:pt x="1023" y="537"/>
                  <a:pt x="1023" y="537"/>
                  <a:pt x="1023" y="537"/>
                </a:cubicBezTo>
                <a:cubicBezTo>
                  <a:pt x="985" y="498"/>
                  <a:pt x="922" y="498"/>
                  <a:pt x="883" y="537"/>
                </a:cubicBezTo>
                <a:cubicBezTo>
                  <a:pt x="844" y="576"/>
                  <a:pt x="844" y="640"/>
                  <a:pt x="883" y="679"/>
                </a:cubicBezTo>
                <a:close/>
                <a:moveTo>
                  <a:pt x="0" y="1175"/>
                </a:moveTo>
                <a:cubicBezTo>
                  <a:pt x="0" y="1824"/>
                  <a:pt x="526" y="2350"/>
                  <a:pt x="1175" y="2350"/>
                </a:cubicBezTo>
                <a:cubicBezTo>
                  <a:pt x="1824" y="2350"/>
                  <a:pt x="2350" y="1824"/>
                  <a:pt x="2350" y="1175"/>
                </a:cubicBezTo>
                <a:cubicBezTo>
                  <a:pt x="2350" y="526"/>
                  <a:pt x="1824" y="0"/>
                  <a:pt x="1175" y="0"/>
                </a:cubicBezTo>
                <a:cubicBezTo>
                  <a:pt x="526" y="0"/>
                  <a:pt x="0" y="526"/>
                  <a:pt x="0" y="1175"/>
                </a:cubicBezTo>
                <a:close/>
                <a:moveTo>
                  <a:pt x="2198" y="1175"/>
                </a:moveTo>
                <a:cubicBezTo>
                  <a:pt x="2198" y="1740"/>
                  <a:pt x="1740" y="2198"/>
                  <a:pt x="1175" y="2198"/>
                </a:cubicBezTo>
                <a:cubicBezTo>
                  <a:pt x="610" y="2198"/>
                  <a:pt x="152" y="1740"/>
                  <a:pt x="152" y="1175"/>
                </a:cubicBezTo>
                <a:cubicBezTo>
                  <a:pt x="152" y="610"/>
                  <a:pt x="610" y="152"/>
                  <a:pt x="1175" y="152"/>
                </a:cubicBezTo>
                <a:cubicBezTo>
                  <a:pt x="1740" y="152"/>
                  <a:pt x="2198" y="610"/>
                  <a:pt x="2198" y="1175"/>
                </a:cubicBezTo>
                <a:close/>
              </a:path>
            </a:pathLst>
          </a:custGeom>
          <a:solidFill>
            <a:schemeClr val="accent5"/>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2" name="Freeform 5">
            <a:hlinkClick r:id="" action="ppaction://hlinkshowjump?jump=previousslide"/>
          </p:cNvPr>
          <p:cNvSpPr>
            <a:spLocks noEditPoints="1"/>
          </p:cNvSpPr>
          <p:nvPr userDrawn="1"/>
        </p:nvSpPr>
        <p:spPr bwMode="auto">
          <a:xfrm>
            <a:off x="10992130" y="6284422"/>
            <a:ext cx="188345" cy="188345"/>
          </a:xfrm>
          <a:custGeom>
            <a:avLst/>
            <a:gdLst>
              <a:gd name="T0" fmla="*/ 1467 w 2350"/>
              <a:gd name="T1" fmla="*/ 1671 h 2350"/>
              <a:gd name="T2" fmla="*/ 1012 w 2350"/>
              <a:gd name="T3" fmla="*/ 1175 h 2350"/>
              <a:gd name="T4" fmla="*/ 1467 w 2350"/>
              <a:gd name="T5" fmla="*/ 679 h 2350"/>
              <a:gd name="T6" fmla="*/ 1467 w 2350"/>
              <a:gd name="T7" fmla="*/ 537 h 2350"/>
              <a:gd name="T8" fmla="*/ 1327 w 2350"/>
              <a:gd name="T9" fmla="*/ 537 h 2350"/>
              <a:gd name="T10" fmla="*/ 771 w 2350"/>
              <a:gd name="T11" fmla="*/ 1104 h 2350"/>
              <a:gd name="T12" fmla="*/ 771 w 2350"/>
              <a:gd name="T13" fmla="*/ 1246 h 2350"/>
              <a:gd name="T14" fmla="*/ 1327 w 2350"/>
              <a:gd name="T15" fmla="*/ 1813 h 2350"/>
              <a:gd name="T16" fmla="*/ 1467 w 2350"/>
              <a:gd name="T17" fmla="*/ 1813 h 2350"/>
              <a:gd name="T18" fmla="*/ 1467 w 2350"/>
              <a:gd name="T19" fmla="*/ 1671 h 2350"/>
              <a:gd name="T20" fmla="*/ 2350 w 2350"/>
              <a:gd name="T21" fmla="*/ 1175 h 2350"/>
              <a:gd name="T22" fmla="*/ 1175 w 2350"/>
              <a:gd name="T23" fmla="*/ 0 h 2350"/>
              <a:gd name="T24" fmla="*/ 0 w 2350"/>
              <a:gd name="T25" fmla="*/ 1175 h 2350"/>
              <a:gd name="T26" fmla="*/ 1175 w 2350"/>
              <a:gd name="T27" fmla="*/ 2350 h 2350"/>
              <a:gd name="T28" fmla="*/ 2350 w 2350"/>
              <a:gd name="T29" fmla="*/ 1175 h 2350"/>
              <a:gd name="T30" fmla="*/ 152 w 2350"/>
              <a:gd name="T31" fmla="*/ 1175 h 2350"/>
              <a:gd name="T32" fmla="*/ 1175 w 2350"/>
              <a:gd name="T33" fmla="*/ 152 h 2350"/>
              <a:gd name="T34" fmla="*/ 2198 w 2350"/>
              <a:gd name="T35" fmla="*/ 1175 h 2350"/>
              <a:gd name="T36" fmla="*/ 1175 w 2350"/>
              <a:gd name="T37" fmla="*/ 2198 h 2350"/>
              <a:gd name="T38" fmla="*/ 152 w 2350"/>
              <a:gd name="T39" fmla="*/ 1175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350" h="2350">
                <a:moveTo>
                  <a:pt x="1467" y="1671"/>
                </a:moveTo>
                <a:cubicBezTo>
                  <a:pt x="1012" y="1175"/>
                  <a:pt x="1012" y="1175"/>
                  <a:pt x="1012" y="1175"/>
                </a:cubicBezTo>
                <a:cubicBezTo>
                  <a:pt x="1467" y="679"/>
                  <a:pt x="1467" y="679"/>
                  <a:pt x="1467" y="679"/>
                </a:cubicBezTo>
                <a:cubicBezTo>
                  <a:pt x="1506" y="640"/>
                  <a:pt x="1506" y="576"/>
                  <a:pt x="1467" y="537"/>
                </a:cubicBezTo>
                <a:cubicBezTo>
                  <a:pt x="1428" y="498"/>
                  <a:pt x="1365" y="498"/>
                  <a:pt x="1327" y="537"/>
                </a:cubicBezTo>
                <a:cubicBezTo>
                  <a:pt x="771" y="1104"/>
                  <a:pt x="771" y="1104"/>
                  <a:pt x="771" y="1104"/>
                </a:cubicBezTo>
                <a:cubicBezTo>
                  <a:pt x="732" y="1143"/>
                  <a:pt x="732" y="1207"/>
                  <a:pt x="771" y="1246"/>
                </a:cubicBezTo>
                <a:cubicBezTo>
                  <a:pt x="1327" y="1813"/>
                  <a:pt x="1327" y="1813"/>
                  <a:pt x="1327" y="1813"/>
                </a:cubicBezTo>
                <a:cubicBezTo>
                  <a:pt x="1365" y="1852"/>
                  <a:pt x="1428" y="1852"/>
                  <a:pt x="1467" y="1813"/>
                </a:cubicBezTo>
                <a:cubicBezTo>
                  <a:pt x="1506" y="1774"/>
                  <a:pt x="1506" y="1710"/>
                  <a:pt x="1467" y="1671"/>
                </a:cubicBezTo>
                <a:close/>
                <a:moveTo>
                  <a:pt x="2350" y="1175"/>
                </a:moveTo>
                <a:cubicBezTo>
                  <a:pt x="2350" y="526"/>
                  <a:pt x="1824" y="0"/>
                  <a:pt x="1175" y="0"/>
                </a:cubicBezTo>
                <a:cubicBezTo>
                  <a:pt x="526" y="0"/>
                  <a:pt x="0" y="526"/>
                  <a:pt x="0" y="1175"/>
                </a:cubicBezTo>
                <a:cubicBezTo>
                  <a:pt x="0" y="1824"/>
                  <a:pt x="526" y="2350"/>
                  <a:pt x="1175" y="2350"/>
                </a:cubicBezTo>
                <a:cubicBezTo>
                  <a:pt x="1824" y="2350"/>
                  <a:pt x="2350" y="1824"/>
                  <a:pt x="2350" y="1175"/>
                </a:cubicBezTo>
                <a:close/>
                <a:moveTo>
                  <a:pt x="152" y="1175"/>
                </a:moveTo>
                <a:cubicBezTo>
                  <a:pt x="152" y="610"/>
                  <a:pt x="610" y="152"/>
                  <a:pt x="1175" y="152"/>
                </a:cubicBezTo>
                <a:cubicBezTo>
                  <a:pt x="1740" y="152"/>
                  <a:pt x="2198" y="610"/>
                  <a:pt x="2198" y="1175"/>
                </a:cubicBezTo>
                <a:cubicBezTo>
                  <a:pt x="2198" y="1740"/>
                  <a:pt x="1740" y="2198"/>
                  <a:pt x="1175" y="2198"/>
                </a:cubicBezTo>
                <a:cubicBezTo>
                  <a:pt x="610" y="2198"/>
                  <a:pt x="152" y="1740"/>
                  <a:pt x="152" y="1175"/>
                </a:cubicBezTo>
                <a:close/>
              </a:path>
            </a:pathLst>
          </a:custGeom>
          <a:solidFill>
            <a:schemeClr val="accent5"/>
          </a:solidFill>
          <a:ln>
            <a:noFill/>
          </a:ln>
        </p:spPr>
        <p:txBody>
          <a:bodyPr vert="horz" wrap="square" lIns="121920" tIns="60960" rIns="121920" bIns="60960" numCol="1" anchor="t" anchorCtr="0" compatLnSpc="1">
            <a:prstTxWarp prst="textNoShape">
              <a:avLst/>
            </a:prstTxWarp>
          </a:bodyPr>
          <a:lstStyle/>
          <a:p>
            <a:endParaRPr lang="en-US" sz="2400"/>
          </a:p>
        </p:txBody>
      </p:sp>
    </p:spTree>
    <p:extLst>
      <p:ext uri="{BB962C8B-B14F-4D97-AF65-F5344CB8AC3E}">
        <p14:creationId xmlns:p14="http://schemas.microsoft.com/office/powerpoint/2010/main" val="3520153889"/>
      </p:ext>
    </p:extLst>
  </p:cSld>
  <p:clrMapOvr>
    <a:masterClrMapping/>
  </p:clrMapOvr>
  <mc:AlternateContent xmlns:mc="http://schemas.openxmlformats.org/markup-compatibility/2006" xmlns:p14="http://schemas.microsoft.com/office/powerpoint/2010/main">
    <mc:Choice Requires="p14">
      <p:transition spd="slow" p14:dur="3500">
        <p14:window dir="vert"/>
      </p:transition>
    </mc:Choice>
    <mc:Fallback xmlns="">
      <p:transition spd="slow">
        <p:fade/>
      </p:transition>
    </mc:Fallback>
  </mc:AlternateContent>
  <p:extLst>
    <p:ext uri="{DCECCB84-F9BA-43D5-87BE-67443E8EF086}">
      <p15:sldGuideLst xmlns:p15="http://schemas.microsoft.com/office/powerpoint/2012/main">
        <p15:guide id="1" orient="horz" pos="2700">
          <p15:clr>
            <a:srgbClr val="FBAE40"/>
          </p15:clr>
        </p15:guide>
        <p15:guide id="2" pos="5384">
          <p15:clr>
            <a:srgbClr val="FBAE40"/>
          </p15:clr>
        </p15:guide>
        <p15:guide id="3" pos="374">
          <p15:clr>
            <a:srgbClr val="FBAE40"/>
          </p15:clr>
        </p15:guide>
        <p15:guide id="4" orient="horz" pos="306">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0821015"/>
      </p:ext>
    </p:extLst>
  </p:cSld>
  <p:clrMapOvr>
    <a:masterClrMapping/>
  </p:clrMapOvr>
  <mc:AlternateContent xmlns:mc="http://schemas.openxmlformats.org/markup-compatibility/2006" xmlns:p14="http://schemas.microsoft.com/office/powerpoint/2010/main">
    <mc:Choice Requires="p14">
      <p:transition spd="slow" p14:dur="3500">
        <p14:window dir="vert"/>
      </p:transition>
    </mc:Choice>
    <mc:Fallback xmlns="">
      <p:transition spd="slow">
        <p:fade/>
      </p:transition>
    </mc:Fallback>
  </mc:AlternateContent>
  <p:extLst>
    <p:ext uri="{DCECCB84-F9BA-43D5-87BE-67443E8EF086}">
      <p15:sldGuideLst xmlns:p15="http://schemas.microsoft.com/office/powerpoint/2012/main">
        <p15:guide id="1" orient="horz" pos="2700">
          <p15:clr>
            <a:srgbClr val="FBAE40"/>
          </p15:clr>
        </p15:guide>
        <p15:guide id="2" pos="5384">
          <p15:clr>
            <a:srgbClr val="FBAE40"/>
          </p15:clr>
        </p15:guide>
        <p15:guide id="3" pos="374">
          <p15:clr>
            <a:srgbClr val="FBAE40"/>
          </p15:clr>
        </p15:guide>
        <p15:guide id="4" orient="horz" pos="30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Full Blank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2E5A025-B9EC-4B3B-8A5A-78BE0B998494}"/>
              </a:ext>
            </a:extLst>
          </p:cNvPr>
          <p:cNvPicPr>
            <a:picLocks noChangeAspect="1"/>
          </p:cNvPicPr>
          <p:nvPr userDrawn="1"/>
        </p:nvPicPr>
        <p:blipFill>
          <a:blip r:embed="rId2"/>
          <a:stretch>
            <a:fillRect/>
          </a:stretch>
        </p:blipFill>
        <p:spPr>
          <a:xfrm>
            <a:off x="9311851" y="156465"/>
            <a:ext cx="2118996" cy="495873"/>
          </a:xfrm>
          <a:prstGeom prst="rect">
            <a:avLst/>
          </a:prstGeom>
        </p:spPr>
      </p:pic>
    </p:spTree>
    <p:extLst>
      <p:ext uri="{BB962C8B-B14F-4D97-AF65-F5344CB8AC3E}">
        <p14:creationId xmlns:p14="http://schemas.microsoft.com/office/powerpoint/2010/main" val="3440460766"/>
      </p:ext>
    </p:extLst>
  </p:cSld>
  <p:clrMapOvr>
    <a:masterClrMapping/>
  </p:clrMapOvr>
  <mc:AlternateContent xmlns:mc="http://schemas.openxmlformats.org/markup-compatibility/2006" xmlns:p14="http://schemas.microsoft.com/office/powerpoint/2010/main">
    <mc:Choice Requires="p14">
      <p:transition spd="slow" p14:dur="3500">
        <p14:window dir="vert"/>
      </p:transition>
    </mc:Choice>
    <mc:Fallback xmlns="">
      <p:transition spd="slow">
        <p:fade/>
      </p:transition>
    </mc:Fallback>
  </mc:AlternateContent>
  <p:extLst>
    <p:ext uri="{DCECCB84-F9BA-43D5-87BE-67443E8EF086}">
      <p15:sldGuideLst xmlns:p15="http://schemas.microsoft.com/office/powerpoint/2012/main">
        <p15:guide id="1" orient="horz" pos="2700">
          <p15:clr>
            <a:srgbClr val="FBAE40"/>
          </p15:clr>
        </p15:guide>
        <p15:guide id="2" pos="5384">
          <p15:clr>
            <a:srgbClr val="FBAE40"/>
          </p15:clr>
        </p15:guide>
        <p15:guide id="3" pos="374">
          <p15:clr>
            <a:srgbClr val="FBAE40"/>
          </p15:clr>
        </p15:guide>
        <p15:guide id="4" orient="horz" pos="306">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lide with Mini Half Picture at Righ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778936" y="767788"/>
            <a:ext cx="10604499" cy="511013"/>
          </a:xfrm>
          <a:prstGeom prst="rect">
            <a:avLst/>
          </a:prstGeom>
        </p:spPr>
        <p:txBody>
          <a:bodyPr lIns="0" tIns="0" rIns="0" bIns="0"/>
          <a:lstStyle>
            <a:lvl1pPr marL="0" indent="0" algn="l">
              <a:lnSpc>
                <a:spcPct val="100000"/>
              </a:lnSpc>
              <a:spcBef>
                <a:spcPts val="0"/>
              </a:spcBef>
              <a:buNone/>
              <a:defRPr sz="2933" b="0" cap="all" spc="67" baseline="0">
                <a:solidFill>
                  <a:schemeClr val="accent1"/>
                </a:solidFill>
                <a:latin typeface="Lato Black" panose="020F0A02020204030203" pitchFamily="34" charset="0"/>
                <a:ea typeface="Roboto" panose="02000000000000000000" pitchFamily="2" charset="0"/>
                <a:cs typeface="Open Sans" panose="020B0606030504020204" pitchFamily="34" charset="0"/>
              </a:defRPr>
            </a:lvl1pPr>
          </a:lstStyle>
          <a:p>
            <a:pPr lvl="0"/>
            <a:r>
              <a:rPr lang="en-US" dirty="0"/>
              <a:t>Click to edit Master text styles</a:t>
            </a:r>
          </a:p>
        </p:txBody>
      </p:sp>
      <p:sp>
        <p:nvSpPr>
          <p:cNvPr id="3" name="Text Placeholder 9"/>
          <p:cNvSpPr>
            <a:spLocks noGrp="1"/>
          </p:cNvSpPr>
          <p:nvPr>
            <p:ph type="body" sz="quarter" idx="11"/>
          </p:nvPr>
        </p:nvSpPr>
        <p:spPr>
          <a:xfrm>
            <a:off x="791633" y="1278801"/>
            <a:ext cx="10604499" cy="188459"/>
          </a:xfrm>
          <a:prstGeom prst="rect">
            <a:avLst/>
          </a:prstGeom>
        </p:spPr>
        <p:txBody>
          <a:bodyPr lIns="0" tIns="0" rIns="0" bIns="0"/>
          <a:lstStyle>
            <a:lvl1pPr marL="0" indent="0" algn="l">
              <a:lnSpc>
                <a:spcPts val="1600"/>
              </a:lnSpc>
              <a:spcBef>
                <a:spcPts val="0"/>
              </a:spcBef>
              <a:buNone/>
              <a:defRPr sz="1200" b="0" cap="none" spc="0" baseline="0">
                <a:solidFill>
                  <a:schemeClr val="accent4"/>
                </a:solidFill>
                <a:latin typeface="Lato" panose="020F0502020204030203" pitchFamily="34" charset="0"/>
                <a:ea typeface="Roboto" panose="02000000000000000000" pitchFamily="2" charset="0"/>
                <a:cs typeface="Open Sans" panose="020B0606030504020204" pitchFamily="34" charset="0"/>
              </a:defRPr>
            </a:lvl1pPr>
          </a:lstStyle>
          <a:p>
            <a:pPr lvl="0"/>
            <a:r>
              <a:rPr lang="en-US" dirty="0"/>
              <a:t>Click to edit Master text styles</a:t>
            </a:r>
          </a:p>
        </p:txBody>
      </p:sp>
      <p:cxnSp>
        <p:nvCxnSpPr>
          <p:cNvPr id="5" name="Straight Connector 4"/>
          <p:cNvCxnSpPr/>
          <p:nvPr userDrawn="1"/>
        </p:nvCxnSpPr>
        <p:spPr>
          <a:xfrm>
            <a:off x="791633" y="656089"/>
            <a:ext cx="121920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Box 22"/>
          <p:cNvSpPr txBox="1"/>
          <p:nvPr userDrawn="1"/>
        </p:nvSpPr>
        <p:spPr>
          <a:xfrm>
            <a:off x="10585897" y="6297122"/>
            <a:ext cx="275991" cy="164212"/>
          </a:xfrm>
          <a:prstGeom prst="rect">
            <a:avLst/>
          </a:prstGeom>
          <a:noFill/>
        </p:spPr>
        <p:txBody>
          <a:bodyPr wrap="square" lIns="0" tIns="0" rIns="0" bIns="0" rtlCol="0">
            <a:spAutoFit/>
          </a:bodyPr>
          <a:lstStyle/>
          <a:p>
            <a:pPr algn="r"/>
            <a:fld id="{27692F5A-FC14-4E83-B4CC-18F6C2D780A4}" type="slidenum">
              <a:rPr lang="en-US" sz="1067" b="0" spc="40" baseline="0" smtClean="0">
                <a:solidFill>
                  <a:schemeClr val="accent4"/>
                </a:solidFill>
                <a:latin typeface="Lato" panose="020F0502020204030203" pitchFamily="34" charset="0"/>
              </a:rPr>
              <a:pPr algn="r"/>
              <a:t>‹#›</a:t>
            </a:fld>
            <a:endParaRPr lang="en-US" sz="1067" b="0" spc="40" baseline="0" dirty="0">
              <a:solidFill>
                <a:schemeClr val="accent4"/>
              </a:solidFill>
              <a:latin typeface="Lato" panose="020F0502020204030203" pitchFamily="34" charset="0"/>
            </a:endParaRPr>
          </a:p>
        </p:txBody>
      </p:sp>
      <p:sp>
        <p:nvSpPr>
          <p:cNvPr id="11" name="Freeform 5">
            <a:hlinkClick r:id="" action="ppaction://hlinkshowjump?jump=nextslide"/>
          </p:cNvPr>
          <p:cNvSpPr>
            <a:spLocks noEditPoints="1"/>
          </p:cNvSpPr>
          <p:nvPr userDrawn="1"/>
        </p:nvSpPr>
        <p:spPr bwMode="auto">
          <a:xfrm>
            <a:off x="11209905" y="6284422"/>
            <a:ext cx="188345" cy="188345"/>
          </a:xfrm>
          <a:custGeom>
            <a:avLst/>
            <a:gdLst>
              <a:gd name="T0" fmla="*/ 883 w 2350"/>
              <a:gd name="T1" fmla="*/ 679 h 2350"/>
              <a:gd name="T2" fmla="*/ 1338 w 2350"/>
              <a:gd name="T3" fmla="*/ 1175 h 2350"/>
              <a:gd name="T4" fmla="*/ 883 w 2350"/>
              <a:gd name="T5" fmla="*/ 1671 h 2350"/>
              <a:gd name="T6" fmla="*/ 883 w 2350"/>
              <a:gd name="T7" fmla="*/ 1813 h 2350"/>
              <a:gd name="T8" fmla="*/ 1023 w 2350"/>
              <a:gd name="T9" fmla="*/ 1813 h 2350"/>
              <a:gd name="T10" fmla="*/ 1579 w 2350"/>
              <a:gd name="T11" fmla="*/ 1246 h 2350"/>
              <a:gd name="T12" fmla="*/ 1579 w 2350"/>
              <a:gd name="T13" fmla="*/ 1104 h 2350"/>
              <a:gd name="T14" fmla="*/ 1023 w 2350"/>
              <a:gd name="T15" fmla="*/ 537 h 2350"/>
              <a:gd name="T16" fmla="*/ 883 w 2350"/>
              <a:gd name="T17" fmla="*/ 537 h 2350"/>
              <a:gd name="T18" fmla="*/ 883 w 2350"/>
              <a:gd name="T19" fmla="*/ 679 h 2350"/>
              <a:gd name="T20" fmla="*/ 0 w 2350"/>
              <a:gd name="T21" fmla="*/ 1175 h 2350"/>
              <a:gd name="T22" fmla="*/ 1175 w 2350"/>
              <a:gd name="T23" fmla="*/ 2350 h 2350"/>
              <a:gd name="T24" fmla="*/ 2350 w 2350"/>
              <a:gd name="T25" fmla="*/ 1175 h 2350"/>
              <a:gd name="T26" fmla="*/ 1175 w 2350"/>
              <a:gd name="T27" fmla="*/ 0 h 2350"/>
              <a:gd name="T28" fmla="*/ 0 w 2350"/>
              <a:gd name="T29" fmla="*/ 1175 h 2350"/>
              <a:gd name="T30" fmla="*/ 2198 w 2350"/>
              <a:gd name="T31" fmla="*/ 1175 h 2350"/>
              <a:gd name="T32" fmla="*/ 1175 w 2350"/>
              <a:gd name="T33" fmla="*/ 2198 h 2350"/>
              <a:gd name="T34" fmla="*/ 152 w 2350"/>
              <a:gd name="T35" fmla="*/ 1175 h 2350"/>
              <a:gd name="T36" fmla="*/ 1175 w 2350"/>
              <a:gd name="T37" fmla="*/ 152 h 2350"/>
              <a:gd name="T38" fmla="*/ 2198 w 2350"/>
              <a:gd name="T39" fmla="*/ 1175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350" h="2350">
                <a:moveTo>
                  <a:pt x="883" y="679"/>
                </a:moveTo>
                <a:cubicBezTo>
                  <a:pt x="1338" y="1175"/>
                  <a:pt x="1338" y="1175"/>
                  <a:pt x="1338" y="1175"/>
                </a:cubicBezTo>
                <a:cubicBezTo>
                  <a:pt x="883" y="1671"/>
                  <a:pt x="883" y="1671"/>
                  <a:pt x="883" y="1671"/>
                </a:cubicBezTo>
                <a:cubicBezTo>
                  <a:pt x="844" y="1710"/>
                  <a:pt x="844" y="1774"/>
                  <a:pt x="883" y="1813"/>
                </a:cubicBezTo>
                <a:cubicBezTo>
                  <a:pt x="922" y="1852"/>
                  <a:pt x="985" y="1852"/>
                  <a:pt x="1023" y="1813"/>
                </a:cubicBezTo>
                <a:cubicBezTo>
                  <a:pt x="1579" y="1246"/>
                  <a:pt x="1579" y="1246"/>
                  <a:pt x="1579" y="1246"/>
                </a:cubicBezTo>
                <a:cubicBezTo>
                  <a:pt x="1618" y="1207"/>
                  <a:pt x="1618" y="1143"/>
                  <a:pt x="1579" y="1104"/>
                </a:cubicBezTo>
                <a:cubicBezTo>
                  <a:pt x="1023" y="537"/>
                  <a:pt x="1023" y="537"/>
                  <a:pt x="1023" y="537"/>
                </a:cubicBezTo>
                <a:cubicBezTo>
                  <a:pt x="985" y="498"/>
                  <a:pt x="922" y="498"/>
                  <a:pt x="883" y="537"/>
                </a:cubicBezTo>
                <a:cubicBezTo>
                  <a:pt x="844" y="576"/>
                  <a:pt x="844" y="640"/>
                  <a:pt x="883" y="679"/>
                </a:cubicBezTo>
                <a:close/>
                <a:moveTo>
                  <a:pt x="0" y="1175"/>
                </a:moveTo>
                <a:cubicBezTo>
                  <a:pt x="0" y="1824"/>
                  <a:pt x="526" y="2350"/>
                  <a:pt x="1175" y="2350"/>
                </a:cubicBezTo>
                <a:cubicBezTo>
                  <a:pt x="1824" y="2350"/>
                  <a:pt x="2350" y="1824"/>
                  <a:pt x="2350" y="1175"/>
                </a:cubicBezTo>
                <a:cubicBezTo>
                  <a:pt x="2350" y="526"/>
                  <a:pt x="1824" y="0"/>
                  <a:pt x="1175" y="0"/>
                </a:cubicBezTo>
                <a:cubicBezTo>
                  <a:pt x="526" y="0"/>
                  <a:pt x="0" y="526"/>
                  <a:pt x="0" y="1175"/>
                </a:cubicBezTo>
                <a:close/>
                <a:moveTo>
                  <a:pt x="2198" y="1175"/>
                </a:moveTo>
                <a:cubicBezTo>
                  <a:pt x="2198" y="1740"/>
                  <a:pt x="1740" y="2198"/>
                  <a:pt x="1175" y="2198"/>
                </a:cubicBezTo>
                <a:cubicBezTo>
                  <a:pt x="610" y="2198"/>
                  <a:pt x="152" y="1740"/>
                  <a:pt x="152" y="1175"/>
                </a:cubicBezTo>
                <a:cubicBezTo>
                  <a:pt x="152" y="610"/>
                  <a:pt x="610" y="152"/>
                  <a:pt x="1175" y="152"/>
                </a:cubicBezTo>
                <a:cubicBezTo>
                  <a:pt x="1740" y="152"/>
                  <a:pt x="2198" y="610"/>
                  <a:pt x="2198" y="1175"/>
                </a:cubicBezTo>
                <a:close/>
              </a:path>
            </a:pathLst>
          </a:custGeom>
          <a:solidFill>
            <a:schemeClr val="accent5"/>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2" name="Freeform 5">
            <a:hlinkClick r:id="" action="ppaction://hlinkshowjump?jump=previousslide"/>
          </p:cNvPr>
          <p:cNvSpPr>
            <a:spLocks noEditPoints="1"/>
          </p:cNvSpPr>
          <p:nvPr userDrawn="1"/>
        </p:nvSpPr>
        <p:spPr bwMode="auto">
          <a:xfrm>
            <a:off x="10992130" y="6284422"/>
            <a:ext cx="188345" cy="188345"/>
          </a:xfrm>
          <a:custGeom>
            <a:avLst/>
            <a:gdLst>
              <a:gd name="T0" fmla="*/ 1467 w 2350"/>
              <a:gd name="T1" fmla="*/ 1671 h 2350"/>
              <a:gd name="T2" fmla="*/ 1012 w 2350"/>
              <a:gd name="T3" fmla="*/ 1175 h 2350"/>
              <a:gd name="T4" fmla="*/ 1467 w 2350"/>
              <a:gd name="T5" fmla="*/ 679 h 2350"/>
              <a:gd name="T6" fmla="*/ 1467 w 2350"/>
              <a:gd name="T7" fmla="*/ 537 h 2350"/>
              <a:gd name="T8" fmla="*/ 1327 w 2350"/>
              <a:gd name="T9" fmla="*/ 537 h 2350"/>
              <a:gd name="T10" fmla="*/ 771 w 2350"/>
              <a:gd name="T11" fmla="*/ 1104 h 2350"/>
              <a:gd name="T12" fmla="*/ 771 w 2350"/>
              <a:gd name="T13" fmla="*/ 1246 h 2350"/>
              <a:gd name="T14" fmla="*/ 1327 w 2350"/>
              <a:gd name="T15" fmla="*/ 1813 h 2350"/>
              <a:gd name="T16" fmla="*/ 1467 w 2350"/>
              <a:gd name="T17" fmla="*/ 1813 h 2350"/>
              <a:gd name="T18" fmla="*/ 1467 w 2350"/>
              <a:gd name="T19" fmla="*/ 1671 h 2350"/>
              <a:gd name="T20" fmla="*/ 2350 w 2350"/>
              <a:gd name="T21" fmla="*/ 1175 h 2350"/>
              <a:gd name="T22" fmla="*/ 1175 w 2350"/>
              <a:gd name="T23" fmla="*/ 0 h 2350"/>
              <a:gd name="T24" fmla="*/ 0 w 2350"/>
              <a:gd name="T25" fmla="*/ 1175 h 2350"/>
              <a:gd name="T26" fmla="*/ 1175 w 2350"/>
              <a:gd name="T27" fmla="*/ 2350 h 2350"/>
              <a:gd name="T28" fmla="*/ 2350 w 2350"/>
              <a:gd name="T29" fmla="*/ 1175 h 2350"/>
              <a:gd name="T30" fmla="*/ 152 w 2350"/>
              <a:gd name="T31" fmla="*/ 1175 h 2350"/>
              <a:gd name="T32" fmla="*/ 1175 w 2350"/>
              <a:gd name="T33" fmla="*/ 152 h 2350"/>
              <a:gd name="T34" fmla="*/ 2198 w 2350"/>
              <a:gd name="T35" fmla="*/ 1175 h 2350"/>
              <a:gd name="T36" fmla="*/ 1175 w 2350"/>
              <a:gd name="T37" fmla="*/ 2198 h 2350"/>
              <a:gd name="T38" fmla="*/ 152 w 2350"/>
              <a:gd name="T39" fmla="*/ 1175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350" h="2350">
                <a:moveTo>
                  <a:pt x="1467" y="1671"/>
                </a:moveTo>
                <a:cubicBezTo>
                  <a:pt x="1012" y="1175"/>
                  <a:pt x="1012" y="1175"/>
                  <a:pt x="1012" y="1175"/>
                </a:cubicBezTo>
                <a:cubicBezTo>
                  <a:pt x="1467" y="679"/>
                  <a:pt x="1467" y="679"/>
                  <a:pt x="1467" y="679"/>
                </a:cubicBezTo>
                <a:cubicBezTo>
                  <a:pt x="1506" y="640"/>
                  <a:pt x="1506" y="576"/>
                  <a:pt x="1467" y="537"/>
                </a:cubicBezTo>
                <a:cubicBezTo>
                  <a:pt x="1428" y="498"/>
                  <a:pt x="1365" y="498"/>
                  <a:pt x="1327" y="537"/>
                </a:cubicBezTo>
                <a:cubicBezTo>
                  <a:pt x="771" y="1104"/>
                  <a:pt x="771" y="1104"/>
                  <a:pt x="771" y="1104"/>
                </a:cubicBezTo>
                <a:cubicBezTo>
                  <a:pt x="732" y="1143"/>
                  <a:pt x="732" y="1207"/>
                  <a:pt x="771" y="1246"/>
                </a:cubicBezTo>
                <a:cubicBezTo>
                  <a:pt x="1327" y="1813"/>
                  <a:pt x="1327" y="1813"/>
                  <a:pt x="1327" y="1813"/>
                </a:cubicBezTo>
                <a:cubicBezTo>
                  <a:pt x="1365" y="1852"/>
                  <a:pt x="1428" y="1852"/>
                  <a:pt x="1467" y="1813"/>
                </a:cubicBezTo>
                <a:cubicBezTo>
                  <a:pt x="1506" y="1774"/>
                  <a:pt x="1506" y="1710"/>
                  <a:pt x="1467" y="1671"/>
                </a:cubicBezTo>
                <a:close/>
                <a:moveTo>
                  <a:pt x="2350" y="1175"/>
                </a:moveTo>
                <a:cubicBezTo>
                  <a:pt x="2350" y="526"/>
                  <a:pt x="1824" y="0"/>
                  <a:pt x="1175" y="0"/>
                </a:cubicBezTo>
                <a:cubicBezTo>
                  <a:pt x="526" y="0"/>
                  <a:pt x="0" y="526"/>
                  <a:pt x="0" y="1175"/>
                </a:cubicBezTo>
                <a:cubicBezTo>
                  <a:pt x="0" y="1824"/>
                  <a:pt x="526" y="2350"/>
                  <a:pt x="1175" y="2350"/>
                </a:cubicBezTo>
                <a:cubicBezTo>
                  <a:pt x="1824" y="2350"/>
                  <a:pt x="2350" y="1824"/>
                  <a:pt x="2350" y="1175"/>
                </a:cubicBezTo>
                <a:close/>
                <a:moveTo>
                  <a:pt x="152" y="1175"/>
                </a:moveTo>
                <a:cubicBezTo>
                  <a:pt x="152" y="610"/>
                  <a:pt x="610" y="152"/>
                  <a:pt x="1175" y="152"/>
                </a:cubicBezTo>
                <a:cubicBezTo>
                  <a:pt x="1740" y="152"/>
                  <a:pt x="2198" y="610"/>
                  <a:pt x="2198" y="1175"/>
                </a:cubicBezTo>
                <a:cubicBezTo>
                  <a:pt x="2198" y="1740"/>
                  <a:pt x="1740" y="2198"/>
                  <a:pt x="1175" y="2198"/>
                </a:cubicBezTo>
                <a:cubicBezTo>
                  <a:pt x="610" y="2198"/>
                  <a:pt x="152" y="1740"/>
                  <a:pt x="152" y="1175"/>
                </a:cubicBezTo>
                <a:close/>
              </a:path>
            </a:pathLst>
          </a:custGeom>
          <a:solidFill>
            <a:schemeClr val="accent5"/>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9" name="Picture Placeholder 2"/>
          <p:cNvSpPr>
            <a:spLocks noGrp="1"/>
          </p:cNvSpPr>
          <p:nvPr>
            <p:ph type="pic" sz="quarter" idx="13"/>
          </p:nvPr>
        </p:nvSpPr>
        <p:spPr>
          <a:xfrm>
            <a:off x="6301316" y="2057400"/>
            <a:ext cx="5094817" cy="3657600"/>
          </a:xfrm>
          <a:prstGeom prst="rect">
            <a:avLst/>
          </a:prstGeom>
        </p:spPr>
        <p:txBody>
          <a:bodyPr anchor="ctr" anchorCtr="0"/>
          <a:lstStyle>
            <a:lvl1pPr marL="0" indent="0" algn="ctr">
              <a:buFontTx/>
              <a:buNone/>
              <a:defRPr sz="1333">
                <a:solidFill>
                  <a:schemeClr val="accent5"/>
                </a:solidFill>
                <a:latin typeface="Lato" panose="020F0502020204030203" pitchFamily="34" charset="0"/>
              </a:defRPr>
            </a:lvl1pPr>
          </a:lstStyle>
          <a:p>
            <a:endParaRPr lang="en-US"/>
          </a:p>
        </p:txBody>
      </p:sp>
      <p:pic>
        <p:nvPicPr>
          <p:cNvPr id="13" name="Picture 12">
            <a:extLst>
              <a:ext uri="{FF2B5EF4-FFF2-40B4-BE49-F238E27FC236}">
                <a16:creationId xmlns:a16="http://schemas.microsoft.com/office/drawing/2014/main" id="{02E5A025-B9EC-4B3B-8A5A-78BE0B998494}"/>
              </a:ext>
            </a:extLst>
          </p:cNvPr>
          <p:cNvPicPr>
            <a:picLocks noChangeAspect="1"/>
          </p:cNvPicPr>
          <p:nvPr userDrawn="1"/>
        </p:nvPicPr>
        <p:blipFill>
          <a:blip r:embed="rId2"/>
          <a:stretch>
            <a:fillRect/>
          </a:stretch>
        </p:blipFill>
        <p:spPr>
          <a:xfrm>
            <a:off x="9311851" y="156465"/>
            <a:ext cx="2118996" cy="495873"/>
          </a:xfrm>
          <a:prstGeom prst="rect">
            <a:avLst/>
          </a:prstGeom>
        </p:spPr>
      </p:pic>
    </p:spTree>
    <p:extLst>
      <p:ext uri="{BB962C8B-B14F-4D97-AF65-F5344CB8AC3E}">
        <p14:creationId xmlns:p14="http://schemas.microsoft.com/office/powerpoint/2010/main" val="265408994"/>
      </p:ext>
    </p:extLst>
  </p:cSld>
  <p:clrMapOvr>
    <a:masterClrMapping/>
  </p:clrMapOvr>
  <mc:AlternateContent xmlns:mc="http://schemas.openxmlformats.org/markup-compatibility/2006" xmlns:p14="http://schemas.microsoft.com/office/powerpoint/2010/main">
    <mc:Choice Requires="p14">
      <p:transition spd="slow" p14:dur="3500">
        <p14:window dir="vert"/>
      </p:transition>
    </mc:Choice>
    <mc:Fallback xmlns="">
      <p:transition spd="slow">
        <p:fade/>
      </p:transition>
    </mc:Fallback>
  </mc:AlternateContent>
  <p:extLst>
    <p:ext uri="{DCECCB84-F9BA-43D5-87BE-67443E8EF086}">
      <p15:sldGuideLst xmlns:p15="http://schemas.microsoft.com/office/powerpoint/2012/main">
        <p15:guide id="1" orient="horz" pos="2700">
          <p15:clr>
            <a:srgbClr val="FBAE40"/>
          </p15:clr>
        </p15:guide>
        <p15:guide id="2" pos="5384">
          <p15:clr>
            <a:srgbClr val="FBAE40"/>
          </p15:clr>
        </p15:guide>
        <p15:guide id="3" pos="374">
          <p15:clr>
            <a:srgbClr val="FBAE40"/>
          </p15:clr>
        </p15:guide>
        <p15:guide id="4" orient="horz" pos="306">
          <p15:clr>
            <a:srgbClr val="FBAE40"/>
          </p15:clr>
        </p15:guide>
        <p15:guide id="5" orient="horz" pos="9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lide with Mini Half Picture at Left">
    <p:spTree>
      <p:nvGrpSpPr>
        <p:cNvPr id="1" name=""/>
        <p:cNvGrpSpPr/>
        <p:nvPr/>
      </p:nvGrpSpPr>
      <p:grpSpPr>
        <a:xfrm>
          <a:off x="0" y="0"/>
          <a:ext cx="0" cy="0"/>
          <a:chOff x="0" y="0"/>
          <a:chExt cx="0" cy="0"/>
        </a:xfrm>
      </p:grpSpPr>
      <p:sp>
        <p:nvSpPr>
          <p:cNvPr id="13" name="Rectangle 12"/>
          <p:cNvSpPr/>
          <p:nvPr userDrawn="1"/>
        </p:nvSpPr>
        <p:spPr>
          <a:xfrm>
            <a:off x="791634" y="2057400"/>
            <a:ext cx="10604500" cy="3657600"/>
          </a:xfrm>
          <a:prstGeom prst="rect">
            <a:avLst/>
          </a:prstGeom>
          <a:solidFill>
            <a:srgbClr val="CC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0" name="Text Placeholder 9"/>
          <p:cNvSpPr>
            <a:spLocks noGrp="1"/>
          </p:cNvSpPr>
          <p:nvPr>
            <p:ph type="body" sz="quarter" idx="10"/>
          </p:nvPr>
        </p:nvSpPr>
        <p:spPr>
          <a:xfrm>
            <a:off x="778936" y="767788"/>
            <a:ext cx="10604499" cy="511013"/>
          </a:xfrm>
          <a:prstGeom prst="rect">
            <a:avLst/>
          </a:prstGeom>
        </p:spPr>
        <p:txBody>
          <a:bodyPr lIns="0" tIns="0" rIns="0" bIns="0"/>
          <a:lstStyle>
            <a:lvl1pPr marL="0" indent="0" algn="l">
              <a:lnSpc>
                <a:spcPct val="100000"/>
              </a:lnSpc>
              <a:spcBef>
                <a:spcPts val="0"/>
              </a:spcBef>
              <a:buNone/>
              <a:defRPr sz="2933" b="0" cap="all" spc="67" baseline="0">
                <a:solidFill>
                  <a:schemeClr val="accent1"/>
                </a:solidFill>
                <a:latin typeface="Lato Black" panose="020F0A02020204030203" pitchFamily="34" charset="0"/>
                <a:ea typeface="Roboto" panose="02000000000000000000" pitchFamily="2" charset="0"/>
                <a:cs typeface="Open Sans" panose="020B0606030504020204" pitchFamily="34" charset="0"/>
              </a:defRPr>
            </a:lvl1pPr>
          </a:lstStyle>
          <a:p>
            <a:pPr lvl="0"/>
            <a:r>
              <a:rPr lang="en-US" dirty="0"/>
              <a:t>Click to edit Master text styles</a:t>
            </a:r>
          </a:p>
        </p:txBody>
      </p:sp>
      <p:sp>
        <p:nvSpPr>
          <p:cNvPr id="3" name="Text Placeholder 9"/>
          <p:cNvSpPr>
            <a:spLocks noGrp="1"/>
          </p:cNvSpPr>
          <p:nvPr>
            <p:ph type="body" sz="quarter" idx="11"/>
          </p:nvPr>
        </p:nvSpPr>
        <p:spPr>
          <a:xfrm>
            <a:off x="791633" y="1278801"/>
            <a:ext cx="10604499" cy="188459"/>
          </a:xfrm>
          <a:prstGeom prst="rect">
            <a:avLst/>
          </a:prstGeom>
        </p:spPr>
        <p:txBody>
          <a:bodyPr lIns="0" tIns="0" rIns="0" bIns="0"/>
          <a:lstStyle>
            <a:lvl1pPr marL="0" indent="0" algn="l">
              <a:lnSpc>
                <a:spcPts val="1600"/>
              </a:lnSpc>
              <a:spcBef>
                <a:spcPts val="0"/>
              </a:spcBef>
              <a:buNone/>
              <a:defRPr sz="1200" b="0" cap="none" spc="0" baseline="0">
                <a:solidFill>
                  <a:schemeClr val="accent4"/>
                </a:solidFill>
                <a:latin typeface="Lato" panose="020F0502020204030203" pitchFamily="34" charset="0"/>
                <a:ea typeface="Roboto" panose="02000000000000000000" pitchFamily="2" charset="0"/>
                <a:cs typeface="Open Sans" panose="020B0606030504020204" pitchFamily="34" charset="0"/>
              </a:defRPr>
            </a:lvl1pPr>
          </a:lstStyle>
          <a:p>
            <a:pPr lvl="0"/>
            <a:r>
              <a:rPr lang="en-US" dirty="0"/>
              <a:t>Click to edit Master text styles</a:t>
            </a:r>
          </a:p>
        </p:txBody>
      </p:sp>
      <p:cxnSp>
        <p:nvCxnSpPr>
          <p:cNvPr id="5" name="Straight Connector 4"/>
          <p:cNvCxnSpPr/>
          <p:nvPr userDrawn="1"/>
        </p:nvCxnSpPr>
        <p:spPr>
          <a:xfrm>
            <a:off x="791633" y="656089"/>
            <a:ext cx="121920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Box 22"/>
          <p:cNvSpPr txBox="1"/>
          <p:nvPr userDrawn="1"/>
        </p:nvSpPr>
        <p:spPr>
          <a:xfrm>
            <a:off x="10585897" y="6297122"/>
            <a:ext cx="275991" cy="164212"/>
          </a:xfrm>
          <a:prstGeom prst="rect">
            <a:avLst/>
          </a:prstGeom>
          <a:noFill/>
        </p:spPr>
        <p:txBody>
          <a:bodyPr wrap="square" lIns="0" tIns="0" rIns="0" bIns="0" rtlCol="0">
            <a:spAutoFit/>
          </a:bodyPr>
          <a:lstStyle/>
          <a:p>
            <a:pPr algn="r"/>
            <a:fld id="{27692F5A-FC14-4E83-B4CC-18F6C2D780A4}" type="slidenum">
              <a:rPr lang="en-US" sz="1067" b="0" spc="40" baseline="0" smtClean="0">
                <a:solidFill>
                  <a:schemeClr val="accent4"/>
                </a:solidFill>
                <a:latin typeface="Lato" panose="020F0502020204030203" pitchFamily="34" charset="0"/>
              </a:rPr>
              <a:pPr algn="r"/>
              <a:t>‹#›</a:t>
            </a:fld>
            <a:endParaRPr lang="en-US" sz="1067" b="0" spc="40" baseline="0" dirty="0">
              <a:solidFill>
                <a:schemeClr val="accent4"/>
              </a:solidFill>
              <a:latin typeface="Lato" panose="020F0502020204030203" pitchFamily="34" charset="0"/>
            </a:endParaRPr>
          </a:p>
        </p:txBody>
      </p:sp>
      <p:sp>
        <p:nvSpPr>
          <p:cNvPr id="11" name="Freeform 5">
            <a:hlinkClick r:id="" action="ppaction://hlinkshowjump?jump=nextslide"/>
          </p:cNvPr>
          <p:cNvSpPr>
            <a:spLocks noEditPoints="1"/>
          </p:cNvSpPr>
          <p:nvPr userDrawn="1"/>
        </p:nvSpPr>
        <p:spPr bwMode="auto">
          <a:xfrm>
            <a:off x="11209905" y="6284422"/>
            <a:ext cx="188345" cy="188345"/>
          </a:xfrm>
          <a:custGeom>
            <a:avLst/>
            <a:gdLst>
              <a:gd name="T0" fmla="*/ 883 w 2350"/>
              <a:gd name="T1" fmla="*/ 679 h 2350"/>
              <a:gd name="T2" fmla="*/ 1338 w 2350"/>
              <a:gd name="T3" fmla="*/ 1175 h 2350"/>
              <a:gd name="T4" fmla="*/ 883 w 2350"/>
              <a:gd name="T5" fmla="*/ 1671 h 2350"/>
              <a:gd name="T6" fmla="*/ 883 w 2350"/>
              <a:gd name="T7" fmla="*/ 1813 h 2350"/>
              <a:gd name="T8" fmla="*/ 1023 w 2350"/>
              <a:gd name="T9" fmla="*/ 1813 h 2350"/>
              <a:gd name="T10" fmla="*/ 1579 w 2350"/>
              <a:gd name="T11" fmla="*/ 1246 h 2350"/>
              <a:gd name="T12" fmla="*/ 1579 w 2350"/>
              <a:gd name="T13" fmla="*/ 1104 h 2350"/>
              <a:gd name="T14" fmla="*/ 1023 w 2350"/>
              <a:gd name="T15" fmla="*/ 537 h 2350"/>
              <a:gd name="T16" fmla="*/ 883 w 2350"/>
              <a:gd name="T17" fmla="*/ 537 h 2350"/>
              <a:gd name="T18" fmla="*/ 883 w 2350"/>
              <a:gd name="T19" fmla="*/ 679 h 2350"/>
              <a:gd name="T20" fmla="*/ 0 w 2350"/>
              <a:gd name="T21" fmla="*/ 1175 h 2350"/>
              <a:gd name="T22" fmla="*/ 1175 w 2350"/>
              <a:gd name="T23" fmla="*/ 2350 h 2350"/>
              <a:gd name="T24" fmla="*/ 2350 w 2350"/>
              <a:gd name="T25" fmla="*/ 1175 h 2350"/>
              <a:gd name="T26" fmla="*/ 1175 w 2350"/>
              <a:gd name="T27" fmla="*/ 0 h 2350"/>
              <a:gd name="T28" fmla="*/ 0 w 2350"/>
              <a:gd name="T29" fmla="*/ 1175 h 2350"/>
              <a:gd name="T30" fmla="*/ 2198 w 2350"/>
              <a:gd name="T31" fmla="*/ 1175 h 2350"/>
              <a:gd name="T32" fmla="*/ 1175 w 2350"/>
              <a:gd name="T33" fmla="*/ 2198 h 2350"/>
              <a:gd name="T34" fmla="*/ 152 w 2350"/>
              <a:gd name="T35" fmla="*/ 1175 h 2350"/>
              <a:gd name="T36" fmla="*/ 1175 w 2350"/>
              <a:gd name="T37" fmla="*/ 152 h 2350"/>
              <a:gd name="T38" fmla="*/ 2198 w 2350"/>
              <a:gd name="T39" fmla="*/ 1175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350" h="2350">
                <a:moveTo>
                  <a:pt x="883" y="679"/>
                </a:moveTo>
                <a:cubicBezTo>
                  <a:pt x="1338" y="1175"/>
                  <a:pt x="1338" y="1175"/>
                  <a:pt x="1338" y="1175"/>
                </a:cubicBezTo>
                <a:cubicBezTo>
                  <a:pt x="883" y="1671"/>
                  <a:pt x="883" y="1671"/>
                  <a:pt x="883" y="1671"/>
                </a:cubicBezTo>
                <a:cubicBezTo>
                  <a:pt x="844" y="1710"/>
                  <a:pt x="844" y="1774"/>
                  <a:pt x="883" y="1813"/>
                </a:cubicBezTo>
                <a:cubicBezTo>
                  <a:pt x="922" y="1852"/>
                  <a:pt x="985" y="1852"/>
                  <a:pt x="1023" y="1813"/>
                </a:cubicBezTo>
                <a:cubicBezTo>
                  <a:pt x="1579" y="1246"/>
                  <a:pt x="1579" y="1246"/>
                  <a:pt x="1579" y="1246"/>
                </a:cubicBezTo>
                <a:cubicBezTo>
                  <a:pt x="1618" y="1207"/>
                  <a:pt x="1618" y="1143"/>
                  <a:pt x="1579" y="1104"/>
                </a:cubicBezTo>
                <a:cubicBezTo>
                  <a:pt x="1023" y="537"/>
                  <a:pt x="1023" y="537"/>
                  <a:pt x="1023" y="537"/>
                </a:cubicBezTo>
                <a:cubicBezTo>
                  <a:pt x="985" y="498"/>
                  <a:pt x="922" y="498"/>
                  <a:pt x="883" y="537"/>
                </a:cubicBezTo>
                <a:cubicBezTo>
                  <a:pt x="844" y="576"/>
                  <a:pt x="844" y="640"/>
                  <a:pt x="883" y="679"/>
                </a:cubicBezTo>
                <a:close/>
                <a:moveTo>
                  <a:pt x="0" y="1175"/>
                </a:moveTo>
                <a:cubicBezTo>
                  <a:pt x="0" y="1824"/>
                  <a:pt x="526" y="2350"/>
                  <a:pt x="1175" y="2350"/>
                </a:cubicBezTo>
                <a:cubicBezTo>
                  <a:pt x="1824" y="2350"/>
                  <a:pt x="2350" y="1824"/>
                  <a:pt x="2350" y="1175"/>
                </a:cubicBezTo>
                <a:cubicBezTo>
                  <a:pt x="2350" y="526"/>
                  <a:pt x="1824" y="0"/>
                  <a:pt x="1175" y="0"/>
                </a:cubicBezTo>
                <a:cubicBezTo>
                  <a:pt x="526" y="0"/>
                  <a:pt x="0" y="526"/>
                  <a:pt x="0" y="1175"/>
                </a:cubicBezTo>
                <a:close/>
                <a:moveTo>
                  <a:pt x="2198" y="1175"/>
                </a:moveTo>
                <a:cubicBezTo>
                  <a:pt x="2198" y="1740"/>
                  <a:pt x="1740" y="2198"/>
                  <a:pt x="1175" y="2198"/>
                </a:cubicBezTo>
                <a:cubicBezTo>
                  <a:pt x="610" y="2198"/>
                  <a:pt x="152" y="1740"/>
                  <a:pt x="152" y="1175"/>
                </a:cubicBezTo>
                <a:cubicBezTo>
                  <a:pt x="152" y="610"/>
                  <a:pt x="610" y="152"/>
                  <a:pt x="1175" y="152"/>
                </a:cubicBezTo>
                <a:cubicBezTo>
                  <a:pt x="1740" y="152"/>
                  <a:pt x="2198" y="610"/>
                  <a:pt x="2198" y="1175"/>
                </a:cubicBezTo>
                <a:close/>
              </a:path>
            </a:pathLst>
          </a:custGeom>
          <a:solidFill>
            <a:schemeClr val="accent5"/>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2" name="Freeform 5">
            <a:hlinkClick r:id="" action="ppaction://hlinkshowjump?jump=previousslide"/>
          </p:cNvPr>
          <p:cNvSpPr>
            <a:spLocks noEditPoints="1"/>
          </p:cNvSpPr>
          <p:nvPr userDrawn="1"/>
        </p:nvSpPr>
        <p:spPr bwMode="auto">
          <a:xfrm>
            <a:off x="10992130" y="6284422"/>
            <a:ext cx="188345" cy="188345"/>
          </a:xfrm>
          <a:custGeom>
            <a:avLst/>
            <a:gdLst>
              <a:gd name="T0" fmla="*/ 1467 w 2350"/>
              <a:gd name="T1" fmla="*/ 1671 h 2350"/>
              <a:gd name="T2" fmla="*/ 1012 w 2350"/>
              <a:gd name="T3" fmla="*/ 1175 h 2350"/>
              <a:gd name="T4" fmla="*/ 1467 w 2350"/>
              <a:gd name="T5" fmla="*/ 679 h 2350"/>
              <a:gd name="T6" fmla="*/ 1467 w 2350"/>
              <a:gd name="T7" fmla="*/ 537 h 2350"/>
              <a:gd name="T8" fmla="*/ 1327 w 2350"/>
              <a:gd name="T9" fmla="*/ 537 h 2350"/>
              <a:gd name="T10" fmla="*/ 771 w 2350"/>
              <a:gd name="T11" fmla="*/ 1104 h 2350"/>
              <a:gd name="T12" fmla="*/ 771 w 2350"/>
              <a:gd name="T13" fmla="*/ 1246 h 2350"/>
              <a:gd name="T14" fmla="*/ 1327 w 2350"/>
              <a:gd name="T15" fmla="*/ 1813 h 2350"/>
              <a:gd name="T16" fmla="*/ 1467 w 2350"/>
              <a:gd name="T17" fmla="*/ 1813 h 2350"/>
              <a:gd name="T18" fmla="*/ 1467 w 2350"/>
              <a:gd name="T19" fmla="*/ 1671 h 2350"/>
              <a:gd name="T20" fmla="*/ 2350 w 2350"/>
              <a:gd name="T21" fmla="*/ 1175 h 2350"/>
              <a:gd name="T22" fmla="*/ 1175 w 2350"/>
              <a:gd name="T23" fmla="*/ 0 h 2350"/>
              <a:gd name="T24" fmla="*/ 0 w 2350"/>
              <a:gd name="T25" fmla="*/ 1175 h 2350"/>
              <a:gd name="T26" fmla="*/ 1175 w 2350"/>
              <a:gd name="T27" fmla="*/ 2350 h 2350"/>
              <a:gd name="T28" fmla="*/ 2350 w 2350"/>
              <a:gd name="T29" fmla="*/ 1175 h 2350"/>
              <a:gd name="T30" fmla="*/ 152 w 2350"/>
              <a:gd name="T31" fmla="*/ 1175 h 2350"/>
              <a:gd name="T32" fmla="*/ 1175 w 2350"/>
              <a:gd name="T33" fmla="*/ 152 h 2350"/>
              <a:gd name="T34" fmla="*/ 2198 w 2350"/>
              <a:gd name="T35" fmla="*/ 1175 h 2350"/>
              <a:gd name="T36" fmla="*/ 1175 w 2350"/>
              <a:gd name="T37" fmla="*/ 2198 h 2350"/>
              <a:gd name="T38" fmla="*/ 152 w 2350"/>
              <a:gd name="T39" fmla="*/ 1175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350" h="2350">
                <a:moveTo>
                  <a:pt x="1467" y="1671"/>
                </a:moveTo>
                <a:cubicBezTo>
                  <a:pt x="1012" y="1175"/>
                  <a:pt x="1012" y="1175"/>
                  <a:pt x="1012" y="1175"/>
                </a:cubicBezTo>
                <a:cubicBezTo>
                  <a:pt x="1467" y="679"/>
                  <a:pt x="1467" y="679"/>
                  <a:pt x="1467" y="679"/>
                </a:cubicBezTo>
                <a:cubicBezTo>
                  <a:pt x="1506" y="640"/>
                  <a:pt x="1506" y="576"/>
                  <a:pt x="1467" y="537"/>
                </a:cubicBezTo>
                <a:cubicBezTo>
                  <a:pt x="1428" y="498"/>
                  <a:pt x="1365" y="498"/>
                  <a:pt x="1327" y="537"/>
                </a:cubicBezTo>
                <a:cubicBezTo>
                  <a:pt x="771" y="1104"/>
                  <a:pt x="771" y="1104"/>
                  <a:pt x="771" y="1104"/>
                </a:cubicBezTo>
                <a:cubicBezTo>
                  <a:pt x="732" y="1143"/>
                  <a:pt x="732" y="1207"/>
                  <a:pt x="771" y="1246"/>
                </a:cubicBezTo>
                <a:cubicBezTo>
                  <a:pt x="1327" y="1813"/>
                  <a:pt x="1327" y="1813"/>
                  <a:pt x="1327" y="1813"/>
                </a:cubicBezTo>
                <a:cubicBezTo>
                  <a:pt x="1365" y="1852"/>
                  <a:pt x="1428" y="1852"/>
                  <a:pt x="1467" y="1813"/>
                </a:cubicBezTo>
                <a:cubicBezTo>
                  <a:pt x="1506" y="1774"/>
                  <a:pt x="1506" y="1710"/>
                  <a:pt x="1467" y="1671"/>
                </a:cubicBezTo>
                <a:close/>
                <a:moveTo>
                  <a:pt x="2350" y="1175"/>
                </a:moveTo>
                <a:cubicBezTo>
                  <a:pt x="2350" y="526"/>
                  <a:pt x="1824" y="0"/>
                  <a:pt x="1175" y="0"/>
                </a:cubicBezTo>
                <a:cubicBezTo>
                  <a:pt x="526" y="0"/>
                  <a:pt x="0" y="526"/>
                  <a:pt x="0" y="1175"/>
                </a:cubicBezTo>
                <a:cubicBezTo>
                  <a:pt x="0" y="1824"/>
                  <a:pt x="526" y="2350"/>
                  <a:pt x="1175" y="2350"/>
                </a:cubicBezTo>
                <a:cubicBezTo>
                  <a:pt x="1824" y="2350"/>
                  <a:pt x="2350" y="1824"/>
                  <a:pt x="2350" y="1175"/>
                </a:cubicBezTo>
                <a:close/>
                <a:moveTo>
                  <a:pt x="152" y="1175"/>
                </a:moveTo>
                <a:cubicBezTo>
                  <a:pt x="152" y="610"/>
                  <a:pt x="610" y="152"/>
                  <a:pt x="1175" y="152"/>
                </a:cubicBezTo>
                <a:cubicBezTo>
                  <a:pt x="1740" y="152"/>
                  <a:pt x="2198" y="610"/>
                  <a:pt x="2198" y="1175"/>
                </a:cubicBezTo>
                <a:cubicBezTo>
                  <a:pt x="2198" y="1740"/>
                  <a:pt x="1740" y="2198"/>
                  <a:pt x="1175" y="2198"/>
                </a:cubicBezTo>
                <a:cubicBezTo>
                  <a:pt x="610" y="2198"/>
                  <a:pt x="152" y="1740"/>
                  <a:pt x="152" y="1175"/>
                </a:cubicBezTo>
                <a:close/>
              </a:path>
            </a:pathLst>
          </a:custGeom>
          <a:solidFill>
            <a:schemeClr val="accent5"/>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9" name="Picture Placeholder 2"/>
          <p:cNvSpPr>
            <a:spLocks noGrp="1"/>
          </p:cNvSpPr>
          <p:nvPr>
            <p:ph type="pic" sz="quarter" idx="13"/>
          </p:nvPr>
        </p:nvSpPr>
        <p:spPr>
          <a:xfrm>
            <a:off x="791634" y="2057400"/>
            <a:ext cx="5094817" cy="3657600"/>
          </a:xfrm>
          <a:prstGeom prst="rect">
            <a:avLst/>
          </a:prstGeom>
          <a:solidFill>
            <a:srgbClr val="CCCCCC"/>
          </a:solidFill>
        </p:spPr>
        <p:txBody>
          <a:bodyPr anchor="ctr" anchorCtr="0"/>
          <a:lstStyle>
            <a:lvl1pPr marL="0" indent="0" algn="ctr">
              <a:buFontTx/>
              <a:buNone/>
              <a:defRPr sz="1333">
                <a:solidFill>
                  <a:schemeClr val="accent5"/>
                </a:solidFill>
                <a:latin typeface="Lato" panose="020F0502020204030203" pitchFamily="34" charset="0"/>
              </a:defRPr>
            </a:lvl1pPr>
          </a:lstStyle>
          <a:p>
            <a:endParaRPr lang="en-US"/>
          </a:p>
        </p:txBody>
      </p:sp>
      <p:pic>
        <p:nvPicPr>
          <p:cNvPr id="14" name="Picture 13">
            <a:extLst>
              <a:ext uri="{FF2B5EF4-FFF2-40B4-BE49-F238E27FC236}">
                <a16:creationId xmlns:a16="http://schemas.microsoft.com/office/drawing/2014/main" id="{02E5A025-B9EC-4B3B-8A5A-78BE0B998494}"/>
              </a:ext>
            </a:extLst>
          </p:cNvPr>
          <p:cNvPicPr>
            <a:picLocks noChangeAspect="1"/>
          </p:cNvPicPr>
          <p:nvPr userDrawn="1"/>
        </p:nvPicPr>
        <p:blipFill>
          <a:blip r:embed="rId2"/>
          <a:stretch>
            <a:fillRect/>
          </a:stretch>
        </p:blipFill>
        <p:spPr>
          <a:xfrm>
            <a:off x="9311851" y="156465"/>
            <a:ext cx="2118996" cy="495873"/>
          </a:xfrm>
          <a:prstGeom prst="rect">
            <a:avLst/>
          </a:prstGeom>
        </p:spPr>
      </p:pic>
    </p:spTree>
    <p:extLst>
      <p:ext uri="{BB962C8B-B14F-4D97-AF65-F5344CB8AC3E}">
        <p14:creationId xmlns:p14="http://schemas.microsoft.com/office/powerpoint/2010/main" val="3546757804"/>
      </p:ext>
    </p:extLst>
  </p:cSld>
  <p:clrMapOvr>
    <a:masterClrMapping/>
  </p:clrMapOvr>
  <mc:AlternateContent xmlns:mc="http://schemas.openxmlformats.org/markup-compatibility/2006" xmlns:p14="http://schemas.microsoft.com/office/powerpoint/2010/main">
    <mc:Choice Requires="p14">
      <p:transition spd="slow" p14:dur="3500">
        <p14:window dir="vert"/>
      </p:transition>
    </mc:Choice>
    <mc:Fallback xmlns="">
      <p:transition spd="slow">
        <p:fade/>
      </p:transition>
    </mc:Fallback>
  </mc:AlternateContent>
  <p:extLst>
    <p:ext uri="{DCECCB84-F9BA-43D5-87BE-67443E8EF086}">
      <p15:sldGuideLst xmlns:p15="http://schemas.microsoft.com/office/powerpoint/2012/main">
        <p15:guide id="1" orient="horz" pos="2700">
          <p15:clr>
            <a:srgbClr val="FBAE40"/>
          </p15:clr>
        </p15:guide>
        <p15:guide id="2" pos="5384">
          <p15:clr>
            <a:srgbClr val="FBAE40"/>
          </p15:clr>
        </p15:guide>
        <p15:guide id="3" pos="374">
          <p15:clr>
            <a:srgbClr val="FBAE40"/>
          </p15:clr>
        </p15:guide>
        <p15:guide id="4" orient="horz" pos="306">
          <p15:clr>
            <a:srgbClr val="FBAE40"/>
          </p15:clr>
        </p15:guide>
        <p15:guide id="5" orient="horz" pos="972">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Our Vision, Mission &amp; Values Slide">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778936" y="767788"/>
            <a:ext cx="10604499" cy="511013"/>
          </a:xfrm>
          <a:prstGeom prst="rect">
            <a:avLst/>
          </a:prstGeom>
        </p:spPr>
        <p:txBody>
          <a:bodyPr lIns="0" tIns="0" rIns="0" bIns="0"/>
          <a:lstStyle>
            <a:lvl1pPr marL="0" indent="0" algn="l">
              <a:lnSpc>
                <a:spcPct val="100000"/>
              </a:lnSpc>
              <a:spcBef>
                <a:spcPts val="0"/>
              </a:spcBef>
              <a:buNone/>
              <a:defRPr sz="2933" b="0" cap="all" spc="67" baseline="0">
                <a:solidFill>
                  <a:schemeClr val="accent1"/>
                </a:solidFill>
                <a:latin typeface="Lato Black" panose="020F0A02020204030203" pitchFamily="34" charset="0"/>
                <a:ea typeface="Roboto" panose="02000000000000000000" pitchFamily="2" charset="0"/>
                <a:cs typeface="Open Sans" panose="020B0606030504020204" pitchFamily="34" charset="0"/>
              </a:defRPr>
            </a:lvl1pPr>
          </a:lstStyle>
          <a:p>
            <a:pPr lvl="0"/>
            <a:r>
              <a:rPr lang="en-US" dirty="0"/>
              <a:t>Click to edit Master text styles</a:t>
            </a:r>
          </a:p>
        </p:txBody>
      </p:sp>
      <p:sp>
        <p:nvSpPr>
          <p:cNvPr id="3" name="Text Placeholder 9"/>
          <p:cNvSpPr>
            <a:spLocks noGrp="1"/>
          </p:cNvSpPr>
          <p:nvPr>
            <p:ph type="body" sz="quarter" idx="11"/>
          </p:nvPr>
        </p:nvSpPr>
        <p:spPr>
          <a:xfrm>
            <a:off x="791633" y="1278801"/>
            <a:ext cx="10604499" cy="188459"/>
          </a:xfrm>
          <a:prstGeom prst="rect">
            <a:avLst/>
          </a:prstGeom>
        </p:spPr>
        <p:txBody>
          <a:bodyPr lIns="0" tIns="0" rIns="0" bIns="0"/>
          <a:lstStyle>
            <a:lvl1pPr marL="0" indent="0" algn="l">
              <a:lnSpc>
                <a:spcPts val="1600"/>
              </a:lnSpc>
              <a:spcBef>
                <a:spcPts val="0"/>
              </a:spcBef>
              <a:buNone/>
              <a:defRPr sz="1200" b="0" cap="none" spc="0" baseline="0">
                <a:solidFill>
                  <a:schemeClr val="accent4"/>
                </a:solidFill>
                <a:latin typeface="Lato" panose="020F0502020204030203" pitchFamily="34" charset="0"/>
                <a:ea typeface="Roboto" panose="02000000000000000000" pitchFamily="2" charset="0"/>
                <a:cs typeface="Open Sans" panose="020B0606030504020204" pitchFamily="34" charset="0"/>
              </a:defRPr>
            </a:lvl1pPr>
          </a:lstStyle>
          <a:p>
            <a:pPr lvl="0"/>
            <a:r>
              <a:rPr lang="en-US" dirty="0"/>
              <a:t>Click to edit Master text styles</a:t>
            </a:r>
          </a:p>
        </p:txBody>
      </p:sp>
      <p:cxnSp>
        <p:nvCxnSpPr>
          <p:cNvPr id="5" name="Straight Connector 4"/>
          <p:cNvCxnSpPr/>
          <p:nvPr userDrawn="1"/>
        </p:nvCxnSpPr>
        <p:spPr>
          <a:xfrm>
            <a:off x="791633" y="656089"/>
            <a:ext cx="121920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Box 22"/>
          <p:cNvSpPr txBox="1"/>
          <p:nvPr userDrawn="1"/>
        </p:nvSpPr>
        <p:spPr>
          <a:xfrm>
            <a:off x="10585897" y="6297122"/>
            <a:ext cx="275991" cy="164212"/>
          </a:xfrm>
          <a:prstGeom prst="rect">
            <a:avLst/>
          </a:prstGeom>
          <a:noFill/>
        </p:spPr>
        <p:txBody>
          <a:bodyPr wrap="square" lIns="0" tIns="0" rIns="0" bIns="0" rtlCol="0">
            <a:spAutoFit/>
          </a:bodyPr>
          <a:lstStyle/>
          <a:p>
            <a:pPr algn="r"/>
            <a:fld id="{27692F5A-FC14-4E83-B4CC-18F6C2D780A4}" type="slidenum">
              <a:rPr lang="en-US" sz="1067" b="0" spc="40" baseline="0" smtClean="0">
                <a:solidFill>
                  <a:schemeClr val="accent4"/>
                </a:solidFill>
                <a:latin typeface="Lato" panose="020F0502020204030203" pitchFamily="34" charset="0"/>
              </a:rPr>
              <a:pPr algn="r"/>
              <a:t>‹#›</a:t>
            </a:fld>
            <a:endParaRPr lang="en-US" sz="1067" b="0" spc="40" baseline="0" dirty="0">
              <a:solidFill>
                <a:schemeClr val="accent4"/>
              </a:solidFill>
              <a:latin typeface="Lato" panose="020F0502020204030203" pitchFamily="34" charset="0"/>
            </a:endParaRPr>
          </a:p>
        </p:txBody>
      </p:sp>
      <p:sp>
        <p:nvSpPr>
          <p:cNvPr id="11" name="Freeform 5">
            <a:hlinkClick r:id="" action="ppaction://hlinkshowjump?jump=nextslide"/>
          </p:cNvPr>
          <p:cNvSpPr>
            <a:spLocks noEditPoints="1"/>
          </p:cNvSpPr>
          <p:nvPr userDrawn="1"/>
        </p:nvSpPr>
        <p:spPr bwMode="auto">
          <a:xfrm>
            <a:off x="11209905" y="6284422"/>
            <a:ext cx="188345" cy="188345"/>
          </a:xfrm>
          <a:custGeom>
            <a:avLst/>
            <a:gdLst>
              <a:gd name="T0" fmla="*/ 883 w 2350"/>
              <a:gd name="T1" fmla="*/ 679 h 2350"/>
              <a:gd name="T2" fmla="*/ 1338 w 2350"/>
              <a:gd name="T3" fmla="*/ 1175 h 2350"/>
              <a:gd name="T4" fmla="*/ 883 w 2350"/>
              <a:gd name="T5" fmla="*/ 1671 h 2350"/>
              <a:gd name="T6" fmla="*/ 883 w 2350"/>
              <a:gd name="T7" fmla="*/ 1813 h 2350"/>
              <a:gd name="T8" fmla="*/ 1023 w 2350"/>
              <a:gd name="T9" fmla="*/ 1813 h 2350"/>
              <a:gd name="T10" fmla="*/ 1579 w 2350"/>
              <a:gd name="T11" fmla="*/ 1246 h 2350"/>
              <a:gd name="T12" fmla="*/ 1579 w 2350"/>
              <a:gd name="T13" fmla="*/ 1104 h 2350"/>
              <a:gd name="T14" fmla="*/ 1023 w 2350"/>
              <a:gd name="T15" fmla="*/ 537 h 2350"/>
              <a:gd name="T16" fmla="*/ 883 w 2350"/>
              <a:gd name="T17" fmla="*/ 537 h 2350"/>
              <a:gd name="T18" fmla="*/ 883 w 2350"/>
              <a:gd name="T19" fmla="*/ 679 h 2350"/>
              <a:gd name="T20" fmla="*/ 0 w 2350"/>
              <a:gd name="T21" fmla="*/ 1175 h 2350"/>
              <a:gd name="T22" fmla="*/ 1175 w 2350"/>
              <a:gd name="T23" fmla="*/ 2350 h 2350"/>
              <a:gd name="T24" fmla="*/ 2350 w 2350"/>
              <a:gd name="T25" fmla="*/ 1175 h 2350"/>
              <a:gd name="T26" fmla="*/ 1175 w 2350"/>
              <a:gd name="T27" fmla="*/ 0 h 2350"/>
              <a:gd name="T28" fmla="*/ 0 w 2350"/>
              <a:gd name="T29" fmla="*/ 1175 h 2350"/>
              <a:gd name="T30" fmla="*/ 2198 w 2350"/>
              <a:gd name="T31" fmla="*/ 1175 h 2350"/>
              <a:gd name="T32" fmla="*/ 1175 w 2350"/>
              <a:gd name="T33" fmla="*/ 2198 h 2350"/>
              <a:gd name="T34" fmla="*/ 152 w 2350"/>
              <a:gd name="T35" fmla="*/ 1175 h 2350"/>
              <a:gd name="T36" fmla="*/ 1175 w 2350"/>
              <a:gd name="T37" fmla="*/ 152 h 2350"/>
              <a:gd name="T38" fmla="*/ 2198 w 2350"/>
              <a:gd name="T39" fmla="*/ 1175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350" h="2350">
                <a:moveTo>
                  <a:pt x="883" y="679"/>
                </a:moveTo>
                <a:cubicBezTo>
                  <a:pt x="1338" y="1175"/>
                  <a:pt x="1338" y="1175"/>
                  <a:pt x="1338" y="1175"/>
                </a:cubicBezTo>
                <a:cubicBezTo>
                  <a:pt x="883" y="1671"/>
                  <a:pt x="883" y="1671"/>
                  <a:pt x="883" y="1671"/>
                </a:cubicBezTo>
                <a:cubicBezTo>
                  <a:pt x="844" y="1710"/>
                  <a:pt x="844" y="1774"/>
                  <a:pt x="883" y="1813"/>
                </a:cubicBezTo>
                <a:cubicBezTo>
                  <a:pt x="922" y="1852"/>
                  <a:pt x="985" y="1852"/>
                  <a:pt x="1023" y="1813"/>
                </a:cubicBezTo>
                <a:cubicBezTo>
                  <a:pt x="1579" y="1246"/>
                  <a:pt x="1579" y="1246"/>
                  <a:pt x="1579" y="1246"/>
                </a:cubicBezTo>
                <a:cubicBezTo>
                  <a:pt x="1618" y="1207"/>
                  <a:pt x="1618" y="1143"/>
                  <a:pt x="1579" y="1104"/>
                </a:cubicBezTo>
                <a:cubicBezTo>
                  <a:pt x="1023" y="537"/>
                  <a:pt x="1023" y="537"/>
                  <a:pt x="1023" y="537"/>
                </a:cubicBezTo>
                <a:cubicBezTo>
                  <a:pt x="985" y="498"/>
                  <a:pt x="922" y="498"/>
                  <a:pt x="883" y="537"/>
                </a:cubicBezTo>
                <a:cubicBezTo>
                  <a:pt x="844" y="576"/>
                  <a:pt x="844" y="640"/>
                  <a:pt x="883" y="679"/>
                </a:cubicBezTo>
                <a:close/>
                <a:moveTo>
                  <a:pt x="0" y="1175"/>
                </a:moveTo>
                <a:cubicBezTo>
                  <a:pt x="0" y="1824"/>
                  <a:pt x="526" y="2350"/>
                  <a:pt x="1175" y="2350"/>
                </a:cubicBezTo>
                <a:cubicBezTo>
                  <a:pt x="1824" y="2350"/>
                  <a:pt x="2350" y="1824"/>
                  <a:pt x="2350" y="1175"/>
                </a:cubicBezTo>
                <a:cubicBezTo>
                  <a:pt x="2350" y="526"/>
                  <a:pt x="1824" y="0"/>
                  <a:pt x="1175" y="0"/>
                </a:cubicBezTo>
                <a:cubicBezTo>
                  <a:pt x="526" y="0"/>
                  <a:pt x="0" y="526"/>
                  <a:pt x="0" y="1175"/>
                </a:cubicBezTo>
                <a:close/>
                <a:moveTo>
                  <a:pt x="2198" y="1175"/>
                </a:moveTo>
                <a:cubicBezTo>
                  <a:pt x="2198" y="1740"/>
                  <a:pt x="1740" y="2198"/>
                  <a:pt x="1175" y="2198"/>
                </a:cubicBezTo>
                <a:cubicBezTo>
                  <a:pt x="610" y="2198"/>
                  <a:pt x="152" y="1740"/>
                  <a:pt x="152" y="1175"/>
                </a:cubicBezTo>
                <a:cubicBezTo>
                  <a:pt x="152" y="610"/>
                  <a:pt x="610" y="152"/>
                  <a:pt x="1175" y="152"/>
                </a:cubicBezTo>
                <a:cubicBezTo>
                  <a:pt x="1740" y="152"/>
                  <a:pt x="2198" y="610"/>
                  <a:pt x="2198" y="1175"/>
                </a:cubicBezTo>
                <a:close/>
              </a:path>
            </a:pathLst>
          </a:custGeom>
          <a:solidFill>
            <a:schemeClr val="accent5"/>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2" name="Freeform 5">
            <a:hlinkClick r:id="" action="ppaction://hlinkshowjump?jump=previousslide"/>
          </p:cNvPr>
          <p:cNvSpPr>
            <a:spLocks noEditPoints="1"/>
          </p:cNvSpPr>
          <p:nvPr userDrawn="1"/>
        </p:nvSpPr>
        <p:spPr bwMode="auto">
          <a:xfrm>
            <a:off x="10992130" y="6284422"/>
            <a:ext cx="188345" cy="188345"/>
          </a:xfrm>
          <a:custGeom>
            <a:avLst/>
            <a:gdLst>
              <a:gd name="T0" fmla="*/ 1467 w 2350"/>
              <a:gd name="T1" fmla="*/ 1671 h 2350"/>
              <a:gd name="T2" fmla="*/ 1012 w 2350"/>
              <a:gd name="T3" fmla="*/ 1175 h 2350"/>
              <a:gd name="T4" fmla="*/ 1467 w 2350"/>
              <a:gd name="T5" fmla="*/ 679 h 2350"/>
              <a:gd name="T6" fmla="*/ 1467 w 2350"/>
              <a:gd name="T7" fmla="*/ 537 h 2350"/>
              <a:gd name="T8" fmla="*/ 1327 w 2350"/>
              <a:gd name="T9" fmla="*/ 537 h 2350"/>
              <a:gd name="T10" fmla="*/ 771 w 2350"/>
              <a:gd name="T11" fmla="*/ 1104 h 2350"/>
              <a:gd name="T12" fmla="*/ 771 w 2350"/>
              <a:gd name="T13" fmla="*/ 1246 h 2350"/>
              <a:gd name="T14" fmla="*/ 1327 w 2350"/>
              <a:gd name="T15" fmla="*/ 1813 h 2350"/>
              <a:gd name="T16" fmla="*/ 1467 w 2350"/>
              <a:gd name="T17" fmla="*/ 1813 h 2350"/>
              <a:gd name="T18" fmla="*/ 1467 w 2350"/>
              <a:gd name="T19" fmla="*/ 1671 h 2350"/>
              <a:gd name="T20" fmla="*/ 2350 w 2350"/>
              <a:gd name="T21" fmla="*/ 1175 h 2350"/>
              <a:gd name="T22" fmla="*/ 1175 w 2350"/>
              <a:gd name="T23" fmla="*/ 0 h 2350"/>
              <a:gd name="T24" fmla="*/ 0 w 2350"/>
              <a:gd name="T25" fmla="*/ 1175 h 2350"/>
              <a:gd name="T26" fmla="*/ 1175 w 2350"/>
              <a:gd name="T27" fmla="*/ 2350 h 2350"/>
              <a:gd name="T28" fmla="*/ 2350 w 2350"/>
              <a:gd name="T29" fmla="*/ 1175 h 2350"/>
              <a:gd name="T30" fmla="*/ 152 w 2350"/>
              <a:gd name="T31" fmla="*/ 1175 h 2350"/>
              <a:gd name="T32" fmla="*/ 1175 w 2350"/>
              <a:gd name="T33" fmla="*/ 152 h 2350"/>
              <a:gd name="T34" fmla="*/ 2198 w 2350"/>
              <a:gd name="T35" fmla="*/ 1175 h 2350"/>
              <a:gd name="T36" fmla="*/ 1175 w 2350"/>
              <a:gd name="T37" fmla="*/ 2198 h 2350"/>
              <a:gd name="T38" fmla="*/ 152 w 2350"/>
              <a:gd name="T39" fmla="*/ 1175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350" h="2350">
                <a:moveTo>
                  <a:pt x="1467" y="1671"/>
                </a:moveTo>
                <a:cubicBezTo>
                  <a:pt x="1012" y="1175"/>
                  <a:pt x="1012" y="1175"/>
                  <a:pt x="1012" y="1175"/>
                </a:cubicBezTo>
                <a:cubicBezTo>
                  <a:pt x="1467" y="679"/>
                  <a:pt x="1467" y="679"/>
                  <a:pt x="1467" y="679"/>
                </a:cubicBezTo>
                <a:cubicBezTo>
                  <a:pt x="1506" y="640"/>
                  <a:pt x="1506" y="576"/>
                  <a:pt x="1467" y="537"/>
                </a:cubicBezTo>
                <a:cubicBezTo>
                  <a:pt x="1428" y="498"/>
                  <a:pt x="1365" y="498"/>
                  <a:pt x="1327" y="537"/>
                </a:cubicBezTo>
                <a:cubicBezTo>
                  <a:pt x="771" y="1104"/>
                  <a:pt x="771" y="1104"/>
                  <a:pt x="771" y="1104"/>
                </a:cubicBezTo>
                <a:cubicBezTo>
                  <a:pt x="732" y="1143"/>
                  <a:pt x="732" y="1207"/>
                  <a:pt x="771" y="1246"/>
                </a:cubicBezTo>
                <a:cubicBezTo>
                  <a:pt x="1327" y="1813"/>
                  <a:pt x="1327" y="1813"/>
                  <a:pt x="1327" y="1813"/>
                </a:cubicBezTo>
                <a:cubicBezTo>
                  <a:pt x="1365" y="1852"/>
                  <a:pt x="1428" y="1852"/>
                  <a:pt x="1467" y="1813"/>
                </a:cubicBezTo>
                <a:cubicBezTo>
                  <a:pt x="1506" y="1774"/>
                  <a:pt x="1506" y="1710"/>
                  <a:pt x="1467" y="1671"/>
                </a:cubicBezTo>
                <a:close/>
                <a:moveTo>
                  <a:pt x="2350" y="1175"/>
                </a:moveTo>
                <a:cubicBezTo>
                  <a:pt x="2350" y="526"/>
                  <a:pt x="1824" y="0"/>
                  <a:pt x="1175" y="0"/>
                </a:cubicBezTo>
                <a:cubicBezTo>
                  <a:pt x="526" y="0"/>
                  <a:pt x="0" y="526"/>
                  <a:pt x="0" y="1175"/>
                </a:cubicBezTo>
                <a:cubicBezTo>
                  <a:pt x="0" y="1824"/>
                  <a:pt x="526" y="2350"/>
                  <a:pt x="1175" y="2350"/>
                </a:cubicBezTo>
                <a:cubicBezTo>
                  <a:pt x="1824" y="2350"/>
                  <a:pt x="2350" y="1824"/>
                  <a:pt x="2350" y="1175"/>
                </a:cubicBezTo>
                <a:close/>
                <a:moveTo>
                  <a:pt x="152" y="1175"/>
                </a:moveTo>
                <a:cubicBezTo>
                  <a:pt x="152" y="610"/>
                  <a:pt x="610" y="152"/>
                  <a:pt x="1175" y="152"/>
                </a:cubicBezTo>
                <a:cubicBezTo>
                  <a:pt x="1740" y="152"/>
                  <a:pt x="2198" y="610"/>
                  <a:pt x="2198" y="1175"/>
                </a:cubicBezTo>
                <a:cubicBezTo>
                  <a:pt x="2198" y="1740"/>
                  <a:pt x="1740" y="2198"/>
                  <a:pt x="1175" y="2198"/>
                </a:cubicBezTo>
                <a:cubicBezTo>
                  <a:pt x="610" y="2198"/>
                  <a:pt x="152" y="1740"/>
                  <a:pt x="152" y="1175"/>
                </a:cubicBezTo>
                <a:close/>
              </a:path>
            </a:pathLst>
          </a:custGeom>
          <a:solidFill>
            <a:schemeClr val="accent5"/>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3" name="Picture Placeholder 7"/>
          <p:cNvSpPr>
            <a:spLocks noGrp="1"/>
          </p:cNvSpPr>
          <p:nvPr>
            <p:ph type="pic" sz="quarter" idx="12"/>
          </p:nvPr>
        </p:nvSpPr>
        <p:spPr>
          <a:xfrm>
            <a:off x="0" y="2057400"/>
            <a:ext cx="4203621" cy="3657600"/>
          </a:xfrm>
          <a:custGeom>
            <a:avLst/>
            <a:gdLst>
              <a:gd name="connsiteX0" fmla="*/ 0 w 9516533"/>
              <a:gd name="connsiteY0" fmla="*/ 0 h 8280400"/>
              <a:gd name="connsiteX1" fmla="*/ 5376333 w 9516533"/>
              <a:gd name="connsiteY1" fmla="*/ 0 h 8280400"/>
              <a:gd name="connsiteX2" fmla="*/ 9516533 w 9516533"/>
              <a:gd name="connsiteY2" fmla="*/ 4140200 h 8280400"/>
              <a:gd name="connsiteX3" fmla="*/ 5376333 w 9516533"/>
              <a:gd name="connsiteY3" fmla="*/ 8280400 h 8280400"/>
              <a:gd name="connsiteX4" fmla="*/ 0 w 9516533"/>
              <a:gd name="connsiteY4" fmla="*/ 8280400 h 8280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16533" h="8280400">
                <a:moveTo>
                  <a:pt x="0" y="0"/>
                </a:moveTo>
                <a:lnTo>
                  <a:pt x="5376333" y="0"/>
                </a:lnTo>
                <a:cubicBezTo>
                  <a:pt x="7662902" y="0"/>
                  <a:pt x="9516533" y="1853631"/>
                  <a:pt x="9516533" y="4140200"/>
                </a:cubicBezTo>
                <a:cubicBezTo>
                  <a:pt x="9516533" y="6426769"/>
                  <a:pt x="7662902" y="8280400"/>
                  <a:pt x="5376333" y="8280400"/>
                </a:cubicBezTo>
                <a:lnTo>
                  <a:pt x="0" y="8280400"/>
                </a:lnTo>
                <a:close/>
              </a:path>
            </a:pathLst>
          </a:custGeom>
        </p:spPr>
        <p:txBody>
          <a:bodyPr wrap="square" lIns="0" tIns="0" rIns="0" bIns="0" anchor="ctr" anchorCtr="0">
            <a:noAutofit/>
          </a:bodyPr>
          <a:lstStyle>
            <a:lvl1pPr marL="0" indent="0" algn="ctr">
              <a:buFontTx/>
              <a:buNone/>
              <a:defRPr sz="1333">
                <a:solidFill>
                  <a:schemeClr val="accent5"/>
                </a:solidFill>
                <a:latin typeface="Lato" panose="020F0502020204030203" pitchFamily="34" charset="0"/>
                <a:ea typeface="Open Sans Light" panose="020B0306030504020204" pitchFamily="34" charset="0"/>
                <a:cs typeface="Open Sans Light" panose="020B0306030504020204" pitchFamily="34" charset="0"/>
              </a:defRPr>
            </a:lvl1pPr>
          </a:lstStyle>
          <a:p>
            <a:endParaRPr lang="en-US"/>
          </a:p>
        </p:txBody>
      </p:sp>
      <p:pic>
        <p:nvPicPr>
          <p:cNvPr id="14" name="Picture 13">
            <a:extLst>
              <a:ext uri="{FF2B5EF4-FFF2-40B4-BE49-F238E27FC236}">
                <a16:creationId xmlns:a16="http://schemas.microsoft.com/office/drawing/2014/main" id="{02E5A025-B9EC-4B3B-8A5A-78BE0B998494}"/>
              </a:ext>
            </a:extLst>
          </p:cNvPr>
          <p:cNvPicPr>
            <a:picLocks noChangeAspect="1"/>
          </p:cNvPicPr>
          <p:nvPr userDrawn="1"/>
        </p:nvPicPr>
        <p:blipFill>
          <a:blip r:embed="rId2"/>
          <a:stretch>
            <a:fillRect/>
          </a:stretch>
        </p:blipFill>
        <p:spPr>
          <a:xfrm>
            <a:off x="9311851" y="156465"/>
            <a:ext cx="2118996" cy="495873"/>
          </a:xfrm>
          <a:prstGeom prst="rect">
            <a:avLst/>
          </a:prstGeom>
        </p:spPr>
      </p:pic>
    </p:spTree>
    <p:extLst>
      <p:ext uri="{BB962C8B-B14F-4D97-AF65-F5344CB8AC3E}">
        <p14:creationId xmlns:p14="http://schemas.microsoft.com/office/powerpoint/2010/main" val="1952721406"/>
      </p:ext>
    </p:extLst>
  </p:cSld>
  <p:clrMapOvr>
    <a:masterClrMapping/>
  </p:clrMapOvr>
  <mc:AlternateContent xmlns:mc="http://schemas.openxmlformats.org/markup-compatibility/2006" xmlns:p14="http://schemas.microsoft.com/office/powerpoint/2010/main">
    <mc:Choice Requires="p14">
      <p:transition spd="slow" p14:dur="3500">
        <p14:window dir="vert"/>
      </p:transition>
    </mc:Choice>
    <mc:Fallback xmlns="">
      <p:transition spd="slow">
        <p:fade/>
      </p:transition>
    </mc:Fallback>
  </mc:AlternateContent>
  <p:extLst>
    <p:ext uri="{DCECCB84-F9BA-43D5-87BE-67443E8EF086}">
      <p15:sldGuideLst xmlns:p15="http://schemas.microsoft.com/office/powerpoint/2012/main">
        <p15:guide id="1" orient="horz" pos="2700">
          <p15:clr>
            <a:srgbClr val="FBAE40"/>
          </p15:clr>
        </p15:guide>
        <p15:guide id="2" pos="5384">
          <p15:clr>
            <a:srgbClr val="FBAE40"/>
          </p15:clr>
        </p15:guide>
        <p15:guide id="3" pos="374">
          <p15:clr>
            <a:srgbClr val="FBAE40"/>
          </p15:clr>
        </p15:guide>
        <p15:guide id="4" orient="horz" pos="306">
          <p15:clr>
            <a:srgbClr val="FBAE40"/>
          </p15:clr>
        </p15:guide>
        <p15:guide id="5" orient="horz" pos="972">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lide with Half Picture at Left 01">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1" y="0"/>
            <a:ext cx="5314951" cy="6858000"/>
          </a:xfrm>
          <a:prstGeom prst="rect">
            <a:avLst/>
          </a:prstGeom>
        </p:spPr>
        <p:txBody>
          <a:bodyPr anchor="ctr" anchorCtr="0"/>
          <a:lstStyle>
            <a:lvl1pPr marL="0" indent="0" algn="ctr">
              <a:buFontTx/>
              <a:buNone/>
              <a:defRPr sz="1333">
                <a:solidFill>
                  <a:schemeClr val="accent5"/>
                </a:solidFill>
                <a:latin typeface="Lato" panose="020F0502020204030203" pitchFamily="34" charset="0"/>
              </a:defRPr>
            </a:lvl1pPr>
          </a:lstStyle>
          <a:p>
            <a:endParaRPr lang="en-US"/>
          </a:p>
        </p:txBody>
      </p:sp>
      <p:sp>
        <p:nvSpPr>
          <p:cNvPr id="23" name="TextBox 22"/>
          <p:cNvSpPr txBox="1"/>
          <p:nvPr userDrawn="1"/>
        </p:nvSpPr>
        <p:spPr>
          <a:xfrm>
            <a:off x="10585897" y="6297122"/>
            <a:ext cx="275991" cy="164212"/>
          </a:xfrm>
          <a:prstGeom prst="rect">
            <a:avLst/>
          </a:prstGeom>
          <a:noFill/>
        </p:spPr>
        <p:txBody>
          <a:bodyPr wrap="square" lIns="0" tIns="0" rIns="0" bIns="0" rtlCol="0">
            <a:spAutoFit/>
          </a:bodyPr>
          <a:lstStyle/>
          <a:p>
            <a:pPr algn="r"/>
            <a:fld id="{27692F5A-FC14-4E83-B4CC-18F6C2D780A4}" type="slidenum">
              <a:rPr lang="en-US" sz="1067" b="0" spc="40" baseline="0" smtClean="0">
                <a:solidFill>
                  <a:schemeClr val="accent4"/>
                </a:solidFill>
                <a:latin typeface="Lato" panose="020F0502020204030203" pitchFamily="34" charset="0"/>
              </a:rPr>
              <a:pPr algn="r"/>
              <a:t>‹#›</a:t>
            </a:fld>
            <a:endParaRPr lang="en-US" sz="1067" b="0" spc="40" baseline="0" dirty="0">
              <a:solidFill>
                <a:schemeClr val="accent4"/>
              </a:solidFill>
              <a:latin typeface="Lato" panose="020F0502020204030203" pitchFamily="34" charset="0"/>
            </a:endParaRPr>
          </a:p>
        </p:txBody>
      </p:sp>
      <p:sp>
        <p:nvSpPr>
          <p:cNvPr id="11" name="Freeform 5">
            <a:hlinkClick r:id="" action="ppaction://hlinkshowjump?jump=nextslide"/>
          </p:cNvPr>
          <p:cNvSpPr>
            <a:spLocks noEditPoints="1"/>
          </p:cNvSpPr>
          <p:nvPr userDrawn="1"/>
        </p:nvSpPr>
        <p:spPr bwMode="auto">
          <a:xfrm>
            <a:off x="11209905" y="6284422"/>
            <a:ext cx="188345" cy="188345"/>
          </a:xfrm>
          <a:custGeom>
            <a:avLst/>
            <a:gdLst>
              <a:gd name="T0" fmla="*/ 883 w 2350"/>
              <a:gd name="T1" fmla="*/ 679 h 2350"/>
              <a:gd name="T2" fmla="*/ 1338 w 2350"/>
              <a:gd name="T3" fmla="*/ 1175 h 2350"/>
              <a:gd name="T4" fmla="*/ 883 w 2350"/>
              <a:gd name="T5" fmla="*/ 1671 h 2350"/>
              <a:gd name="T6" fmla="*/ 883 w 2350"/>
              <a:gd name="T7" fmla="*/ 1813 h 2350"/>
              <a:gd name="T8" fmla="*/ 1023 w 2350"/>
              <a:gd name="T9" fmla="*/ 1813 h 2350"/>
              <a:gd name="T10" fmla="*/ 1579 w 2350"/>
              <a:gd name="T11" fmla="*/ 1246 h 2350"/>
              <a:gd name="T12" fmla="*/ 1579 w 2350"/>
              <a:gd name="T13" fmla="*/ 1104 h 2350"/>
              <a:gd name="T14" fmla="*/ 1023 w 2350"/>
              <a:gd name="T15" fmla="*/ 537 h 2350"/>
              <a:gd name="T16" fmla="*/ 883 w 2350"/>
              <a:gd name="T17" fmla="*/ 537 h 2350"/>
              <a:gd name="T18" fmla="*/ 883 w 2350"/>
              <a:gd name="T19" fmla="*/ 679 h 2350"/>
              <a:gd name="T20" fmla="*/ 0 w 2350"/>
              <a:gd name="T21" fmla="*/ 1175 h 2350"/>
              <a:gd name="T22" fmla="*/ 1175 w 2350"/>
              <a:gd name="T23" fmla="*/ 2350 h 2350"/>
              <a:gd name="T24" fmla="*/ 2350 w 2350"/>
              <a:gd name="T25" fmla="*/ 1175 h 2350"/>
              <a:gd name="T26" fmla="*/ 1175 w 2350"/>
              <a:gd name="T27" fmla="*/ 0 h 2350"/>
              <a:gd name="T28" fmla="*/ 0 w 2350"/>
              <a:gd name="T29" fmla="*/ 1175 h 2350"/>
              <a:gd name="T30" fmla="*/ 2198 w 2350"/>
              <a:gd name="T31" fmla="*/ 1175 h 2350"/>
              <a:gd name="T32" fmla="*/ 1175 w 2350"/>
              <a:gd name="T33" fmla="*/ 2198 h 2350"/>
              <a:gd name="T34" fmla="*/ 152 w 2350"/>
              <a:gd name="T35" fmla="*/ 1175 h 2350"/>
              <a:gd name="T36" fmla="*/ 1175 w 2350"/>
              <a:gd name="T37" fmla="*/ 152 h 2350"/>
              <a:gd name="T38" fmla="*/ 2198 w 2350"/>
              <a:gd name="T39" fmla="*/ 1175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350" h="2350">
                <a:moveTo>
                  <a:pt x="883" y="679"/>
                </a:moveTo>
                <a:cubicBezTo>
                  <a:pt x="1338" y="1175"/>
                  <a:pt x="1338" y="1175"/>
                  <a:pt x="1338" y="1175"/>
                </a:cubicBezTo>
                <a:cubicBezTo>
                  <a:pt x="883" y="1671"/>
                  <a:pt x="883" y="1671"/>
                  <a:pt x="883" y="1671"/>
                </a:cubicBezTo>
                <a:cubicBezTo>
                  <a:pt x="844" y="1710"/>
                  <a:pt x="844" y="1774"/>
                  <a:pt x="883" y="1813"/>
                </a:cubicBezTo>
                <a:cubicBezTo>
                  <a:pt x="922" y="1852"/>
                  <a:pt x="985" y="1852"/>
                  <a:pt x="1023" y="1813"/>
                </a:cubicBezTo>
                <a:cubicBezTo>
                  <a:pt x="1579" y="1246"/>
                  <a:pt x="1579" y="1246"/>
                  <a:pt x="1579" y="1246"/>
                </a:cubicBezTo>
                <a:cubicBezTo>
                  <a:pt x="1618" y="1207"/>
                  <a:pt x="1618" y="1143"/>
                  <a:pt x="1579" y="1104"/>
                </a:cubicBezTo>
                <a:cubicBezTo>
                  <a:pt x="1023" y="537"/>
                  <a:pt x="1023" y="537"/>
                  <a:pt x="1023" y="537"/>
                </a:cubicBezTo>
                <a:cubicBezTo>
                  <a:pt x="985" y="498"/>
                  <a:pt x="922" y="498"/>
                  <a:pt x="883" y="537"/>
                </a:cubicBezTo>
                <a:cubicBezTo>
                  <a:pt x="844" y="576"/>
                  <a:pt x="844" y="640"/>
                  <a:pt x="883" y="679"/>
                </a:cubicBezTo>
                <a:close/>
                <a:moveTo>
                  <a:pt x="0" y="1175"/>
                </a:moveTo>
                <a:cubicBezTo>
                  <a:pt x="0" y="1824"/>
                  <a:pt x="526" y="2350"/>
                  <a:pt x="1175" y="2350"/>
                </a:cubicBezTo>
                <a:cubicBezTo>
                  <a:pt x="1824" y="2350"/>
                  <a:pt x="2350" y="1824"/>
                  <a:pt x="2350" y="1175"/>
                </a:cubicBezTo>
                <a:cubicBezTo>
                  <a:pt x="2350" y="526"/>
                  <a:pt x="1824" y="0"/>
                  <a:pt x="1175" y="0"/>
                </a:cubicBezTo>
                <a:cubicBezTo>
                  <a:pt x="526" y="0"/>
                  <a:pt x="0" y="526"/>
                  <a:pt x="0" y="1175"/>
                </a:cubicBezTo>
                <a:close/>
                <a:moveTo>
                  <a:pt x="2198" y="1175"/>
                </a:moveTo>
                <a:cubicBezTo>
                  <a:pt x="2198" y="1740"/>
                  <a:pt x="1740" y="2198"/>
                  <a:pt x="1175" y="2198"/>
                </a:cubicBezTo>
                <a:cubicBezTo>
                  <a:pt x="610" y="2198"/>
                  <a:pt x="152" y="1740"/>
                  <a:pt x="152" y="1175"/>
                </a:cubicBezTo>
                <a:cubicBezTo>
                  <a:pt x="152" y="610"/>
                  <a:pt x="610" y="152"/>
                  <a:pt x="1175" y="152"/>
                </a:cubicBezTo>
                <a:cubicBezTo>
                  <a:pt x="1740" y="152"/>
                  <a:pt x="2198" y="610"/>
                  <a:pt x="2198" y="1175"/>
                </a:cubicBezTo>
                <a:close/>
              </a:path>
            </a:pathLst>
          </a:custGeom>
          <a:solidFill>
            <a:schemeClr val="accent5"/>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2" name="Freeform 5">
            <a:hlinkClick r:id="" action="ppaction://hlinkshowjump?jump=previousslide"/>
          </p:cNvPr>
          <p:cNvSpPr>
            <a:spLocks noEditPoints="1"/>
          </p:cNvSpPr>
          <p:nvPr userDrawn="1"/>
        </p:nvSpPr>
        <p:spPr bwMode="auto">
          <a:xfrm>
            <a:off x="10992130" y="6284422"/>
            <a:ext cx="188345" cy="188345"/>
          </a:xfrm>
          <a:custGeom>
            <a:avLst/>
            <a:gdLst>
              <a:gd name="T0" fmla="*/ 1467 w 2350"/>
              <a:gd name="T1" fmla="*/ 1671 h 2350"/>
              <a:gd name="T2" fmla="*/ 1012 w 2350"/>
              <a:gd name="T3" fmla="*/ 1175 h 2350"/>
              <a:gd name="T4" fmla="*/ 1467 w 2350"/>
              <a:gd name="T5" fmla="*/ 679 h 2350"/>
              <a:gd name="T6" fmla="*/ 1467 w 2350"/>
              <a:gd name="T7" fmla="*/ 537 h 2350"/>
              <a:gd name="T8" fmla="*/ 1327 w 2350"/>
              <a:gd name="T9" fmla="*/ 537 h 2350"/>
              <a:gd name="T10" fmla="*/ 771 w 2350"/>
              <a:gd name="T11" fmla="*/ 1104 h 2350"/>
              <a:gd name="T12" fmla="*/ 771 w 2350"/>
              <a:gd name="T13" fmla="*/ 1246 h 2350"/>
              <a:gd name="T14" fmla="*/ 1327 w 2350"/>
              <a:gd name="T15" fmla="*/ 1813 h 2350"/>
              <a:gd name="T16" fmla="*/ 1467 w 2350"/>
              <a:gd name="T17" fmla="*/ 1813 h 2350"/>
              <a:gd name="T18" fmla="*/ 1467 w 2350"/>
              <a:gd name="T19" fmla="*/ 1671 h 2350"/>
              <a:gd name="T20" fmla="*/ 2350 w 2350"/>
              <a:gd name="T21" fmla="*/ 1175 h 2350"/>
              <a:gd name="T22" fmla="*/ 1175 w 2350"/>
              <a:gd name="T23" fmla="*/ 0 h 2350"/>
              <a:gd name="T24" fmla="*/ 0 w 2350"/>
              <a:gd name="T25" fmla="*/ 1175 h 2350"/>
              <a:gd name="T26" fmla="*/ 1175 w 2350"/>
              <a:gd name="T27" fmla="*/ 2350 h 2350"/>
              <a:gd name="T28" fmla="*/ 2350 w 2350"/>
              <a:gd name="T29" fmla="*/ 1175 h 2350"/>
              <a:gd name="T30" fmla="*/ 152 w 2350"/>
              <a:gd name="T31" fmla="*/ 1175 h 2350"/>
              <a:gd name="T32" fmla="*/ 1175 w 2350"/>
              <a:gd name="T33" fmla="*/ 152 h 2350"/>
              <a:gd name="T34" fmla="*/ 2198 w 2350"/>
              <a:gd name="T35" fmla="*/ 1175 h 2350"/>
              <a:gd name="T36" fmla="*/ 1175 w 2350"/>
              <a:gd name="T37" fmla="*/ 2198 h 2350"/>
              <a:gd name="T38" fmla="*/ 152 w 2350"/>
              <a:gd name="T39" fmla="*/ 1175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350" h="2350">
                <a:moveTo>
                  <a:pt x="1467" y="1671"/>
                </a:moveTo>
                <a:cubicBezTo>
                  <a:pt x="1012" y="1175"/>
                  <a:pt x="1012" y="1175"/>
                  <a:pt x="1012" y="1175"/>
                </a:cubicBezTo>
                <a:cubicBezTo>
                  <a:pt x="1467" y="679"/>
                  <a:pt x="1467" y="679"/>
                  <a:pt x="1467" y="679"/>
                </a:cubicBezTo>
                <a:cubicBezTo>
                  <a:pt x="1506" y="640"/>
                  <a:pt x="1506" y="576"/>
                  <a:pt x="1467" y="537"/>
                </a:cubicBezTo>
                <a:cubicBezTo>
                  <a:pt x="1428" y="498"/>
                  <a:pt x="1365" y="498"/>
                  <a:pt x="1327" y="537"/>
                </a:cubicBezTo>
                <a:cubicBezTo>
                  <a:pt x="771" y="1104"/>
                  <a:pt x="771" y="1104"/>
                  <a:pt x="771" y="1104"/>
                </a:cubicBezTo>
                <a:cubicBezTo>
                  <a:pt x="732" y="1143"/>
                  <a:pt x="732" y="1207"/>
                  <a:pt x="771" y="1246"/>
                </a:cubicBezTo>
                <a:cubicBezTo>
                  <a:pt x="1327" y="1813"/>
                  <a:pt x="1327" y="1813"/>
                  <a:pt x="1327" y="1813"/>
                </a:cubicBezTo>
                <a:cubicBezTo>
                  <a:pt x="1365" y="1852"/>
                  <a:pt x="1428" y="1852"/>
                  <a:pt x="1467" y="1813"/>
                </a:cubicBezTo>
                <a:cubicBezTo>
                  <a:pt x="1506" y="1774"/>
                  <a:pt x="1506" y="1710"/>
                  <a:pt x="1467" y="1671"/>
                </a:cubicBezTo>
                <a:close/>
                <a:moveTo>
                  <a:pt x="2350" y="1175"/>
                </a:moveTo>
                <a:cubicBezTo>
                  <a:pt x="2350" y="526"/>
                  <a:pt x="1824" y="0"/>
                  <a:pt x="1175" y="0"/>
                </a:cubicBezTo>
                <a:cubicBezTo>
                  <a:pt x="526" y="0"/>
                  <a:pt x="0" y="526"/>
                  <a:pt x="0" y="1175"/>
                </a:cubicBezTo>
                <a:cubicBezTo>
                  <a:pt x="0" y="1824"/>
                  <a:pt x="526" y="2350"/>
                  <a:pt x="1175" y="2350"/>
                </a:cubicBezTo>
                <a:cubicBezTo>
                  <a:pt x="1824" y="2350"/>
                  <a:pt x="2350" y="1824"/>
                  <a:pt x="2350" y="1175"/>
                </a:cubicBezTo>
                <a:close/>
                <a:moveTo>
                  <a:pt x="152" y="1175"/>
                </a:moveTo>
                <a:cubicBezTo>
                  <a:pt x="152" y="610"/>
                  <a:pt x="610" y="152"/>
                  <a:pt x="1175" y="152"/>
                </a:cubicBezTo>
                <a:cubicBezTo>
                  <a:pt x="1740" y="152"/>
                  <a:pt x="2198" y="610"/>
                  <a:pt x="2198" y="1175"/>
                </a:cubicBezTo>
                <a:cubicBezTo>
                  <a:pt x="2198" y="1740"/>
                  <a:pt x="1740" y="2198"/>
                  <a:pt x="1175" y="2198"/>
                </a:cubicBezTo>
                <a:cubicBezTo>
                  <a:pt x="610" y="2198"/>
                  <a:pt x="152" y="1740"/>
                  <a:pt x="152" y="1175"/>
                </a:cubicBezTo>
                <a:close/>
              </a:path>
            </a:pathLst>
          </a:custGeom>
          <a:solidFill>
            <a:schemeClr val="accent5"/>
          </a:solidFill>
          <a:ln>
            <a:noFill/>
          </a:ln>
        </p:spPr>
        <p:txBody>
          <a:bodyPr vert="horz" wrap="square" lIns="121920" tIns="60960" rIns="121920" bIns="60960" numCol="1" anchor="t" anchorCtr="0" compatLnSpc="1">
            <a:prstTxWarp prst="textNoShape">
              <a:avLst/>
            </a:prstTxWarp>
          </a:bodyPr>
          <a:lstStyle/>
          <a:p>
            <a:endParaRPr lang="en-US" sz="2400"/>
          </a:p>
        </p:txBody>
      </p:sp>
    </p:spTree>
    <p:extLst>
      <p:ext uri="{BB962C8B-B14F-4D97-AF65-F5344CB8AC3E}">
        <p14:creationId xmlns:p14="http://schemas.microsoft.com/office/powerpoint/2010/main" val="1646042240"/>
      </p:ext>
    </p:extLst>
  </p:cSld>
  <p:clrMapOvr>
    <a:masterClrMapping/>
  </p:clrMapOvr>
  <mc:AlternateContent xmlns:mc="http://schemas.openxmlformats.org/markup-compatibility/2006" xmlns:p14="http://schemas.microsoft.com/office/powerpoint/2010/main">
    <mc:Choice Requires="p14">
      <p:transition spd="slow" p14:dur="3500">
        <p14:window dir="vert"/>
      </p:transition>
    </mc:Choice>
    <mc:Fallback xmlns="">
      <p:transition spd="slow">
        <p:fade/>
      </p:transition>
    </mc:Fallback>
  </mc:AlternateContent>
  <p:extLst>
    <p:ext uri="{DCECCB84-F9BA-43D5-87BE-67443E8EF086}">
      <p15:sldGuideLst xmlns:p15="http://schemas.microsoft.com/office/powerpoint/2012/main">
        <p15:guide id="1" orient="horz" pos="2700">
          <p15:clr>
            <a:srgbClr val="FBAE40"/>
          </p15:clr>
        </p15:guide>
        <p15:guide id="2" pos="5384">
          <p15:clr>
            <a:srgbClr val="FBAE40"/>
          </p15:clr>
        </p15:guide>
        <p15:guide id="3" pos="374">
          <p15:clr>
            <a:srgbClr val="FBAE40"/>
          </p15:clr>
        </p15:guide>
        <p15:guide id="4" orient="horz" pos="306">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lide with Half Picture at Left 02">
    <p:spTree>
      <p:nvGrpSpPr>
        <p:cNvPr id="1" name=""/>
        <p:cNvGrpSpPr/>
        <p:nvPr/>
      </p:nvGrpSpPr>
      <p:grpSpPr>
        <a:xfrm>
          <a:off x="0" y="0"/>
          <a:ext cx="0" cy="0"/>
          <a:chOff x="0" y="0"/>
          <a:chExt cx="0" cy="0"/>
        </a:xfrm>
      </p:grpSpPr>
      <p:sp>
        <p:nvSpPr>
          <p:cNvPr id="23" name="TextBox 22"/>
          <p:cNvSpPr txBox="1"/>
          <p:nvPr userDrawn="1"/>
        </p:nvSpPr>
        <p:spPr>
          <a:xfrm>
            <a:off x="10585897" y="6297122"/>
            <a:ext cx="275991" cy="164212"/>
          </a:xfrm>
          <a:prstGeom prst="rect">
            <a:avLst/>
          </a:prstGeom>
          <a:noFill/>
        </p:spPr>
        <p:txBody>
          <a:bodyPr wrap="square" lIns="0" tIns="0" rIns="0" bIns="0" rtlCol="0">
            <a:spAutoFit/>
          </a:bodyPr>
          <a:lstStyle/>
          <a:p>
            <a:pPr algn="r"/>
            <a:fld id="{27692F5A-FC14-4E83-B4CC-18F6C2D780A4}" type="slidenum">
              <a:rPr lang="en-US" sz="1067" b="0" spc="40" baseline="0" smtClean="0">
                <a:solidFill>
                  <a:schemeClr val="accent4"/>
                </a:solidFill>
                <a:latin typeface="Lato" panose="020F0502020204030203" pitchFamily="34" charset="0"/>
              </a:rPr>
              <a:pPr algn="r"/>
              <a:t>‹#›</a:t>
            </a:fld>
            <a:endParaRPr lang="en-US" sz="1067" b="0" spc="40" baseline="0" dirty="0">
              <a:solidFill>
                <a:schemeClr val="accent4"/>
              </a:solidFill>
              <a:latin typeface="Lato" panose="020F0502020204030203" pitchFamily="34" charset="0"/>
            </a:endParaRPr>
          </a:p>
        </p:txBody>
      </p:sp>
      <p:sp>
        <p:nvSpPr>
          <p:cNvPr id="11" name="Freeform 5">
            <a:hlinkClick r:id="" action="ppaction://hlinkshowjump?jump=nextslide"/>
          </p:cNvPr>
          <p:cNvSpPr>
            <a:spLocks noEditPoints="1"/>
          </p:cNvSpPr>
          <p:nvPr userDrawn="1"/>
        </p:nvSpPr>
        <p:spPr bwMode="auto">
          <a:xfrm>
            <a:off x="11209905" y="6284422"/>
            <a:ext cx="188345" cy="188345"/>
          </a:xfrm>
          <a:custGeom>
            <a:avLst/>
            <a:gdLst>
              <a:gd name="T0" fmla="*/ 883 w 2350"/>
              <a:gd name="T1" fmla="*/ 679 h 2350"/>
              <a:gd name="T2" fmla="*/ 1338 w 2350"/>
              <a:gd name="T3" fmla="*/ 1175 h 2350"/>
              <a:gd name="T4" fmla="*/ 883 w 2350"/>
              <a:gd name="T5" fmla="*/ 1671 h 2350"/>
              <a:gd name="T6" fmla="*/ 883 w 2350"/>
              <a:gd name="T7" fmla="*/ 1813 h 2350"/>
              <a:gd name="T8" fmla="*/ 1023 w 2350"/>
              <a:gd name="T9" fmla="*/ 1813 h 2350"/>
              <a:gd name="T10" fmla="*/ 1579 w 2350"/>
              <a:gd name="T11" fmla="*/ 1246 h 2350"/>
              <a:gd name="T12" fmla="*/ 1579 w 2350"/>
              <a:gd name="T13" fmla="*/ 1104 h 2350"/>
              <a:gd name="T14" fmla="*/ 1023 w 2350"/>
              <a:gd name="T15" fmla="*/ 537 h 2350"/>
              <a:gd name="T16" fmla="*/ 883 w 2350"/>
              <a:gd name="T17" fmla="*/ 537 h 2350"/>
              <a:gd name="T18" fmla="*/ 883 w 2350"/>
              <a:gd name="T19" fmla="*/ 679 h 2350"/>
              <a:gd name="T20" fmla="*/ 0 w 2350"/>
              <a:gd name="T21" fmla="*/ 1175 h 2350"/>
              <a:gd name="T22" fmla="*/ 1175 w 2350"/>
              <a:gd name="T23" fmla="*/ 2350 h 2350"/>
              <a:gd name="T24" fmla="*/ 2350 w 2350"/>
              <a:gd name="T25" fmla="*/ 1175 h 2350"/>
              <a:gd name="T26" fmla="*/ 1175 w 2350"/>
              <a:gd name="T27" fmla="*/ 0 h 2350"/>
              <a:gd name="T28" fmla="*/ 0 w 2350"/>
              <a:gd name="T29" fmla="*/ 1175 h 2350"/>
              <a:gd name="T30" fmla="*/ 2198 w 2350"/>
              <a:gd name="T31" fmla="*/ 1175 h 2350"/>
              <a:gd name="T32" fmla="*/ 1175 w 2350"/>
              <a:gd name="T33" fmla="*/ 2198 h 2350"/>
              <a:gd name="T34" fmla="*/ 152 w 2350"/>
              <a:gd name="T35" fmla="*/ 1175 h 2350"/>
              <a:gd name="T36" fmla="*/ 1175 w 2350"/>
              <a:gd name="T37" fmla="*/ 152 h 2350"/>
              <a:gd name="T38" fmla="*/ 2198 w 2350"/>
              <a:gd name="T39" fmla="*/ 1175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350" h="2350">
                <a:moveTo>
                  <a:pt x="883" y="679"/>
                </a:moveTo>
                <a:cubicBezTo>
                  <a:pt x="1338" y="1175"/>
                  <a:pt x="1338" y="1175"/>
                  <a:pt x="1338" y="1175"/>
                </a:cubicBezTo>
                <a:cubicBezTo>
                  <a:pt x="883" y="1671"/>
                  <a:pt x="883" y="1671"/>
                  <a:pt x="883" y="1671"/>
                </a:cubicBezTo>
                <a:cubicBezTo>
                  <a:pt x="844" y="1710"/>
                  <a:pt x="844" y="1774"/>
                  <a:pt x="883" y="1813"/>
                </a:cubicBezTo>
                <a:cubicBezTo>
                  <a:pt x="922" y="1852"/>
                  <a:pt x="985" y="1852"/>
                  <a:pt x="1023" y="1813"/>
                </a:cubicBezTo>
                <a:cubicBezTo>
                  <a:pt x="1579" y="1246"/>
                  <a:pt x="1579" y="1246"/>
                  <a:pt x="1579" y="1246"/>
                </a:cubicBezTo>
                <a:cubicBezTo>
                  <a:pt x="1618" y="1207"/>
                  <a:pt x="1618" y="1143"/>
                  <a:pt x="1579" y="1104"/>
                </a:cubicBezTo>
                <a:cubicBezTo>
                  <a:pt x="1023" y="537"/>
                  <a:pt x="1023" y="537"/>
                  <a:pt x="1023" y="537"/>
                </a:cubicBezTo>
                <a:cubicBezTo>
                  <a:pt x="985" y="498"/>
                  <a:pt x="922" y="498"/>
                  <a:pt x="883" y="537"/>
                </a:cubicBezTo>
                <a:cubicBezTo>
                  <a:pt x="844" y="576"/>
                  <a:pt x="844" y="640"/>
                  <a:pt x="883" y="679"/>
                </a:cubicBezTo>
                <a:close/>
                <a:moveTo>
                  <a:pt x="0" y="1175"/>
                </a:moveTo>
                <a:cubicBezTo>
                  <a:pt x="0" y="1824"/>
                  <a:pt x="526" y="2350"/>
                  <a:pt x="1175" y="2350"/>
                </a:cubicBezTo>
                <a:cubicBezTo>
                  <a:pt x="1824" y="2350"/>
                  <a:pt x="2350" y="1824"/>
                  <a:pt x="2350" y="1175"/>
                </a:cubicBezTo>
                <a:cubicBezTo>
                  <a:pt x="2350" y="526"/>
                  <a:pt x="1824" y="0"/>
                  <a:pt x="1175" y="0"/>
                </a:cubicBezTo>
                <a:cubicBezTo>
                  <a:pt x="526" y="0"/>
                  <a:pt x="0" y="526"/>
                  <a:pt x="0" y="1175"/>
                </a:cubicBezTo>
                <a:close/>
                <a:moveTo>
                  <a:pt x="2198" y="1175"/>
                </a:moveTo>
                <a:cubicBezTo>
                  <a:pt x="2198" y="1740"/>
                  <a:pt x="1740" y="2198"/>
                  <a:pt x="1175" y="2198"/>
                </a:cubicBezTo>
                <a:cubicBezTo>
                  <a:pt x="610" y="2198"/>
                  <a:pt x="152" y="1740"/>
                  <a:pt x="152" y="1175"/>
                </a:cubicBezTo>
                <a:cubicBezTo>
                  <a:pt x="152" y="610"/>
                  <a:pt x="610" y="152"/>
                  <a:pt x="1175" y="152"/>
                </a:cubicBezTo>
                <a:cubicBezTo>
                  <a:pt x="1740" y="152"/>
                  <a:pt x="2198" y="610"/>
                  <a:pt x="2198" y="1175"/>
                </a:cubicBezTo>
                <a:close/>
              </a:path>
            </a:pathLst>
          </a:custGeom>
          <a:solidFill>
            <a:schemeClr val="accent5"/>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2" name="Freeform 5">
            <a:hlinkClick r:id="" action="ppaction://hlinkshowjump?jump=previousslide"/>
          </p:cNvPr>
          <p:cNvSpPr>
            <a:spLocks noEditPoints="1"/>
          </p:cNvSpPr>
          <p:nvPr userDrawn="1"/>
        </p:nvSpPr>
        <p:spPr bwMode="auto">
          <a:xfrm>
            <a:off x="10992130" y="6284422"/>
            <a:ext cx="188345" cy="188345"/>
          </a:xfrm>
          <a:custGeom>
            <a:avLst/>
            <a:gdLst>
              <a:gd name="T0" fmla="*/ 1467 w 2350"/>
              <a:gd name="T1" fmla="*/ 1671 h 2350"/>
              <a:gd name="T2" fmla="*/ 1012 w 2350"/>
              <a:gd name="T3" fmla="*/ 1175 h 2350"/>
              <a:gd name="T4" fmla="*/ 1467 w 2350"/>
              <a:gd name="T5" fmla="*/ 679 h 2350"/>
              <a:gd name="T6" fmla="*/ 1467 w 2350"/>
              <a:gd name="T7" fmla="*/ 537 h 2350"/>
              <a:gd name="T8" fmla="*/ 1327 w 2350"/>
              <a:gd name="T9" fmla="*/ 537 h 2350"/>
              <a:gd name="T10" fmla="*/ 771 w 2350"/>
              <a:gd name="T11" fmla="*/ 1104 h 2350"/>
              <a:gd name="T12" fmla="*/ 771 w 2350"/>
              <a:gd name="T13" fmla="*/ 1246 h 2350"/>
              <a:gd name="T14" fmla="*/ 1327 w 2350"/>
              <a:gd name="T15" fmla="*/ 1813 h 2350"/>
              <a:gd name="T16" fmla="*/ 1467 w 2350"/>
              <a:gd name="T17" fmla="*/ 1813 h 2350"/>
              <a:gd name="T18" fmla="*/ 1467 w 2350"/>
              <a:gd name="T19" fmla="*/ 1671 h 2350"/>
              <a:gd name="T20" fmla="*/ 2350 w 2350"/>
              <a:gd name="T21" fmla="*/ 1175 h 2350"/>
              <a:gd name="T22" fmla="*/ 1175 w 2350"/>
              <a:gd name="T23" fmla="*/ 0 h 2350"/>
              <a:gd name="T24" fmla="*/ 0 w 2350"/>
              <a:gd name="T25" fmla="*/ 1175 h 2350"/>
              <a:gd name="T26" fmla="*/ 1175 w 2350"/>
              <a:gd name="T27" fmla="*/ 2350 h 2350"/>
              <a:gd name="T28" fmla="*/ 2350 w 2350"/>
              <a:gd name="T29" fmla="*/ 1175 h 2350"/>
              <a:gd name="T30" fmla="*/ 152 w 2350"/>
              <a:gd name="T31" fmla="*/ 1175 h 2350"/>
              <a:gd name="T32" fmla="*/ 1175 w 2350"/>
              <a:gd name="T33" fmla="*/ 152 h 2350"/>
              <a:gd name="T34" fmla="*/ 2198 w 2350"/>
              <a:gd name="T35" fmla="*/ 1175 h 2350"/>
              <a:gd name="T36" fmla="*/ 1175 w 2350"/>
              <a:gd name="T37" fmla="*/ 2198 h 2350"/>
              <a:gd name="T38" fmla="*/ 152 w 2350"/>
              <a:gd name="T39" fmla="*/ 1175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350" h="2350">
                <a:moveTo>
                  <a:pt x="1467" y="1671"/>
                </a:moveTo>
                <a:cubicBezTo>
                  <a:pt x="1012" y="1175"/>
                  <a:pt x="1012" y="1175"/>
                  <a:pt x="1012" y="1175"/>
                </a:cubicBezTo>
                <a:cubicBezTo>
                  <a:pt x="1467" y="679"/>
                  <a:pt x="1467" y="679"/>
                  <a:pt x="1467" y="679"/>
                </a:cubicBezTo>
                <a:cubicBezTo>
                  <a:pt x="1506" y="640"/>
                  <a:pt x="1506" y="576"/>
                  <a:pt x="1467" y="537"/>
                </a:cubicBezTo>
                <a:cubicBezTo>
                  <a:pt x="1428" y="498"/>
                  <a:pt x="1365" y="498"/>
                  <a:pt x="1327" y="537"/>
                </a:cubicBezTo>
                <a:cubicBezTo>
                  <a:pt x="771" y="1104"/>
                  <a:pt x="771" y="1104"/>
                  <a:pt x="771" y="1104"/>
                </a:cubicBezTo>
                <a:cubicBezTo>
                  <a:pt x="732" y="1143"/>
                  <a:pt x="732" y="1207"/>
                  <a:pt x="771" y="1246"/>
                </a:cubicBezTo>
                <a:cubicBezTo>
                  <a:pt x="1327" y="1813"/>
                  <a:pt x="1327" y="1813"/>
                  <a:pt x="1327" y="1813"/>
                </a:cubicBezTo>
                <a:cubicBezTo>
                  <a:pt x="1365" y="1852"/>
                  <a:pt x="1428" y="1852"/>
                  <a:pt x="1467" y="1813"/>
                </a:cubicBezTo>
                <a:cubicBezTo>
                  <a:pt x="1506" y="1774"/>
                  <a:pt x="1506" y="1710"/>
                  <a:pt x="1467" y="1671"/>
                </a:cubicBezTo>
                <a:close/>
                <a:moveTo>
                  <a:pt x="2350" y="1175"/>
                </a:moveTo>
                <a:cubicBezTo>
                  <a:pt x="2350" y="526"/>
                  <a:pt x="1824" y="0"/>
                  <a:pt x="1175" y="0"/>
                </a:cubicBezTo>
                <a:cubicBezTo>
                  <a:pt x="526" y="0"/>
                  <a:pt x="0" y="526"/>
                  <a:pt x="0" y="1175"/>
                </a:cubicBezTo>
                <a:cubicBezTo>
                  <a:pt x="0" y="1824"/>
                  <a:pt x="526" y="2350"/>
                  <a:pt x="1175" y="2350"/>
                </a:cubicBezTo>
                <a:cubicBezTo>
                  <a:pt x="1824" y="2350"/>
                  <a:pt x="2350" y="1824"/>
                  <a:pt x="2350" y="1175"/>
                </a:cubicBezTo>
                <a:close/>
                <a:moveTo>
                  <a:pt x="152" y="1175"/>
                </a:moveTo>
                <a:cubicBezTo>
                  <a:pt x="152" y="610"/>
                  <a:pt x="610" y="152"/>
                  <a:pt x="1175" y="152"/>
                </a:cubicBezTo>
                <a:cubicBezTo>
                  <a:pt x="1740" y="152"/>
                  <a:pt x="2198" y="610"/>
                  <a:pt x="2198" y="1175"/>
                </a:cubicBezTo>
                <a:cubicBezTo>
                  <a:pt x="2198" y="1740"/>
                  <a:pt x="1740" y="2198"/>
                  <a:pt x="1175" y="2198"/>
                </a:cubicBezTo>
                <a:cubicBezTo>
                  <a:pt x="610" y="2198"/>
                  <a:pt x="152" y="1740"/>
                  <a:pt x="152" y="1175"/>
                </a:cubicBezTo>
                <a:close/>
              </a:path>
            </a:pathLst>
          </a:custGeom>
          <a:solidFill>
            <a:schemeClr val="accent5"/>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7" name="Picture Placeholder 2"/>
          <p:cNvSpPr>
            <a:spLocks noGrp="1"/>
          </p:cNvSpPr>
          <p:nvPr>
            <p:ph type="pic" sz="quarter" idx="10"/>
          </p:nvPr>
        </p:nvSpPr>
        <p:spPr>
          <a:xfrm>
            <a:off x="0" y="0"/>
            <a:ext cx="6096000" cy="6858000"/>
          </a:xfrm>
          <a:prstGeom prst="rect">
            <a:avLst/>
          </a:prstGeom>
        </p:spPr>
        <p:txBody>
          <a:bodyPr anchor="ctr" anchorCtr="0"/>
          <a:lstStyle>
            <a:lvl1pPr marL="0" indent="0" algn="ctr">
              <a:buFontTx/>
              <a:buNone/>
              <a:defRPr sz="1333">
                <a:solidFill>
                  <a:schemeClr val="accent5"/>
                </a:solidFill>
                <a:latin typeface="Lato" panose="020F0502020204030203" pitchFamily="34" charset="0"/>
              </a:defRPr>
            </a:lvl1pPr>
          </a:lstStyle>
          <a:p>
            <a:endParaRPr lang="en-US"/>
          </a:p>
        </p:txBody>
      </p:sp>
      <p:pic>
        <p:nvPicPr>
          <p:cNvPr id="8" name="Picture 7">
            <a:extLst>
              <a:ext uri="{FF2B5EF4-FFF2-40B4-BE49-F238E27FC236}">
                <a16:creationId xmlns:a16="http://schemas.microsoft.com/office/drawing/2014/main" id="{02E5A025-B9EC-4B3B-8A5A-78BE0B998494}"/>
              </a:ext>
            </a:extLst>
          </p:cNvPr>
          <p:cNvPicPr>
            <a:picLocks noChangeAspect="1"/>
          </p:cNvPicPr>
          <p:nvPr userDrawn="1"/>
        </p:nvPicPr>
        <p:blipFill>
          <a:blip r:embed="rId2"/>
          <a:stretch>
            <a:fillRect/>
          </a:stretch>
        </p:blipFill>
        <p:spPr>
          <a:xfrm>
            <a:off x="9311851" y="156465"/>
            <a:ext cx="2118996" cy="495873"/>
          </a:xfrm>
          <a:prstGeom prst="rect">
            <a:avLst/>
          </a:prstGeom>
        </p:spPr>
      </p:pic>
    </p:spTree>
    <p:extLst>
      <p:ext uri="{BB962C8B-B14F-4D97-AF65-F5344CB8AC3E}">
        <p14:creationId xmlns:p14="http://schemas.microsoft.com/office/powerpoint/2010/main" val="282480953"/>
      </p:ext>
    </p:extLst>
  </p:cSld>
  <p:clrMapOvr>
    <a:masterClrMapping/>
  </p:clrMapOvr>
  <mc:AlternateContent xmlns:mc="http://schemas.openxmlformats.org/markup-compatibility/2006" xmlns:p14="http://schemas.microsoft.com/office/powerpoint/2010/main">
    <mc:Choice Requires="p14">
      <p:transition spd="slow" p14:dur="3500">
        <p14:window dir="vert"/>
      </p:transition>
    </mc:Choice>
    <mc:Fallback xmlns="">
      <p:transition spd="slow">
        <p:fade/>
      </p:transition>
    </mc:Fallback>
  </mc:AlternateContent>
  <p:extLst>
    <p:ext uri="{DCECCB84-F9BA-43D5-87BE-67443E8EF086}">
      <p15:sldGuideLst xmlns:p15="http://schemas.microsoft.com/office/powerpoint/2012/main">
        <p15:guide id="0" orient="horz" pos="972">
          <p15:clr>
            <a:srgbClr val="FBAE40"/>
          </p15:clr>
        </p15:guide>
        <p15:guide id="1" orient="horz" pos="2700">
          <p15:clr>
            <a:srgbClr val="FBAE40"/>
          </p15:clr>
        </p15:guide>
        <p15:guide id="2" pos="5384">
          <p15:clr>
            <a:srgbClr val="FBAE40"/>
          </p15:clr>
        </p15:guide>
        <p15:guide id="3" pos="374">
          <p15:clr>
            <a:srgbClr val="FBAE40"/>
          </p15:clr>
        </p15:guide>
        <p15:guide id="4" orient="horz" pos="306">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lide with Half Picture at Right">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6096001" y="0"/>
            <a:ext cx="6096000" cy="6858000"/>
          </a:xfrm>
          <a:prstGeom prst="rect">
            <a:avLst/>
          </a:prstGeom>
        </p:spPr>
        <p:txBody>
          <a:bodyPr anchor="ctr" anchorCtr="0"/>
          <a:lstStyle>
            <a:lvl1pPr marL="0" indent="0" algn="ctr">
              <a:buFontTx/>
              <a:buNone/>
              <a:defRPr sz="1333">
                <a:solidFill>
                  <a:schemeClr val="accent5"/>
                </a:solidFill>
                <a:latin typeface="Lato" panose="020F0502020204030203" pitchFamily="34" charset="0"/>
              </a:defRPr>
            </a:lvl1pPr>
          </a:lstStyle>
          <a:p>
            <a:endParaRPr lang="en-US"/>
          </a:p>
        </p:txBody>
      </p:sp>
    </p:spTree>
    <p:extLst>
      <p:ext uri="{BB962C8B-B14F-4D97-AF65-F5344CB8AC3E}">
        <p14:creationId xmlns:p14="http://schemas.microsoft.com/office/powerpoint/2010/main" val="4220606809"/>
      </p:ext>
    </p:extLst>
  </p:cSld>
  <p:clrMapOvr>
    <a:masterClrMapping/>
  </p:clrMapOvr>
  <mc:AlternateContent xmlns:mc="http://schemas.openxmlformats.org/markup-compatibility/2006" xmlns:p14="http://schemas.microsoft.com/office/powerpoint/2010/main">
    <mc:Choice Requires="p14">
      <p:transition spd="slow" p14:dur="3500">
        <p14:window dir="vert"/>
      </p:transition>
    </mc:Choice>
    <mc:Fallback xmlns="">
      <p:transition spd="slow">
        <p:fade/>
      </p:transition>
    </mc:Fallback>
  </mc:AlternateContent>
  <p:extLst>
    <p:ext uri="{DCECCB84-F9BA-43D5-87BE-67443E8EF086}">
      <p15:sldGuideLst xmlns:p15="http://schemas.microsoft.com/office/powerpoint/2012/main">
        <p15:guide id="1" orient="horz" pos="2700">
          <p15:clr>
            <a:srgbClr val="FBAE40"/>
          </p15:clr>
        </p15:guide>
        <p15:guide id="2" pos="5384">
          <p15:clr>
            <a:srgbClr val="FBAE40"/>
          </p15:clr>
        </p15:guide>
        <p15:guide id="3" pos="374">
          <p15:clr>
            <a:srgbClr val="FBAE40"/>
          </p15:clr>
        </p15:guide>
        <p15:guide id="4" orient="horz" pos="306">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Our Portfolio 01">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778936" y="767788"/>
            <a:ext cx="10604499" cy="511013"/>
          </a:xfrm>
          <a:prstGeom prst="rect">
            <a:avLst/>
          </a:prstGeom>
        </p:spPr>
        <p:txBody>
          <a:bodyPr lIns="0" tIns="0" rIns="0" bIns="0"/>
          <a:lstStyle>
            <a:lvl1pPr marL="0" indent="0" algn="l">
              <a:lnSpc>
                <a:spcPct val="100000"/>
              </a:lnSpc>
              <a:spcBef>
                <a:spcPts val="0"/>
              </a:spcBef>
              <a:buNone/>
              <a:defRPr sz="2933" b="0" cap="all" spc="67" baseline="0">
                <a:solidFill>
                  <a:schemeClr val="accent1"/>
                </a:solidFill>
                <a:latin typeface="Lato Black" panose="020F0A02020204030203" pitchFamily="34" charset="0"/>
                <a:ea typeface="Roboto" panose="02000000000000000000" pitchFamily="2" charset="0"/>
                <a:cs typeface="Open Sans" panose="020B0606030504020204" pitchFamily="34" charset="0"/>
              </a:defRPr>
            </a:lvl1pPr>
          </a:lstStyle>
          <a:p>
            <a:pPr lvl="0"/>
            <a:r>
              <a:rPr lang="en-US" dirty="0"/>
              <a:t>Click to edit Master text styles</a:t>
            </a:r>
          </a:p>
        </p:txBody>
      </p:sp>
      <p:sp>
        <p:nvSpPr>
          <p:cNvPr id="3" name="Text Placeholder 9"/>
          <p:cNvSpPr>
            <a:spLocks noGrp="1"/>
          </p:cNvSpPr>
          <p:nvPr>
            <p:ph type="body" sz="quarter" idx="11"/>
          </p:nvPr>
        </p:nvSpPr>
        <p:spPr>
          <a:xfrm>
            <a:off x="791633" y="1278801"/>
            <a:ext cx="10604499" cy="188459"/>
          </a:xfrm>
          <a:prstGeom prst="rect">
            <a:avLst/>
          </a:prstGeom>
        </p:spPr>
        <p:txBody>
          <a:bodyPr lIns="0" tIns="0" rIns="0" bIns="0"/>
          <a:lstStyle>
            <a:lvl1pPr marL="0" indent="0" algn="l">
              <a:lnSpc>
                <a:spcPts val="1600"/>
              </a:lnSpc>
              <a:spcBef>
                <a:spcPts val="0"/>
              </a:spcBef>
              <a:buNone/>
              <a:defRPr sz="1200" b="0" cap="none" spc="0" baseline="0">
                <a:solidFill>
                  <a:schemeClr val="accent4"/>
                </a:solidFill>
                <a:latin typeface="Lato" panose="020F0502020204030203" pitchFamily="34" charset="0"/>
                <a:ea typeface="Roboto" panose="02000000000000000000" pitchFamily="2" charset="0"/>
                <a:cs typeface="Open Sans" panose="020B0606030504020204" pitchFamily="34" charset="0"/>
              </a:defRPr>
            </a:lvl1pPr>
          </a:lstStyle>
          <a:p>
            <a:pPr lvl="0"/>
            <a:r>
              <a:rPr lang="en-US" dirty="0"/>
              <a:t>Click to edit Master text styles</a:t>
            </a:r>
          </a:p>
        </p:txBody>
      </p:sp>
      <p:cxnSp>
        <p:nvCxnSpPr>
          <p:cNvPr id="5" name="Straight Connector 4"/>
          <p:cNvCxnSpPr/>
          <p:nvPr userDrawn="1"/>
        </p:nvCxnSpPr>
        <p:spPr>
          <a:xfrm>
            <a:off x="791633" y="656089"/>
            <a:ext cx="121920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Box 22"/>
          <p:cNvSpPr txBox="1"/>
          <p:nvPr userDrawn="1"/>
        </p:nvSpPr>
        <p:spPr>
          <a:xfrm>
            <a:off x="10585897" y="6297122"/>
            <a:ext cx="275991" cy="164212"/>
          </a:xfrm>
          <a:prstGeom prst="rect">
            <a:avLst/>
          </a:prstGeom>
          <a:noFill/>
        </p:spPr>
        <p:txBody>
          <a:bodyPr wrap="square" lIns="0" tIns="0" rIns="0" bIns="0" rtlCol="0">
            <a:spAutoFit/>
          </a:bodyPr>
          <a:lstStyle/>
          <a:p>
            <a:pPr algn="r"/>
            <a:fld id="{27692F5A-FC14-4E83-B4CC-18F6C2D780A4}" type="slidenum">
              <a:rPr lang="en-US" sz="1067" b="0" spc="40" baseline="0" smtClean="0">
                <a:solidFill>
                  <a:schemeClr val="accent4"/>
                </a:solidFill>
                <a:latin typeface="Lato" panose="020F0502020204030203" pitchFamily="34" charset="0"/>
              </a:rPr>
              <a:pPr algn="r"/>
              <a:t>‹#›</a:t>
            </a:fld>
            <a:endParaRPr lang="en-US" sz="1067" b="0" spc="40" baseline="0" dirty="0">
              <a:solidFill>
                <a:schemeClr val="accent4"/>
              </a:solidFill>
              <a:latin typeface="Lato" panose="020F0502020204030203" pitchFamily="34" charset="0"/>
            </a:endParaRPr>
          </a:p>
        </p:txBody>
      </p:sp>
      <p:sp>
        <p:nvSpPr>
          <p:cNvPr id="11" name="Freeform 5">
            <a:hlinkClick r:id="" action="ppaction://hlinkshowjump?jump=nextslide"/>
          </p:cNvPr>
          <p:cNvSpPr>
            <a:spLocks noEditPoints="1"/>
          </p:cNvSpPr>
          <p:nvPr userDrawn="1"/>
        </p:nvSpPr>
        <p:spPr bwMode="auto">
          <a:xfrm>
            <a:off x="11209905" y="6284422"/>
            <a:ext cx="188345" cy="188345"/>
          </a:xfrm>
          <a:custGeom>
            <a:avLst/>
            <a:gdLst>
              <a:gd name="T0" fmla="*/ 883 w 2350"/>
              <a:gd name="T1" fmla="*/ 679 h 2350"/>
              <a:gd name="T2" fmla="*/ 1338 w 2350"/>
              <a:gd name="T3" fmla="*/ 1175 h 2350"/>
              <a:gd name="T4" fmla="*/ 883 w 2350"/>
              <a:gd name="T5" fmla="*/ 1671 h 2350"/>
              <a:gd name="T6" fmla="*/ 883 w 2350"/>
              <a:gd name="T7" fmla="*/ 1813 h 2350"/>
              <a:gd name="T8" fmla="*/ 1023 w 2350"/>
              <a:gd name="T9" fmla="*/ 1813 h 2350"/>
              <a:gd name="T10" fmla="*/ 1579 w 2350"/>
              <a:gd name="T11" fmla="*/ 1246 h 2350"/>
              <a:gd name="T12" fmla="*/ 1579 w 2350"/>
              <a:gd name="T13" fmla="*/ 1104 h 2350"/>
              <a:gd name="T14" fmla="*/ 1023 w 2350"/>
              <a:gd name="T15" fmla="*/ 537 h 2350"/>
              <a:gd name="T16" fmla="*/ 883 w 2350"/>
              <a:gd name="T17" fmla="*/ 537 h 2350"/>
              <a:gd name="T18" fmla="*/ 883 w 2350"/>
              <a:gd name="T19" fmla="*/ 679 h 2350"/>
              <a:gd name="T20" fmla="*/ 0 w 2350"/>
              <a:gd name="T21" fmla="*/ 1175 h 2350"/>
              <a:gd name="T22" fmla="*/ 1175 w 2350"/>
              <a:gd name="T23" fmla="*/ 2350 h 2350"/>
              <a:gd name="T24" fmla="*/ 2350 w 2350"/>
              <a:gd name="T25" fmla="*/ 1175 h 2350"/>
              <a:gd name="T26" fmla="*/ 1175 w 2350"/>
              <a:gd name="T27" fmla="*/ 0 h 2350"/>
              <a:gd name="T28" fmla="*/ 0 w 2350"/>
              <a:gd name="T29" fmla="*/ 1175 h 2350"/>
              <a:gd name="T30" fmla="*/ 2198 w 2350"/>
              <a:gd name="T31" fmla="*/ 1175 h 2350"/>
              <a:gd name="T32" fmla="*/ 1175 w 2350"/>
              <a:gd name="T33" fmla="*/ 2198 h 2350"/>
              <a:gd name="T34" fmla="*/ 152 w 2350"/>
              <a:gd name="T35" fmla="*/ 1175 h 2350"/>
              <a:gd name="T36" fmla="*/ 1175 w 2350"/>
              <a:gd name="T37" fmla="*/ 152 h 2350"/>
              <a:gd name="T38" fmla="*/ 2198 w 2350"/>
              <a:gd name="T39" fmla="*/ 1175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350" h="2350">
                <a:moveTo>
                  <a:pt x="883" y="679"/>
                </a:moveTo>
                <a:cubicBezTo>
                  <a:pt x="1338" y="1175"/>
                  <a:pt x="1338" y="1175"/>
                  <a:pt x="1338" y="1175"/>
                </a:cubicBezTo>
                <a:cubicBezTo>
                  <a:pt x="883" y="1671"/>
                  <a:pt x="883" y="1671"/>
                  <a:pt x="883" y="1671"/>
                </a:cubicBezTo>
                <a:cubicBezTo>
                  <a:pt x="844" y="1710"/>
                  <a:pt x="844" y="1774"/>
                  <a:pt x="883" y="1813"/>
                </a:cubicBezTo>
                <a:cubicBezTo>
                  <a:pt x="922" y="1852"/>
                  <a:pt x="985" y="1852"/>
                  <a:pt x="1023" y="1813"/>
                </a:cubicBezTo>
                <a:cubicBezTo>
                  <a:pt x="1579" y="1246"/>
                  <a:pt x="1579" y="1246"/>
                  <a:pt x="1579" y="1246"/>
                </a:cubicBezTo>
                <a:cubicBezTo>
                  <a:pt x="1618" y="1207"/>
                  <a:pt x="1618" y="1143"/>
                  <a:pt x="1579" y="1104"/>
                </a:cubicBezTo>
                <a:cubicBezTo>
                  <a:pt x="1023" y="537"/>
                  <a:pt x="1023" y="537"/>
                  <a:pt x="1023" y="537"/>
                </a:cubicBezTo>
                <a:cubicBezTo>
                  <a:pt x="985" y="498"/>
                  <a:pt x="922" y="498"/>
                  <a:pt x="883" y="537"/>
                </a:cubicBezTo>
                <a:cubicBezTo>
                  <a:pt x="844" y="576"/>
                  <a:pt x="844" y="640"/>
                  <a:pt x="883" y="679"/>
                </a:cubicBezTo>
                <a:close/>
                <a:moveTo>
                  <a:pt x="0" y="1175"/>
                </a:moveTo>
                <a:cubicBezTo>
                  <a:pt x="0" y="1824"/>
                  <a:pt x="526" y="2350"/>
                  <a:pt x="1175" y="2350"/>
                </a:cubicBezTo>
                <a:cubicBezTo>
                  <a:pt x="1824" y="2350"/>
                  <a:pt x="2350" y="1824"/>
                  <a:pt x="2350" y="1175"/>
                </a:cubicBezTo>
                <a:cubicBezTo>
                  <a:pt x="2350" y="526"/>
                  <a:pt x="1824" y="0"/>
                  <a:pt x="1175" y="0"/>
                </a:cubicBezTo>
                <a:cubicBezTo>
                  <a:pt x="526" y="0"/>
                  <a:pt x="0" y="526"/>
                  <a:pt x="0" y="1175"/>
                </a:cubicBezTo>
                <a:close/>
                <a:moveTo>
                  <a:pt x="2198" y="1175"/>
                </a:moveTo>
                <a:cubicBezTo>
                  <a:pt x="2198" y="1740"/>
                  <a:pt x="1740" y="2198"/>
                  <a:pt x="1175" y="2198"/>
                </a:cubicBezTo>
                <a:cubicBezTo>
                  <a:pt x="610" y="2198"/>
                  <a:pt x="152" y="1740"/>
                  <a:pt x="152" y="1175"/>
                </a:cubicBezTo>
                <a:cubicBezTo>
                  <a:pt x="152" y="610"/>
                  <a:pt x="610" y="152"/>
                  <a:pt x="1175" y="152"/>
                </a:cubicBezTo>
                <a:cubicBezTo>
                  <a:pt x="1740" y="152"/>
                  <a:pt x="2198" y="610"/>
                  <a:pt x="2198" y="1175"/>
                </a:cubicBezTo>
                <a:close/>
              </a:path>
            </a:pathLst>
          </a:custGeom>
          <a:solidFill>
            <a:schemeClr val="accent5"/>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2" name="Freeform 5">
            <a:hlinkClick r:id="" action="ppaction://hlinkshowjump?jump=previousslide"/>
          </p:cNvPr>
          <p:cNvSpPr>
            <a:spLocks noEditPoints="1"/>
          </p:cNvSpPr>
          <p:nvPr userDrawn="1"/>
        </p:nvSpPr>
        <p:spPr bwMode="auto">
          <a:xfrm>
            <a:off x="10992130" y="6284422"/>
            <a:ext cx="188345" cy="188345"/>
          </a:xfrm>
          <a:custGeom>
            <a:avLst/>
            <a:gdLst>
              <a:gd name="T0" fmla="*/ 1467 w 2350"/>
              <a:gd name="T1" fmla="*/ 1671 h 2350"/>
              <a:gd name="T2" fmla="*/ 1012 w 2350"/>
              <a:gd name="T3" fmla="*/ 1175 h 2350"/>
              <a:gd name="T4" fmla="*/ 1467 w 2350"/>
              <a:gd name="T5" fmla="*/ 679 h 2350"/>
              <a:gd name="T6" fmla="*/ 1467 w 2350"/>
              <a:gd name="T7" fmla="*/ 537 h 2350"/>
              <a:gd name="T8" fmla="*/ 1327 w 2350"/>
              <a:gd name="T9" fmla="*/ 537 h 2350"/>
              <a:gd name="T10" fmla="*/ 771 w 2350"/>
              <a:gd name="T11" fmla="*/ 1104 h 2350"/>
              <a:gd name="T12" fmla="*/ 771 w 2350"/>
              <a:gd name="T13" fmla="*/ 1246 h 2350"/>
              <a:gd name="T14" fmla="*/ 1327 w 2350"/>
              <a:gd name="T15" fmla="*/ 1813 h 2350"/>
              <a:gd name="T16" fmla="*/ 1467 w 2350"/>
              <a:gd name="T17" fmla="*/ 1813 h 2350"/>
              <a:gd name="T18" fmla="*/ 1467 w 2350"/>
              <a:gd name="T19" fmla="*/ 1671 h 2350"/>
              <a:gd name="T20" fmla="*/ 2350 w 2350"/>
              <a:gd name="T21" fmla="*/ 1175 h 2350"/>
              <a:gd name="T22" fmla="*/ 1175 w 2350"/>
              <a:gd name="T23" fmla="*/ 0 h 2350"/>
              <a:gd name="T24" fmla="*/ 0 w 2350"/>
              <a:gd name="T25" fmla="*/ 1175 h 2350"/>
              <a:gd name="T26" fmla="*/ 1175 w 2350"/>
              <a:gd name="T27" fmla="*/ 2350 h 2350"/>
              <a:gd name="T28" fmla="*/ 2350 w 2350"/>
              <a:gd name="T29" fmla="*/ 1175 h 2350"/>
              <a:gd name="T30" fmla="*/ 152 w 2350"/>
              <a:gd name="T31" fmla="*/ 1175 h 2350"/>
              <a:gd name="T32" fmla="*/ 1175 w 2350"/>
              <a:gd name="T33" fmla="*/ 152 h 2350"/>
              <a:gd name="T34" fmla="*/ 2198 w 2350"/>
              <a:gd name="T35" fmla="*/ 1175 h 2350"/>
              <a:gd name="T36" fmla="*/ 1175 w 2350"/>
              <a:gd name="T37" fmla="*/ 2198 h 2350"/>
              <a:gd name="T38" fmla="*/ 152 w 2350"/>
              <a:gd name="T39" fmla="*/ 1175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350" h="2350">
                <a:moveTo>
                  <a:pt x="1467" y="1671"/>
                </a:moveTo>
                <a:cubicBezTo>
                  <a:pt x="1012" y="1175"/>
                  <a:pt x="1012" y="1175"/>
                  <a:pt x="1012" y="1175"/>
                </a:cubicBezTo>
                <a:cubicBezTo>
                  <a:pt x="1467" y="679"/>
                  <a:pt x="1467" y="679"/>
                  <a:pt x="1467" y="679"/>
                </a:cubicBezTo>
                <a:cubicBezTo>
                  <a:pt x="1506" y="640"/>
                  <a:pt x="1506" y="576"/>
                  <a:pt x="1467" y="537"/>
                </a:cubicBezTo>
                <a:cubicBezTo>
                  <a:pt x="1428" y="498"/>
                  <a:pt x="1365" y="498"/>
                  <a:pt x="1327" y="537"/>
                </a:cubicBezTo>
                <a:cubicBezTo>
                  <a:pt x="771" y="1104"/>
                  <a:pt x="771" y="1104"/>
                  <a:pt x="771" y="1104"/>
                </a:cubicBezTo>
                <a:cubicBezTo>
                  <a:pt x="732" y="1143"/>
                  <a:pt x="732" y="1207"/>
                  <a:pt x="771" y="1246"/>
                </a:cubicBezTo>
                <a:cubicBezTo>
                  <a:pt x="1327" y="1813"/>
                  <a:pt x="1327" y="1813"/>
                  <a:pt x="1327" y="1813"/>
                </a:cubicBezTo>
                <a:cubicBezTo>
                  <a:pt x="1365" y="1852"/>
                  <a:pt x="1428" y="1852"/>
                  <a:pt x="1467" y="1813"/>
                </a:cubicBezTo>
                <a:cubicBezTo>
                  <a:pt x="1506" y="1774"/>
                  <a:pt x="1506" y="1710"/>
                  <a:pt x="1467" y="1671"/>
                </a:cubicBezTo>
                <a:close/>
                <a:moveTo>
                  <a:pt x="2350" y="1175"/>
                </a:moveTo>
                <a:cubicBezTo>
                  <a:pt x="2350" y="526"/>
                  <a:pt x="1824" y="0"/>
                  <a:pt x="1175" y="0"/>
                </a:cubicBezTo>
                <a:cubicBezTo>
                  <a:pt x="526" y="0"/>
                  <a:pt x="0" y="526"/>
                  <a:pt x="0" y="1175"/>
                </a:cubicBezTo>
                <a:cubicBezTo>
                  <a:pt x="0" y="1824"/>
                  <a:pt x="526" y="2350"/>
                  <a:pt x="1175" y="2350"/>
                </a:cubicBezTo>
                <a:cubicBezTo>
                  <a:pt x="1824" y="2350"/>
                  <a:pt x="2350" y="1824"/>
                  <a:pt x="2350" y="1175"/>
                </a:cubicBezTo>
                <a:close/>
                <a:moveTo>
                  <a:pt x="152" y="1175"/>
                </a:moveTo>
                <a:cubicBezTo>
                  <a:pt x="152" y="610"/>
                  <a:pt x="610" y="152"/>
                  <a:pt x="1175" y="152"/>
                </a:cubicBezTo>
                <a:cubicBezTo>
                  <a:pt x="1740" y="152"/>
                  <a:pt x="2198" y="610"/>
                  <a:pt x="2198" y="1175"/>
                </a:cubicBezTo>
                <a:cubicBezTo>
                  <a:pt x="2198" y="1740"/>
                  <a:pt x="1740" y="2198"/>
                  <a:pt x="1175" y="2198"/>
                </a:cubicBezTo>
                <a:cubicBezTo>
                  <a:pt x="610" y="2198"/>
                  <a:pt x="152" y="1740"/>
                  <a:pt x="152" y="1175"/>
                </a:cubicBezTo>
                <a:close/>
              </a:path>
            </a:pathLst>
          </a:custGeom>
          <a:solidFill>
            <a:schemeClr val="accent5"/>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9" name="Picture Placeholder 2"/>
          <p:cNvSpPr>
            <a:spLocks noGrp="1"/>
          </p:cNvSpPr>
          <p:nvPr>
            <p:ph type="pic" sz="quarter" idx="12"/>
          </p:nvPr>
        </p:nvSpPr>
        <p:spPr>
          <a:xfrm>
            <a:off x="791633" y="2057400"/>
            <a:ext cx="5094817" cy="3657600"/>
          </a:xfrm>
          <a:prstGeom prst="rect">
            <a:avLst/>
          </a:prstGeom>
        </p:spPr>
        <p:txBody>
          <a:bodyPr anchor="ctr" anchorCtr="0"/>
          <a:lstStyle>
            <a:lvl1pPr marL="0" indent="0" algn="ctr">
              <a:buFontTx/>
              <a:buNone/>
              <a:defRPr sz="1333">
                <a:solidFill>
                  <a:schemeClr val="accent5"/>
                </a:solidFill>
                <a:latin typeface="Lato" panose="020F0502020204030203" pitchFamily="34" charset="0"/>
              </a:defRPr>
            </a:lvl1pPr>
          </a:lstStyle>
          <a:p>
            <a:endParaRPr lang="en-US"/>
          </a:p>
        </p:txBody>
      </p:sp>
      <p:sp>
        <p:nvSpPr>
          <p:cNvPr id="20" name="Picture Placeholder 2"/>
          <p:cNvSpPr>
            <a:spLocks noGrp="1"/>
          </p:cNvSpPr>
          <p:nvPr>
            <p:ph type="pic" sz="quarter" idx="13"/>
          </p:nvPr>
        </p:nvSpPr>
        <p:spPr>
          <a:xfrm>
            <a:off x="6301316" y="2057400"/>
            <a:ext cx="5094817" cy="3657600"/>
          </a:xfrm>
          <a:prstGeom prst="rect">
            <a:avLst/>
          </a:prstGeom>
        </p:spPr>
        <p:txBody>
          <a:bodyPr anchor="ctr" anchorCtr="0"/>
          <a:lstStyle>
            <a:lvl1pPr marL="0" indent="0" algn="ctr">
              <a:buFontTx/>
              <a:buNone/>
              <a:defRPr sz="1333">
                <a:solidFill>
                  <a:schemeClr val="accent5"/>
                </a:solidFill>
                <a:latin typeface="Lato" panose="020F0502020204030203" pitchFamily="34" charset="0"/>
              </a:defRPr>
            </a:lvl1pPr>
          </a:lstStyle>
          <a:p>
            <a:endParaRPr lang="en-US"/>
          </a:p>
        </p:txBody>
      </p:sp>
      <p:pic>
        <p:nvPicPr>
          <p:cNvPr id="13" name="Picture 12">
            <a:extLst>
              <a:ext uri="{FF2B5EF4-FFF2-40B4-BE49-F238E27FC236}">
                <a16:creationId xmlns:a16="http://schemas.microsoft.com/office/drawing/2014/main" id="{02E5A025-B9EC-4B3B-8A5A-78BE0B998494}"/>
              </a:ext>
            </a:extLst>
          </p:cNvPr>
          <p:cNvPicPr>
            <a:picLocks noChangeAspect="1"/>
          </p:cNvPicPr>
          <p:nvPr userDrawn="1"/>
        </p:nvPicPr>
        <p:blipFill>
          <a:blip r:embed="rId2"/>
          <a:stretch>
            <a:fillRect/>
          </a:stretch>
        </p:blipFill>
        <p:spPr>
          <a:xfrm>
            <a:off x="9311851" y="156465"/>
            <a:ext cx="2118996" cy="495873"/>
          </a:xfrm>
          <a:prstGeom prst="rect">
            <a:avLst/>
          </a:prstGeom>
        </p:spPr>
      </p:pic>
    </p:spTree>
    <p:extLst>
      <p:ext uri="{BB962C8B-B14F-4D97-AF65-F5344CB8AC3E}">
        <p14:creationId xmlns:p14="http://schemas.microsoft.com/office/powerpoint/2010/main" val="2899294243"/>
      </p:ext>
    </p:extLst>
  </p:cSld>
  <p:clrMapOvr>
    <a:masterClrMapping/>
  </p:clrMapOvr>
  <mc:AlternateContent xmlns:mc="http://schemas.openxmlformats.org/markup-compatibility/2006" xmlns:p14="http://schemas.microsoft.com/office/powerpoint/2010/main">
    <mc:Choice Requires="p14">
      <p:transition spd="slow" p14:dur="3500">
        <p14:window dir="vert"/>
      </p:transition>
    </mc:Choice>
    <mc:Fallback xmlns="">
      <p:transition spd="slow">
        <p:fade/>
      </p:transition>
    </mc:Fallback>
  </mc:AlternateContent>
  <p:extLst>
    <p:ext uri="{DCECCB84-F9BA-43D5-87BE-67443E8EF086}">
      <p15:sldGuideLst xmlns:p15="http://schemas.microsoft.com/office/powerpoint/2012/main">
        <p15:guide id="1" orient="horz" pos="2700">
          <p15:clr>
            <a:srgbClr val="FBAE40"/>
          </p15:clr>
        </p15:guide>
        <p15:guide id="2" pos="5384">
          <p15:clr>
            <a:srgbClr val="FBAE40"/>
          </p15:clr>
        </p15:guide>
        <p15:guide id="3" pos="374">
          <p15:clr>
            <a:srgbClr val="FBAE40"/>
          </p15:clr>
        </p15:guide>
        <p15:guide id="4" orient="horz" pos="306">
          <p15:clr>
            <a:srgbClr val="FBAE40"/>
          </p15:clr>
        </p15:guide>
        <p15:guide id="5" orient="horz" pos="972">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Our Portfolio 02">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778936" y="767788"/>
            <a:ext cx="10604499" cy="511013"/>
          </a:xfrm>
          <a:prstGeom prst="rect">
            <a:avLst/>
          </a:prstGeom>
        </p:spPr>
        <p:txBody>
          <a:bodyPr lIns="0" tIns="0" rIns="0" bIns="0"/>
          <a:lstStyle>
            <a:lvl1pPr marL="0" indent="0" algn="l">
              <a:lnSpc>
                <a:spcPct val="100000"/>
              </a:lnSpc>
              <a:spcBef>
                <a:spcPts val="0"/>
              </a:spcBef>
              <a:buNone/>
              <a:defRPr sz="2933" b="0" cap="all" spc="67" baseline="0">
                <a:solidFill>
                  <a:schemeClr val="accent1"/>
                </a:solidFill>
                <a:latin typeface="Lato Black" panose="020F0A02020204030203" pitchFamily="34" charset="0"/>
                <a:ea typeface="Roboto" panose="02000000000000000000" pitchFamily="2" charset="0"/>
                <a:cs typeface="Open Sans" panose="020B0606030504020204" pitchFamily="34" charset="0"/>
              </a:defRPr>
            </a:lvl1pPr>
          </a:lstStyle>
          <a:p>
            <a:pPr lvl="0"/>
            <a:r>
              <a:rPr lang="en-US" dirty="0"/>
              <a:t>Click to edit Master text styles</a:t>
            </a:r>
          </a:p>
        </p:txBody>
      </p:sp>
      <p:sp>
        <p:nvSpPr>
          <p:cNvPr id="3" name="Text Placeholder 9"/>
          <p:cNvSpPr>
            <a:spLocks noGrp="1"/>
          </p:cNvSpPr>
          <p:nvPr>
            <p:ph type="body" sz="quarter" idx="11"/>
          </p:nvPr>
        </p:nvSpPr>
        <p:spPr>
          <a:xfrm>
            <a:off x="791633" y="1278801"/>
            <a:ext cx="10604499" cy="188459"/>
          </a:xfrm>
          <a:prstGeom prst="rect">
            <a:avLst/>
          </a:prstGeom>
        </p:spPr>
        <p:txBody>
          <a:bodyPr lIns="0" tIns="0" rIns="0" bIns="0"/>
          <a:lstStyle>
            <a:lvl1pPr marL="0" indent="0" algn="l">
              <a:lnSpc>
                <a:spcPts val="1600"/>
              </a:lnSpc>
              <a:spcBef>
                <a:spcPts val="0"/>
              </a:spcBef>
              <a:buNone/>
              <a:defRPr sz="1200" b="0" cap="none" spc="0" baseline="0">
                <a:solidFill>
                  <a:schemeClr val="accent4"/>
                </a:solidFill>
                <a:latin typeface="Lato" panose="020F0502020204030203" pitchFamily="34" charset="0"/>
                <a:ea typeface="Roboto" panose="02000000000000000000" pitchFamily="2" charset="0"/>
                <a:cs typeface="Open Sans" panose="020B0606030504020204" pitchFamily="34" charset="0"/>
              </a:defRPr>
            </a:lvl1pPr>
          </a:lstStyle>
          <a:p>
            <a:pPr lvl="0"/>
            <a:r>
              <a:rPr lang="en-US" dirty="0"/>
              <a:t>Click to edit Master text styles</a:t>
            </a:r>
          </a:p>
        </p:txBody>
      </p:sp>
      <p:cxnSp>
        <p:nvCxnSpPr>
          <p:cNvPr id="5" name="Straight Connector 4"/>
          <p:cNvCxnSpPr/>
          <p:nvPr userDrawn="1"/>
        </p:nvCxnSpPr>
        <p:spPr>
          <a:xfrm>
            <a:off x="791633" y="656089"/>
            <a:ext cx="121920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Box 22"/>
          <p:cNvSpPr txBox="1"/>
          <p:nvPr userDrawn="1"/>
        </p:nvSpPr>
        <p:spPr>
          <a:xfrm>
            <a:off x="10585897" y="6297122"/>
            <a:ext cx="275991" cy="164212"/>
          </a:xfrm>
          <a:prstGeom prst="rect">
            <a:avLst/>
          </a:prstGeom>
          <a:noFill/>
        </p:spPr>
        <p:txBody>
          <a:bodyPr wrap="square" lIns="0" tIns="0" rIns="0" bIns="0" rtlCol="0">
            <a:spAutoFit/>
          </a:bodyPr>
          <a:lstStyle/>
          <a:p>
            <a:pPr algn="r"/>
            <a:fld id="{27692F5A-FC14-4E83-B4CC-18F6C2D780A4}" type="slidenum">
              <a:rPr lang="en-US" sz="1067" b="0" spc="40" baseline="0" smtClean="0">
                <a:solidFill>
                  <a:schemeClr val="accent4"/>
                </a:solidFill>
                <a:latin typeface="Lato" panose="020F0502020204030203" pitchFamily="34" charset="0"/>
              </a:rPr>
              <a:pPr algn="r"/>
              <a:t>‹#›</a:t>
            </a:fld>
            <a:endParaRPr lang="en-US" sz="1067" b="0" spc="40" baseline="0" dirty="0">
              <a:solidFill>
                <a:schemeClr val="accent4"/>
              </a:solidFill>
              <a:latin typeface="Lato" panose="020F0502020204030203" pitchFamily="34" charset="0"/>
            </a:endParaRPr>
          </a:p>
        </p:txBody>
      </p:sp>
      <p:sp>
        <p:nvSpPr>
          <p:cNvPr id="11" name="Freeform 5">
            <a:hlinkClick r:id="" action="ppaction://hlinkshowjump?jump=nextslide"/>
          </p:cNvPr>
          <p:cNvSpPr>
            <a:spLocks noEditPoints="1"/>
          </p:cNvSpPr>
          <p:nvPr userDrawn="1"/>
        </p:nvSpPr>
        <p:spPr bwMode="auto">
          <a:xfrm>
            <a:off x="11209905" y="6284422"/>
            <a:ext cx="188345" cy="188345"/>
          </a:xfrm>
          <a:custGeom>
            <a:avLst/>
            <a:gdLst>
              <a:gd name="T0" fmla="*/ 883 w 2350"/>
              <a:gd name="T1" fmla="*/ 679 h 2350"/>
              <a:gd name="T2" fmla="*/ 1338 w 2350"/>
              <a:gd name="T3" fmla="*/ 1175 h 2350"/>
              <a:gd name="T4" fmla="*/ 883 w 2350"/>
              <a:gd name="T5" fmla="*/ 1671 h 2350"/>
              <a:gd name="T6" fmla="*/ 883 w 2350"/>
              <a:gd name="T7" fmla="*/ 1813 h 2350"/>
              <a:gd name="T8" fmla="*/ 1023 w 2350"/>
              <a:gd name="T9" fmla="*/ 1813 h 2350"/>
              <a:gd name="T10" fmla="*/ 1579 w 2350"/>
              <a:gd name="T11" fmla="*/ 1246 h 2350"/>
              <a:gd name="T12" fmla="*/ 1579 w 2350"/>
              <a:gd name="T13" fmla="*/ 1104 h 2350"/>
              <a:gd name="T14" fmla="*/ 1023 w 2350"/>
              <a:gd name="T15" fmla="*/ 537 h 2350"/>
              <a:gd name="T16" fmla="*/ 883 w 2350"/>
              <a:gd name="T17" fmla="*/ 537 h 2350"/>
              <a:gd name="T18" fmla="*/ 883 w 2350"/>
              <a:gd name="T19" fmla="*/ 679 h 2350"/>
              <a:gd name="T20" fmla="*/ 0 w 2350"/>
              <a:gd name="T21" fmla="*/ 1175 h 2350"/>
              <a:gd name="T22" fmla="*/ 1175 w 2350"/>
              <a:gd name="T23" fmla="*/ 2350 h 2350"/>
              <a:gd name="T24" fmla="*/ 2350 w 2350"/>
              <a:gd name="T25" fmla="*/ 1175 h 2350"/>
              <a:gd name="T26" fmla="*/ 1175 w 2350"/>
              <a:gd name="T27" fmla="*/ 0 h 2350"/>
              <a:gd name="T28" fmla="*/ 0 w 2350"/>
              <a:gd name="T29" fmla="*/ 1175 h 2350"/>
              <a:gd name="T30" fmla="*/ 2198 w 2350"/>
              <a:gd name="T31" fmla="*/ 1175 h 2350"/>
              <a:gd name="T32" fmla="*/ 1175 w 2350"/>
              <a:gd name="T33" fmla="*/ 2198 h 2350"/>
              <a:gd name="T34" fmla="*/ 152 w 2350"/>
              <a:gd name="T35" fmla="*/ 1175 h 2350"/>
              <a:gd name="T36" fmla="*/ 1175 w 2350"/>
              <a:gd name="T37" fmla="*/ 152 h 2350"/>
              <a:gd name="T38" fmla="*/ 2198 w 2350"/>
              <a:gd name="T39" fmla="*/ 1175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350" h="2350">
                <a:moveTo>
                  <a:pt x="883" y="679"/>
                </a:moveTo>
                <a:cubicBezTo>
                  <a:pt x="1338" y="1175"/>
                  <a:pt x="1338" y="1175"/>
                  <a:pt x="1338" y="1175"/>
                </a:cubicBezTo>
                <a:cubicBezTo>
                  <a:pt x="883" y="1671"/>
                  <a:pt x="883" y="1671"/>
                  <a:pt x="883" y="1671"/>
                </a:cubicBezTo>
                <a:cubicBezTo>
                  <a:pt x="844" y="1710"/>
                  <a:pt x="844" y="1774"/>
                  <a:pt x="883" y="1813"/>
                </a:cubicBezTo>
                <a:cubicBezTo>
                  <a:pt x="922" y="1852"/>
                  <a:pt x="985" y="1852"/>
                  <a:pt x="1023" y="1813"/>
                </a:cubicBezTo>
                <a:cubicBezTo>
                  <a:pt x="1579" y="1246"/>
                  <a:pt x="1579" y="1246"/>
                  <a:pt x="1579" y="1246"/>
                </a:cubicBezTo>
                <a:cubicBezTo>
                  <a:pt x="1618" y="1207"/>
                  <a:pt x="1618" y="1143"/>
                  <a:pt x="1579" y="1104"/>
                </a:cubicBezTo>
                <a:cubicBezTo>
                  <a:pt x="1023" y="537"/>
                  <a:pt x="1023" y="537"/>
                  <a:pt x="1023" y="537"/>
                </a:cubicBezTo>
                <a:cubicBezTo>
                  <a:pt x="985" y="498"/>
                  <a:pt x="922" y="498"/>
                  <a:pt x="883" y="537"/>
                </a:cubicBezTo>
                <a:cubicBezTo>
                  <a:pt x="844" y="576"/>
                  <a:pt x="844" y="640"/>
                  <a:pt x="883" y="679"/>
                </a:cubicBezTo>
                <a:close/>
                <a:moveTo>
                  <a:pt x="0" y="1175"/>
                </a:moveTo>
                <a:cubicBezTo>
                  <a:pt x="0" y="1824"/>
                  <a:pt x="526" y="2350"/>
                  <a:pt x="1175" y="2350"/>
                </a:cubicBezTo>
                <a:cubicBezTo>
                  <a:pt x="1824" y="2350"/>
                  <a:pt x="2350" y="1824"/>
                  <a:pt x="2350" y="1175"/>
                </a:cubicBezTo>
                <a:cubicBezTo>
                  <a:pt x="2350" y="526"/>
                  <a:pt x="1824" y="0"/>
                  <a:pt x="1175" y="0"/>
                </a:cubicBezTo>
                <a:cubicBezTo>
                  <a:pt x="526" y="0"/>
                  <a:pt x="0" y="526"/>
                  <a:pt x="0" y="1175"/>
                </a:cubicBezTo>
                <a:close/>
                <a:moveTo>
                  <a:pt x="2198" y="1175"/>
                </a:moveTo>
                <a:cubicBezTo>
                  <a:pt x="2198" y="1740"/>
                  <a:pt x="1740" y="2198"/>
                  <a:pt x="1175" y="2198"/>
                </a:cubicBezTo>
                <a:cubicBezTo>
                  <a:pt x="610" y="2198"/>
                  <a:pt x="152" y="1740"/>
                  <a:pt x="152" y="1175"/>
                </a:cubicBezTo>
                <a:cubicBezTo>
                  <a:pt x="152" y="610"/>
                  <a:pt x="610" y="152"/>
                  <a:pt x="1175" y="152"/>
                </a:cubicBezTo>
                <a:cubicBezTo>
                  <a:pt x="1740" y="152"/>
                  <a:pt x="2198" y="610"/>
                  <a:pt x="2198" y="1175"/>
                </a:cubicBezTo>
                <a:close/>
              </a:path>
            </a:pathLst>
          </a:custGeom>
          <a:solidFill>
            <a:schemeClr val="accent5"/>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2" name="Freeform 5">
            <a:hlinkClick r:id="" action="ppaction://hlinkshowjump?jump=previousslide"/>
          </p:cNvPr>
          <p:cNvSpPr>
            <a:spLocks noEditPoints="1"/>
          </p:cNvSpPr>
          <p:nvPr userDrawn="1"/>
        </p:nvSpPr>
        <p:spPr bwMode="auto">
          <a:xfrm>
            <a:off x="10992130" y="6284422"/>
            <a:ext cx="188345" cy="188345"/>
          </a:xfrm>
          <a:custGeom>
            <a:avLst/>
            <a:gdLst>
              <a:gd name="T0" fmla="*/ 1467 w 2350"/>
              <a:gd name="T1" fmla="*/ 1671 h 2350"/>
              <a:gd name="T2" fmla="*/ 1012 w 2350"/>
              <a:gd name="T3" fmla="*/ 1175 h 2350"/>
              <a:gd name="T4" fmla="*/ 1467 w 2350"/>
              <a:gd name="T5" fmla="*/ 679 h 2350"/>
              <a:gd name="T6" fmla="*/ 1467 w 2350"/>
              <a:gd name="T7" fmla="*/ 537 h 2350"/>
              <a:gd name="T8" fmla="*/ 1327 w 2350"/>
              <a:gd name="T9" fmla="*/ 537 h 2350"/>
              <a:gd name="T10" fmla="*/ 771 w 2350"/>
              <a:gd name="T11" fmla="*/ 1104 h 2350"/>
              <a:gd name="T12" fmla="*/ 771 w 2350"/>
              <a:gd name="T13" fmla="*/ 1246 h 2350"/>
              <a:gd name="T14" fmla="*/ 1327 w 2350"/>
              <a:gd name="T15" fmla="*/ 1813 h 2350"/>
              <a:gd name="T16" fmla="*/ 1467 w 2350"/>
              <a:gd name="T17" fmla="*/ 1813 h 2350"/>
              <a:gd name="T18" fmla="*/ 1467 w 2350"/>
              <a:gd name="T19" fmla="*/ 1671 h 2350"/>
              <a:gd name="T20" fmla="*/ 2350 w 2350"/>
              <a:gd name="T21" fmla="*/ 1175 h 2350"/>
              <a:gd name="T22" fmla="*/ 1175 w 2350"/>
              <a:gd name="T23" fmla="*/ 0 h 2350"/>
              <a:gd name="T24" fmla="*/ 0 w 2350"/>
              <a:gd name="T25" fmla="*/ 1175 h 2350"/>
              <a:gd name="T26" fmla="*/ 1175 w 2350"/>
              <a:gd name="T27" fmla="*/ 2350 h 2350"/>
              <a:gd name="T28" fmla="*/ 2350 w 2350"/>
              <a:gd name="T29" fmla="*/ 1175 h 2350"/>
              <a:gd name="T30" fmla="*/ 152 w 2350"/>
              <a:gd name="T31" fmla="*/ 1175 h 2350"/>
              <a:gd name="T32" fmla="*/ 1175 w 2350"/>
              <a:gd name="T33" fmla="*/ 152 h 2350"/>
              <a:gd name="T34" fmla="*/ 2198 w 2350"/>
              <a:gd name="T35" fmla="*/ 1175 h 2350"/>
              <a:gd name="T36" fmla="*/ 1175 w 2350"/>
              <a:gd name="T37" fmla="*/ 2198 h 2350"/>
              <a:gd name="T38" fmla="*/ 152 w 2350"/>
              <a:gd name="T39" fmla="*/ 1175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350" h="2350">
                <a:moveTo>
                  <a:pt x="1467" y="1671"/>
                </a:moveTo>
                <a:cubicBezTo>
                  <a:pt x="1012" y="1175"/>
                  <a:pt x="1012" y="1175"/>
                  <a:pt x="1012" y="1175"/>
                </a:cubicBezTo>
                <a:cubicBezTo>
                  <a:pt x="1467" y="679"/>
                  <a:pt x="1467" y="679"/>
                  <a:pt x="1467" y="679"/>
                </a:cubicBezTo>
                <a:cubicBezTo>
                  <a:pt x="1506" y="640"/>
                  <a:pt x="1506" y="576"/>
                  <a:pt x="1467" y="537"/>
                </a:cubicBezTo>
                <a:cubicBezTo>
                  <a:pt x="1428" y="498"/>
                  <a:pt x="1365" y="498"/>
                  <a:pt x="1327" y="537"/>
                </a:cubicBezTo>
                <a:cubicBezTo>
                  <a:pt x="771" y="1104"/>
                  <a:pt x="771" y="1104"/>
                  <a:pt x="771" y="1104"/>
                </a:cubicBezTo>
                <a:cubicBezTo>
                  <a:pt x="732" y="1143"/>
                  <a:pt x="732" y="1207"/>
                  <a:pt x="771" y="1246"/>
                </a:cubicBezTo>
                <a:cubicBezTo>
                  <a:pt x="1327" y="1813"/>
                  <a:pt x="1327" y="1813"/>
                  <a:pt x="1327" y="1813"/>
                </a:cubicBezTo>
                <a:cubicBezTo>
                  <a:pt x="1365" y="1852"/>
                  <a:pt x="1428" y="1852"/>
                  <a:pt x="1467" y="1813"/>
                </a:cubicBezTo>
                <a:cubicBezTo>
                  <a:pt x="1506" y="1774"/>
                  <a:pt x="1506" y="1710"/>
                  <a:pt x="1467" y="1671"/>
                </a:cubicBezTo>
                <a:close/>
                <a:moveTo>
                  <a:pt x="2350" y="1175"/>
                </a:moveTo>
                <a:cubicBezTo>
                  <a:pt x="2350" y="526"/>
                  <a:pt x="1824" y="0"/>
                  <a:pt x="1175" y="0"/>
                </a:cubicBezTo>
                <a:cubicBezTo>
                  <a:pt x="526" y="0"/>
                  <a:pt x="0" y="526"/>
                  <a:pt x="0" y="1175"/>
                </a:cubicBezTo>
                <a:cubicBezTo>
                  <a:pt x="0" y="1824"/>
                  <a:pt x="526" y="2350"/>
                  <a:pt x="1175" y="2350"/>
                </a:cubicBezTo>
                <a:cubicBezTo>
                  <a:pt x="1824" y="2350"/>
                  <a:pt x="2350" y="1824"/>
                  <a:pt x="2350" y="1175"/>
                </a:cubicBezTo>
                <a:close/>
                <a:moveTo>
                  <a:pt x="152" y="1175"/>
                </a:moveTo>
                <a:cubicBezTo>
                  <a:pt x="152" y="610"/>
                  <a:pt x="610" y="152"/>
                  <a:pt x="1175" y="152"/>
                </a:cubicBezTo>
                <a:cubicBezTo>
                  <a:pt x="1740" y="152"/>
                  <a:pt x="2198" y="610"/>
                  <a:pt x="2198" y="1175"/>
                </a:cubicBezTo>
                <a:cubicBezTo>
                  <a:pt x="2198" y="1740"/>
                  <a:pt x="1740" y="2198"/>
                  <a:pt x="1175" y="2198"/>
                </a:cubicBezTo>
                <a:cubicBezTo>
                  <a:pt x="610" y="2198"/>
                  <a:pt x="152" y="1740"/>
                  <a:pt x="152" y="1175"/>
                </a:cubicBezTo>
                <a:close/>
              </a:path>
            </a:pathLst>
          </a:custGeom>
          <a:solidFill>
            <a:schemeClr val="accent5"/>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9" name="Picture Placeholder 2"/>
          <p:cNvSpPr>
            <a:spLocks noGrp="1"/>
          </p:cNvSpPr>
          <p:nvPr>
            <p:ph type="pic" sz="quarter" idx="12"/>
          </p:nvPr>
        </p:nvSpPr>
        <p:spPr>
          <a:xfrm>
            <a:off x="791634" y="2057400"/>
            <a:ext cx="3350917" cy="3657600"/>
          </a:xfrm>
          <a:prstGeom prst="rect">
            <a:avLst/>
          </a:prstGeom>
        </p:spPr>
        <p:txBody>
          <a:bodyPr anchor="ctr" anchorCtr="0"/>
          <a:lstStyle>
            <a:lvl1pPr marL="0" indent="0" algn="ctr">
              <a:buFontTx/>
              <a:buNone/>
              <a:defRPr sz="1333">
                <a:solidFill>
                  <a:schemeClr val="accent5"/>
                </a:solidFill>
                <a:latin typeface="Lato" panose="020F0502020204030203" pitchFamily="34" charset="0"/>
              </a:defRPr>
            </a:lvl1pPr>
          </a:lstStyle>
          <a:p>
            <a:endParaRPr lang="en-US"/>
          </a:p>
        </p:txBody>
      </p:sp>
      <p:sp>
        <p:nvSpPr>
          <p:cNvPr id="14" name="Picture Placeholder 2"/>
          <p:cNvSpPr>
            <a:spLocks noGrp="1"/>
          </p:cNvSpPr>
          <p:nvPr>
            <p:ph type="pic" sz="quarter" idx="13"/>
          </p:nvPr>
        </p:nvSpPr>
        <p:spPr>
          <a:xfrm>
            <a:off x="8045216" y="2057400"/>
            <a:ext cx="3350917" cy="3657600"/>
          </a:xfrm>
          <a:prstGeom prst="rect">
            <a:avLst/>
          </a:prstGeom>
        </p:spPr>
        <p:txBody>
          <a:bodyPr anchor="ctr" anchorCtr="0"/>
          <a:lstStyle>
            <a:lvl1pPr marL="0" indent="0" algn="ctr">
              <a:buFontTx/>
              <a:buNone/>
              <a:defRPr sz="1333">
                <a:solidFill>
                  <a:schemeClr val="accent5"/>
                </a:solidFill>
                <a:latin typeface="Lato" panose="020F0502020204030203" pitchFamily="34" charset="0"/>
              </a:defRPr>
            </a:lvl1pPr>
          </a:lstStyle>
          <a:p>
            <a:endParaRPr lang="en-US"/>
          </a:p>
        </p:txBody>
      </p:sp>
      <p:sp>
        <p:nvSpPr>
          <p:cNvPr id="15" name="Picture Placeholder 2"/>
          <p:cNvSpPr>
            <a:spLocks noGrp="1"/>
          </p:cNvSpPr>
          <p:nvPr>
            <p:ph type="pic" sz="quarter" idx="14"/>
          </p:nvPr>
        </p:nvSpPr>
        <p:spPr>
          <a:xfrm>
            <a:off x="4420542" y="2057400"/>
            <a:ext cx="3350917" cy="3657600"/>
          </a:xfrm>
          <a:prstGeom prst="rect">
            <a:avLst/>
          </a:prstGeom>
        </p:spPr>
        <p:txBody>
          <a:bodyPr anchor="ctr" anchorCtr="0"/>
          <a:lstStyle>
            <a:lvl1pPr marL="0" indent="0" algn="ctr">
              <a:buFontTx/>
              <a:buNone/>
              <a:defRPr sz="1333">
                <a:solidFill>
                  <a:schemeClr val="accent5"/>
                </a:solidFill>
                <a:latin typeface="Lato" panose="020F0502020204030203" pitchFamily="34" charset="0"/>
              </a:defRPr>
            </a:lvl1pPr>
          </a:lstStyle>
          <a:p>
            <a:endParaRPr lang="en-US"/>
          </a:p>
        </p:txBody>
      </p:sp>
      <p:pic>
        <p:nvPicPr>
          <p:cNvPr id="13" name="Picture 12">
            <a:extLst>
              <a:ext uri="{FF2B5EF4-FFF2-40B4-BE49-F238E27FC236}">
                <a16:creationId xmlns:a16="http://schemas.microsoft.com/office/drawing/2014/main" id="{02E5A025-B9EC-4B3B-8A5A-78BE0B998494}"/>
              </a:ext>
            </a:extLst>
          </p:cNvPr>
          <p:cNvPicPr>
            <a:picLocks noChangeAspect="1"/>
          </p:cNvPicPr>
          <p:nvPr userDrawn="1"/>
        </p:nvPicPr>
        <p:blipFill>
          <a:blip r:embed="rId2"/>
          <a:stretch>
            <a:fillRect/>
          </a:stretch>
        </p:blipFill>
        <p:spPr>
          <a:xfrm>
            <a:off x="9311851" y="156465"/>
            <a:ext cx="2118996" cy="495873"/>
          </a:xfrm>
          <a:prstGeom prst="rect">
            <a:avLst/>
          </a:prstGeom>
        </p:spPr>
      </p:pic>
    </p:spTree>
    <p:extLst>
      <p:ext uri="{BB962C8B-B14F-4D97-AF65-F5344CB8AC3E}">
        <p14:creationId xmlns:p14="http://schemas.microsoft.com/office/powerpoint/2010/main" val="2805962237"/>
      </p:ext>
    </p:extLst>
  </p:cSld>
  <p:clrMapOvr>
    <a:masterClrMapping/>
  </p:clrMapOvr>
  <mc:AlternateContent xmlns:mc="http://schemas.openxmlformats.org/markup-compatibility/2006" xmlns:p14="http://schemas.microsoft.com/office/powerpoint/2010/main">
    <mc:Choice Requires="p14">
      <p:transition spd="slow" p14:dur="3500">
        <p14:window dir="vert"/>
      </p:transition>
    </mc:Choice>
    <mc:Fallback xmlns="">
      <p:transition spd="slow">
        <p:fade/>
      </p:transition>
    </mc:Fallback>
  </mc:AlternateContent>
  <p:extLst>
    <p:ext uri="{DCECCB84-F9BA-43D5-87BE-67443E8EF086}">
      <p15:sldGuideLst xmlns:p15="http://schemas.microsoft.com/office/powerpoint/2012/main">
        <p15:guide id="1" orient="horz" pos="2700">
          <p15:clr>
            <a:srgbClr val="FBAE40"/>
          </p15:clr>
        </p15:guide>
        <p15:guide id="2" pos="5384">
          <p15:clr>
            <a:srgbClr val="FBAE40"/>
          </p15:clr>
        </p15:guide>
        <p15:guide id="3" pos="374">
          <p15:clr>
            <a:srgbClr val="FBAE40"/>
          </p15:clr>
        </p15:guide>
        <p15:guide id="4" orient="horz" pos="306">
          <p15:clr>
            <a:srgbClr val="FBAE40"/>
          </p15:clr>
        </p15:guide>
        <p15:guide id="5" orient="horz" pos="972">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Our Portfolio 03">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778936" y="767788"/>
            <a:ext cx="10604499" cy="511013"/>
          </a:xfrm>
          <a:prstGeom prst="rect">
            <a:avLst/>
          </a:prstGeom>
        </p:spPr>
        <p:txBody>
          <a:bodyPr lIns="0" tIns="0" rIns="0" bIns="0"/>
          <a:lstStyle>
            <a:lvl1pPr marL="0" indent="0" algn="l">
              <a:lnSpc>
                <a:spcPct val="100000"/>
              </a:lnSpc>
              <a:spcBef>
                <a:spcPts val="0"/>
              </a:spcBef>
              <a:buNone/>
              <a:defRPr sz="2933" b="0" cap="all" spc="67" baseline="0">
                <a:solidFill>
                  <a:schemeClr val="accent1"/>
                </a:solidFill>
                <a:latin typeface="Lato Black" panose="020F0A02020204030203" pitchFamily="34" charset="0"/>
                <a:ea typeface="Roboto" panose="02000000000000000000" pitchFamily="2" charset="0"/>
                <a:cs typeface="Open Sans" panose="020B0606030504020204" pitchFamily="34" charset="0"/>
              </a:defRPr>
            </a:lvl1pPr>
          </a:lstStyle>
          <a:p>
            <a:pPr lvl="0"/>
            <a:r>
              <a:rPr lang="en-US" dirty="0"/>
              <a:t>Click to edit Master text styles</a:t>
            </a:r>
          </a:p>
        </p:txBody>
      </p:sp>
      <p:sp>
        <p:nvSpPr>
          <p:cNvPr id="3" name="Text Placeholder 9"/>
          <p:cNvSpPr>
            <a:spLocks noGrp="1"/>
          </p:cNvSpPr>
          <p:nvPr>
            <p:ph type="body" sz="quarter" idx="11"/>
          </p:nvPr>
        </p:nvSpPr>
        <p:spPr>
          <a:xfrm>
            <a:off x="791633" y="1278801"/>
            <a:ext cx="10604499" cy="188459"/>
          </a:xfrm>
          <a:prstGeom prst="rect">
            <a:avLst/>
          </a:prstGeom>
        </p:spPr>
        <p:txBody>
          <a:bodyPr lIns="0" tIns="0" rIns="0" bIns="0"/>
          <a:lstStyle>
            <a:lvl1pPr marL="0" indent="0" algn="l">
              <a:lnSpc>
                <a:spcPts val="1600"/>
              </a:lnSpc>
              <a:spcBef>
                <a:spcPts val="0"/>
              </a:spcBef>
              <a:buNone/>
              <a:defRPr sz="1200" b="0" cap="none" spc="0" baseline="0">
                <a:solidFill>
                  <a:schemeClr val="accent4"/>
                </a:solidFill>
                <a:latin typeface="Lato" panose="020F0502020204030203" pitchFamily="34" charset="0"/>
                <a:ea typeface="Roboto" panose="02000000000000000000" pitchFamily="2" charset="0"/>
                <a:cs typeface="Open Sans" panose="020B0606030504020204" pitchFamily="34" charset="0"/>
              </a:defRPr>
            </a:lvl1pPr>
          </a:lstStyle>
          <a:p>
            <a:pPr lvl="0"/>
            <a:r>
              <a:rPr lang="en-US" dirty="0"/>
              <a:t>Click to edit Master text styles</a:t>
            </a:r>
          </a:p>
        </p:txBody>
      </p:sp>
      <p:cxnSp>
        <p:nvCxnSpPr>
          <p:cNvPr id="5" name="Straight Connector 4"/>
          <p:cNvCxnSpPr/>
          <p:nvPr userDrawn="1"/>
        </p:nvCxnSpPr>
        <p:spPr>
          <a:xfrm>
            <a:off x="791633" y="656089"/>
            <a:ext cx="121920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Box 22"/>
          <p:cNvSpPr txBox="1"/>
          <p:nvPr userDrawn="1"/>
        </p:nvSpPr>
        <p:spPr>
          <a:xfrm>
            <a:off x="10585897" y="6297122"/>
            <a:ext cx="275991" cy="164212"/>
          </a:xfrm>
          <a:prstGeom prst="rect">
            <a:avLst/>
          </a:prstGeom>
          <a:noFill/>
        </p:spPr>
        <p:txBody>
          <a:bodyPr wrap="square" lIns="0" tIns="0" rIns="0" bIns="0" rtlCol="0">
            <a:spAutoFit/>
          </a:bodyPr>
          <a:lstStyle/>
          <a:p>
            <a:pPr algn="r"/>
            <a:fld id="{27692F5A-FC14-4E83-B4CC-18F6C2D780A4}" type="slidenum">
              <a:rPr lang="en-US" sz="1067" b="0" spc="40" baseline="0" smtClean="0">
                <a:solidFill>
                  <a:schemeClr val="accent4"/>
                </a:solidFill>
                <a:latin typeface="Lato" panose="020F0502020204030203" pitchFamily="34" charset="0"/>
              </a:rPr>
              <a:pPr algn="r"/>
              <a:t>‹#›</a:t>
            </a:fld>
            <a:endParaRPr lang="en-US" sz="1067" b="0" spc="40" baseline="0" dirty="0">
              <a:solidFill>
                <a:schemeClr val="accent4"/>
              </a:solidFill>
              <a:latin typeface="Lato" panose="020F0502020204030203" pitchFamily="34" charset="0"/>
            </a:endParaRPr>
          </a:p>
        </p:txBody>
      </p:sp>
      <p:sp>
        <p:nvSpPr>
          <p:cNvPr id="11" name="Freeform 5">
            <a:hlinkClick r:id="" action="ppaction://hlinkshowjump?jump=nextslide"/>
          </p:cNvPr>
          <p:cNvSpPr>
            <a:spLocks noEditPoints="1"/>
          </p:cNvSpPr>
          <p:nvPr userDrawn="1"/>
        </p:nvSpPr>
        <p:spPr bwMode="auto">
          <a:xfrm>
            <a:off x="11209905" y="6284422"/>
            <a:ext cx="188345" cy="188345"/>
          </a:xfrm>
          <a:custGeom>
            <a:avLst/>
            <a:gdLst>
              <a:gd name="T0" fmla="*/ 883 w 2350"/>
              <a:gd name="T1" fmla="*/ 679 h 2350"/>
              <a:gd name="T2" fmla="*/ 1338 w 2350"/>
              <a:gd name="T3" fmla="*/ 1175 h 2350"/>
              <a:gd name="T4" fmla="*/ 883 w 2350"/>
              <a:gd name="T5" fmla="*/ 1671 h 2350"/>
              <a:gd name="T6" fmla="*/ 883 w 2350"/>
              <a:gd name="T7" fmla="*/ 1813 h 2350"/>
              <a:gd name="T8" fmla="*/ 1023 w 2350"/>
              <a:gd name="T9" fmla="*/ 1813 h 2350"/>
              <a:gd name="T10" fmla="*/ 1579 w 2350"/>
              <a:gd name="T11" fmla="*/ 1246 h 2350"/>
              <a:gd name="T12" fmla="*/ 1579 w 2350"/>
              <a:gd name="T13" fmla="*/ 1104 h 2350"/>
              <a:gd name="T14" fmla="*/ 1023 w 2350"/>
              <a:gd name="T15" fmla="*/ 537 h 2350"/>
              <a:gd name="T16" fmla="*/ 883 w 2350"/>
              <a:gd name="T17" fmla="*/ 537 h 2350"/>
              <a:gd name="T18" fmla="*/ 883 w 2350"/>
              <a:gd name="T19" fmla="*/ 679 h 2350"/>
              <a:gd name="T20" fmla="*/ 0 w 2350"/>
              <a:gd name="T21" fmla="*/ 1175 h 2350"/>
              <a:gd name="T22" fmla="*/ 1175 w 2350"/>
              <a:gd name="T23" fmla="*/ 2350 h 2350"/>
              <a:gd name="T24" fmla="*/ 2350 w 2350"/>
              <a:gd name="T25" fmla="*/ 1175 h 2350"/>
              <a:gd name="T26" fmla="*/ 1175 w 2350"/>
              <a:gd name="T27" fmla="*/ 0 h 2350"/>
              <a:gd name="T28" fmla="*/ 0 w 2350"/>
              <a:gd name="T29" fmla="*/ 1175 h 2350"/>
              <a:gd name="T30" fmla="*/ 2198 w 2350"/>
              <a:gd name="T31" fmla="*/ 1175 h 2350"/>
              <a:gd name="T32" fmla="*/ 1175 w 2350"/>
              <a:gd name="T33" fmla="*/ 2198 h 2350"/>
              <a:gd name="T34" fmla="*/ 152 w 2350"/>
              <a:gd name="T35" fmla="*/ 1175 h 2350"/>
              <a:gd name="T36" fmla="*/ 1175 w 2350"/>
              <a:gd name="T37" fmla="*/ 152 h 2350"/>
              <a:gd name="T38" fmla="*/ 2198 w 2350"/>
              <a:gd name="T39" fmla="*/ 1175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350" h="2350">
                <a:moveTo>
                  <a:pt x="883" y="679"/>
                </a:moveTo>
                <a:cubicBezTo>
                  <a:pt x="1338" y="1175"/>
                  <a:pt x="1338" y="1175"/>
                  <a:pt x="1338" y="1175"/>
                </a:cubicBezTo>
                <a:cubicBezTo>
                  <a:pt x="883" y="1671"/>
                  <a:pt x="883" y="1671"/>
                  <a:pt x="883" y="1671"/>
                </a:cubicBezTo>
                <a:cubicBezTo>
                  <a:pt x="844" y="1710"/>
                  <a:pt x="844" y="1774"/>
                  <a:pt x="883" y="1813"/>
                </a:cubicBezTo>
                <a:cubicBezTo>
                  <a:pt x="922" y="1852"/>
                  <a:pt x="985" y="1852"/>
                  <a:pt x="1023" y="1813"/>
                </a:cubicBezTo>
                <a:cubicBezTo>
                  <a:pt x="1579" y="1246"/>
                  <a:pt x="1579" y="1246"/>
                  <a:pt x="1579" y="1246"/>
                </a:cubicBezTo>
                <a:cubicBezTo>
                  <a:pt x="1618" y="1207"/>
                  <a:pt x="1618" y="1143"/>
                  <a:pt x="1579" y="1104"/>
                </a:cubicBezTo>
                <a:cubicBezTo>
                  <a:pt x="1023" y="537"/>
                  <a:pt x="1023" y="537"/>
                  <a:pt x="1023" y="537"/>
                </a:cubicBezTo>
                <a:cubicBezTo>
                  <a:pt x="985" y="498"/>
                  <a:pt x="922" y="498"/>
                  <a:pt x="883" y="537"/>
                </a:cubicBezTo>
                <a:cubicBezTo>
                  <a:pt x="844" y="576"/>
                  <a:pt x="844" y="640"/>
                  <a:pt x="883" y="679"/>
                </a:cubicBezTo>
                <a:close/>
                <a:moveTo>
                  <a:pt x="0" y="1175"/>
                </a:moveTo>
                <a:cubicBezTo>
                  <a:pt x="0" y="1824"/>
                  <a:pt x="526" y="2350"/>
                  <a:pt x="1175" y="2350"/>
                </a:cubicBezTo>
                <a:cubicBezTo>
                  <a:pt x="1824" y="2350"/>
                  <a:pt x="2350" y="1824"/>
                  <a:pt x="2350" y="1175"/>
                </a:cubicBezTo>
                <a:cubicBezTo>
                  <a:pt x="2350" y="526"/>
                  <a:pt x="1824" y="0"/>
                  <a:pt x="1175" y="0"/>
                </a:cubicBezTo>
                <a:cubicBezTo>
                  <a:pt x="526" y="0"/>
                  <a:pt x="0" y="526"/>
                  <a:pt x="0" y="1175"/>
                </a:cubicBezTo>
                <a:close/>
                <a:moveTo>
                  <a:pt x="2198" y="1175"/>
                </a:moveTo>
                <a:cubicBezTo>
                  <a:pt x="2198" y="1740"/>
                  <a:pt x="1740" y="2198"/>
                  <a:pt x="1175" y="2198"/>
                </a:cubicBezTo>
                <a:cubicBezTo>
                  <a:pt x="610" y="2198"/>
                  <a:pt x="152" y="1740"/>
                  <a:pt x="152" y="1175"/>
                </a:cubicBezTo>
                <a:cubicBezTo>
                  <a:pt x="152" y="610"/>
                  <a:pt x="610" y="152"/>
                  <a:pt x="1175" y="152"/>
                </a:cubicBezTo>
                <a:cubicBezTo>
                  <a:pt x="1740" y="152"/>
                  <a:pt x="2198" y="610"/>
                  <a:pt x="2198" y="1175"/>
                </a:cubicBezTo>
                <a:close/>
              </a:path>
            </a:pathLst>
          </a:custGeom>
          <a:solidFill>
            <a:schemeClr val="accent5"/>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2" name="Freeform 5">
            <a:hlinkClick r:id="" action="ppaction://hlinkshowjump?jump=previousslide"/>
          </p:cNvPr>
          <p:cNvSpPr>
            <a:spLocks noEditPoints="1"/>
          </p:cNvSpPr>
          <p:nvPr userDrawn="1"/>
        </p:nvSpPr>
        <p:spPr bwMode="auto">
          <a:xfrm>
            <a:off x="10992130" y="6284422"/>
            <a:ext cx="188345" cy="188345"/>
          </a:xfrm>
          <a:custGeom>
            <a:avLst/>
            <a:gdLst>
              <a:gd name="T0" fmla="*/ 1467 w 2350"/>
              <a:gd name="T1" fmla="*/ 1671 h 2350"/>
              <a:gd name="T2" fmla="*/ 1012 w 2350"/>
              <a:gd name="T3" fmla="*/ 1175 h 2350"/>
              <a:gd name="T4" fmla="*/ 1467 w 2350"/>
              <a:gd name="T5" fmla="*/ 679 h 2350"/>
              <a:gd name="T6" fmla="*/ 1467 w 2350"/>
              <a:gd name="T7" fmla="*/ 537 h 2350"/>
              <a:gd name="T8" fmla="*/ 1327 w 2350"/>
              <a:gd name="T9" fmla="*/ 537 h 2350"/>
              <a:gd name="T10" fmla="*/ 771 w 2350"/>
              <a:gd name="T11" fmla="*/ 1104 h 2350"/>
              <a:gd name="T12" fmla="*/ 771 w 2350"/>
              <a:gd name="T13" fmla="*/ 1246 h 2350"/>
              <a:gd name="T14" fmla="*/ 1327 w 2350"/>
              <a:gd name="T15" fmla="*/ 1813 h 2350"/>
              <a:gd name="T16" fmla="*/ 1467 w 2350"/>
              <a:gd name="T17" fmla="*/ 1813 h 2350"/>
              <a:gd name="T18" fmla="*/ 1467 w 2350"/>
              <a:gd name="T19" fmla="*/ 1671 h 2350"/>
              <a:gd name="T20" fmla="*/ 2350 w 2350"/>
              <a:gd name="T21" fmla="*/ 1175 h 2350"/>
              <a:gd name="T22" fmla="*/ 1175 w 2350"/>
              <a:gd name="T23" fmla="*/ 0 h 2350"/>
              <a:gd name="T24" fmla="*/ 0 w 2350"/>
              <a:gd name="T25" fmla="*/ 1175 h 2350"/>
              <a:gd name="T26" fmla="*/ 1175 w 2350"/>
              <a:gd name="T27" fmla="*/ 2350 h 2350"/>
              <a:gd name="T28" fmla="*/ 2350 w 2350"/>
              <a:gd name="T29" fmla="*/ 1175 h 2350"/>
              <a:gd name="T30" fmla="*/ 152 w 2350"/>
              <a:gd name="T31" fmla="*/ 1175 h 2350"/>
              <a:gd name="T32" fmla="*/ 1175 w 2350"/>
              <a:gd name="T33" fmla="*/ 152 h 2350"/>
              <a:gd name="T34" fmla="*/ 2198 w 2350"/>
              <a:gd name="T35" fmla="*/ 1175 h 2350"/>
              <a:gd name="T36" fmla="*/ 1175 w 2350"/>
              <a:gd name="T37" fmla="*/ 2198 h 2350"/>
              <a:gd name="T38" fmla="*/ 152 w 2350"/>
              <a:gd name="T39" fmla="*/ 1175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350" h="2350">
                <a:moveTo>
                  <a:pt x="1467" y="1671"/>
                </a:moveTo>
                <a:cubicBezTo>
                  <a:pt x="1012" y="1175"/>
                  <a:pt x="1012" y="1175"/>
                  <a:pt x="1012" y="1175"/>
                </a:cubicBezTo>
                <a:cubicBezTo>
                  <a:pt x="1467" y="679"/>
                  <a:pt x="1467" y="679"/>
                  <a:pt x="1467" y="679"/>
                </a:cubicBezTo>
                <a:cubicBezTo>
                  <a:pt x="1506" y="640"/>
                  <a:pt x="1506" y="576"/>
                  <a:pt x="1467" y="537"/>
                </a:cubicBezTo>
                <a:cubicBezTo>
                  <a:pt x="1428" y="498"/>
                  <a:pt x="1365" y="498"/>
                  <a:pt x="1327" y="537"/>
                </a:cubicBezTo>
                <a:cubicBezTo>
                  <a:pt x="771" y="1104"/>
                  <a:pt x="771" y="1104"/>
                  <a:pt x="771" y="1104"/>
                </a:cubicBezTo>
                <a:cubicBezTo>
                  <a:pt x="732" y="1143"/>
                  <a:pt x="732" y="1207"/>
                  <a:pt x="771" y="1246"/>
                </a:cubicBezTo>
                <a:cubicBezTo>
                  <a:pt x="1327" y="1813"/>
                  <a:pt x="1327" y="1813"/>
                  <a:pt x="1327" y="1813"/>
                </a:cubicBezTo>
                <a:cubicBezTo>
                  <a:pt x="1365" y="1852"/>
                  <a:pt x="1428" y="1852"/>
                  <a:pt x="1467" y="1813"/>
                </a:cubicBezTo>
                <a:cubicBezTo>
                  <a:pt x="1506" y="1774"/>
                  <a:pt x="1506" y="1710"/>
                  <a:pt x="1467" y="1671"/>
                </a:cubicBezTo>
                <a:close/>
                <a:moveTo>
                  <a:pt x="2350" y="1175"/>
                </a:moveTo>
                <a:cubicBezTo>
                  <a:pt x="2350" y="526"/>
                  <a:pt x="1824" y="0"/>
                  <a:pt x="1175" y="0"/>
                </a:cubicBezTo>
                <a:cubicBezTo>
                  <a:pt x="526" y="0"/>
                  <a:pt x="0" y="526"/>
                  <a:pt x="0" y="1175"/>
                </a:cubicBezTo>
                <a:cubicBezTo>
                  <a:pt x="0" y="1824"/>
                  <a:pt x="526" y="2350"/>
                  <a:pt x="1175" y="2350"/>
                </a:cubicBezTo>
                <a:cubicBezTo>
                  <a:pt x="1824" y="2350"/>
                  <a:pt x="2350" y="1824"/>
                  <a:pt x="2350" y="1175"/>
                </a:cubicBezTo>
                <a:close/>
                <a:moveTo>
                  <a:pt x="152" y="1175"/>
                </a:moveTo>
                <a:cubicBezTo>
                  <a:pt x="152" y="610"/>
                  <a:pt x="610" y="152"/>
                  <a:pt x="1175" y="152"/>
                </a:cubicBezTo>
                <a:cubicBezTo>
                  <a:pt x="1740" y="152"/>
                  <a:pt x="2198" y="610"/>
                  <a:pt x="2198" y="1175"/>
                </a:cubicBezTo>
                <a:cubicBezTo>
                  <a:pt x="2198" y="1740"/>
                  <a:pt x="1740" y="2198"/>
                  <a:pt x="1175" y="2198"/>
                </a:cubicBezTo>
                <a:cubicBezTo>
                  <a:pt x="610" y="2198"/>
                  <a:pt x="152" y="1740"/>
                  <a:pt x="152" y="1175"/>
                </a:cubicBezTo>
                <a:close/>
              </a:path>
            </a:pathLst>
          </a:custGeom>
          <a:solidFill>
            <a:schemeClr val="accent5"/>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9" name="Picture Placeholder 2"/>
          <p:cNvSpPr>
            <a:spLocks noGrp="1"/>
          </p:cNvSpPr>
          <p:nvPr>
            <p:ph type="pic" sz="quarter" idx="12"/>
          </p:nvPr>
        </p:nvSpPr>
        <p:spPr>
          <a:xfrm>
            <a:off x="791634" y="2057400"/>
            <a:ext cx="3413477" cy="1755360"/>
          </a:xfrm>
          <a:prstGeom prst="rect">
            <a:avLst/>
          </a:prstGeom>
        </p:spPr>
        <p:txBody>
          <a:bodyPr anchor="ctr" anchorCtr="0"/>
          <a:lstStyle>
            <a:lvl1pPr marL="0" indent="0" algn="ctr">
              <a:buFontTx/>
              <a:buNone/>
              <a:defRPr sz="1067">
                <a:solidFill>
                  <a:schemeClr val="accent5"/>
                </a:solidFill>
                <a:latin typeface="Lato" panose="020F0502020204030203" pitchFamily="34" charset="0"/>
              </a:defRPr>
            </a:lvl1pPr>
          </a:lstStyle>
          <a:p>
            <a:endParaRPr lang="en-US"/>
          </a:p>
        </p:txBody>
      </p:sp>
      <p:sp>
        <p:nvSpPr>
          <p:cNvPr id="25" name="Picture Placeholder 2"/>
          <p:cNvSpPr>
            <a:spLocks noGrp="1"/>
          </p:cNvSpPr>
          <p:nvPr>
            <p:ph type="pic" sz="quarter" idx="13"/>
          </p:nvPr>
        </p:nvSpPr>
        <p:spPr>
          <a:xfrm>
            <a:off x="7980578" y="2057400"/>
            <a:ext cx="3413477" cy="1755360"/>
          </a:xfrm>
          <a:prstGeom prst="rect">
            <a:avLst/>
          </a:prstGeom>
        </p:spPr>
        <p:txBody>
          <a:bodyPr anchor="ctr" anchorCtr="0"/>
          <a:lstStyle>
            <a:lvl1pPr marL="0" indent="0" algn="ctr">
              <a:buFontTx/>
              <a:buNone/>
              <a:defRPr sz="1067">
                <a:solidFill>
                  <a:schemeClr val="accent5"/>
                </a:solidFill>
                <a:latin typeface="Lato" panose="020F0502020204030203" pitchFamily="34" charset="0"/>
              </a:defRPr>
            </a:lvl1pPr>
          </a:lstStyle>
          <a:p>
            <a:endParaRPr lang="en-US"/>
          </a:p>
        </p:txBody>
      </p:sp>
      <p:sp>
        <p:nvSpPr>
          <p:cNvPr id="27" name="Picture Placeholder 2"/>
          <p:cNvSpPr>
            <a:spLocks noGrp="1"/>
          </p:cNvSpPr>
          <p:nvPr>
            <p:ph type="pic" sz="quarter" idx="15"/>
          </p:nvPr>
        </p:nvSpPr>
        <p:spPr>
          <a:xfrm>
            <a:off x="791634" y="3954623"/>
            <a:ext cx="3413477" cy="1755360"/>
          </a:xfrm>
          <a:prstGeom prst="rect">
            <a:avLst/>
          </a:prstGeom>
        </p:spPr>
        <p:txBody>
          <a:bodyPr anchor="ctr" anchorCtr="0"/>
          <a:lstStyle>
            <a:lvl1pPr marL="0" indent="0" algn="ctr">
              <a:buFontTx/>
              <a:buNone/>
              <a:defRPr sz="1067">
                <a:solidFill>
                  <a:schemeClr val="accent5"/>
                </a:solidFill>
                <a:latin typeface="Lato" panose="020F0502020204030203" pitchFamily="34" charset="0"/>
              </a:defRPr>
            </a:lvl1pPr>
          </a:lstStyle>
          <a:p>
            <a:endParaRPr lang="en-US"/>
          </a:p>
        </p:txBody>
      </p:sp>
      <p:sp>
        <p:nvSpPr>
          <p:cNvPr id="28" name="Picture Placeholder 2"/>
          <p:cNvSpPr>
            <a:spLocks noGrp="1"/>
          </p:cNvSpPr>
          <p:nvPr>
            <p:ph type="pic" sz="quarter" idx="16"/>
          </p:nvPr>
        </p:nvSpPr>
        <p:spPr>
          <a:xfrm>
            <a:off x="7980578" y="3954623"/>
            <a:ext cx="3413477" cy="1755360"/>
          </a:xfrm>
          <a:prstGeom prst="rect">
            <a:avLst/>
          </a:prstGeom>
        </p:spPr>
        <p:txBody>
          <a:bodyPr anchor="ctr" anchorCtr="0"/>
          <a:lstStyle>
            <a:lvl1pPr marL="0" indent="0" algn="ctr">
              <a:buFontTx/>
              <a:buNone/>
              <a:defRPr sz="1067">
                <a:solidFill>
                  <a:schemeClr val="accent5"/>
                </a:solidFill>
                <a:latin typeface="Lato" panose="020F0502020204030203" pitchFamily="34" charset="0"/>
              </a:defRPr>
            </a:lvl1pPr>
          </a:lstStyle>
          <a:p>
            <a:endParaRPr lang="en-US"/>
          </a:p>
        </p:txBody>
      </p:sp>
      <p:sp>
        <p:nvSpPr>
          <p:cNvPr id="29" name="Picture Placeholder 2"/>
          <p:cNvSpPr>
            <a:spLocks noGrp="1"/>
          </p:cNvSpPr>
          <p:nvPr>
            <p:ph type="pic" sz="quarter" idx="17"/>
          </p:nvPr>
        </p:nvSpPr>
        <p:spPr>
          <a:xfrm>
            <a:off x="4389262" y="3954623"/>
            <a:ext cx="3413477" cy="1755360"/>
          </a:xfrm>
          <a:prstGeom prst="rect">
            <a:avLst/>
          </a:prstGeom>
        </p:spPr>
        <p:txBody>
          <a:bodyPr anchor="ctr" anchorCtr="0"/>
          <a:lstStyle>
            <a:lvl1pPr marL="0" indent="0" algn="ctr">
              <a:buFontTx/>
              <a:buNone/>
              <a:defRPr sz="1067">
                <a:solidFill>
                  <a:schemeClr val="accent5"/>
                </a:solidFill>
                <a:latin typeface="Lato" panose="020F0502020204030203" pitchFamily="34" charset="0"/>
              </a:defRPr>
            </a:lvl1pPr>
          </a:lstStyle>
          <a:p>
            <a:endParaRPr lang="en-US"/>
          </a:p>
        </p:txBody>
      </p:sp>
      <p:pic>
        <p:nvPicPr>
          <p:cNvPr id="15" name="Picture 14">
            <a:extLst>
              <a:ext uri="{FF2B5EF4-FFF2-40B4-BE49-F238E27FC236}">
                <a16:creationId xmlns:a16="http://schemas.microsoft.com/office/drawing/2014/main" id="{02E5A025-B9EC-4B3B-8A5A-78BE0B998494}"/>
              </a:ext>
            </a:extLst>
          </p:cNvPr>
          <p:cNvPicPr>
            <a:picLocks noChangeAspect="1"/>
          </p:cNvPicPr>
          <p:nvPr userDrawn="1"/>
        </p:nvPicPr>
        <p:blipFill>
          <a:blip r:embed="rId2"/>
          <a:stretch>
            <a:fillRect/>
          </a:stretch>
        </p:blipFill>
        <p:spPr>
          <a:xfrm>
            <a:off x="9311851" y="156465"/>
            <a:ext cx="2118996" cy="495873"/>
          </a:xfrm>
          <a:prstGeom prst="rect">
            <a:avLst/>
          </a:prstGeom>
        </p:spPr>
      </p:pic>
    </p:spTree>
    <p:extLst>
      <p:ext uri="{BB962C8B-B14F-4D97-AF65-F5344CB8AC3E}">
        <p14:creationId xmlns:p14="http://schemas.microsoft.com/office/powerpoint/2010/main" val="2513225433"/>
      </p:ext>
    </p:extLst>
  </p:cSld>
  <p:clrMapOvr>
    <a:masterClrMapping/>
  </p:clrMapOvr>
  <mc:AlternateContent xmlns:mc="http://schemas.openxmlformats.org/markup-compatibility/2006" xmlns:p14="http://schemas.microsoft.com/office/powerpoint/2010/main">
    <mc:Choice Requires="p14">
      <p:transition spd="slow" p14:dur="3500">
        <p14:window dir="vert"/>
      </p:transition>
    </mc:Choice>
    <mc:Fallback xmlns="">
      <p:transition spd="slow">
        <p:fade/>
      </p:transition>
    </mc:Fallback>
  </mc:AlternateContent>
  <p:extLst>
    <p:ext uri="{DCECCB84-F9BA-43D5-87BE-67443E8EF086}">
      <p15:sldGuideLst xmlns:p15="http://schemas.microsoft.com/office/powerpoint/2012/main">
        <p15:guide id="1" orient="horz" pos="2700">
          <p15:clr>
            <a:srgbClr val="FBAE40"/>
          </p15:clr>
        </p15:guide>
        <p15:guide id="2" pos="5384">
          <p15:clr>
            <a:srgbClr val="FBAE40"/>
          </p15:clr>
        </p15:guide>
        <p15:guide id="3" pos="374">
          <p15:clr>
            <a:srgbClr val="FBAE40"/>
          </p15:clr>
        </p15:guide>
        <p15:guide id="4" orient="horz" pos="306">
          <p15:clr>
            <a:srgbClr val="FBAE40"/>
          </p15:clr>
        </p15:guide>
        <p15:guide id="5" orient="horz" pos="972">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Our Portfolio 04">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778936" y="767788"/>
            <a:ext cx="10604499" cy="511013"/>
          </a:xfrm>
          <a:prstGeom prst="rect">
            <a:avLst/>
          </a:prstGeom>
        </p:spPr>
        <p:txBody>
          <a:bodyPr lIns="0" tIns="0" rIns="0" bIns="0"/>
          <a:lstStyle>
            <a:lvl1pPr marL="0" indent="0" algn="l">
              <a:lnSpc>
                <a:spcPct val="100000"/>
              </a:lnSpc>
              <a:spcBef>
                <a:spcPts val="0"/>
              </a:spcBef>
              <a:buNone/>
              <a:defRPr sz="2933" b="0" cap="all" spc="67" baseline="0">
                <a:solidFill>
                  <a:schemeClr val="accent1"/>
                </a:solidFill>
                <a:latin typeface="Lato Black" panose="020F0A02020204030203" pitchFamily="34" charset="0"/>
                <a:ea typeface="Roboto" panose="02000000000000000000" pitchFamily="2" charset="0"/>
                <a:cs typeface="Open Sans" panose="020B0606030504020204" pitchFamily="34" charset="0"/>
              </a:defRPr>
            </a:lvl1pPr>
          </a:lstStyle>
          <a:p>
            <a:pPr lvl="0"/>
            <a:r>
              <a:rPr lang="en-US" dirty="0"/>
              <a:t>Click to edit Master text styles</a:t>
            </a:r>
          </a:p>
        </p:txBody>
      </p:sp>
      <p:sp>
        <p:nvSpPr>
          <p:cNvPr id="3" name="Text Placeholder 9"/>
          <p:cNvSpPr>
            <a:spLocks noGrp="1"/>
          </p:cNvSpPr>
          <p:nvPr>
            <p:ph type="body" sz="quarter" idx="11"/>
          </p:nvPr>
        </p:nvSpPr>
        <p:spPr>
          <a:xfrm>
            <a:off x="791633" y="1278801"/>
            <a:ext cx="10604499" cy="188459"/>
          </a:xfrm>
          <a:prstGeom prst="rect">
            <a:avLst/>
          </a:prstGeom>
        </p:spPr>
        <p:txBody>
          <a:bodyPr lIns="0" tIns="0" rIns="0" bIns="0"/>
          <a:lstStyle>
            <a:lvl1pPr marL="0" indent="0" algn="l">
              <a:lnSpc>
                <a:spcPts val="1600"/>
              </a:lnSpc>
              <a:spcBef>
                <a:spcPts val="0"/>
              </a:spcBef>
              <a:buNone/>
              <a:defRPr sz="1200" b="0" cap="none" spc="0" baseline="0">
                <a:solidFill>
                  <a:schemeClr val="accent4"/>
                </a:solidFill>
                <a:latin typeface="Lato" panose="020F0502020204030203" pitchFamily="34" charset="0"/>
                <a:ea typeface="Roboto" panose="02000000000000000000" pitchFamily="2" charset="0"/>
                <a:cs typeface="Open Sans" panose="020B0606030504020204" pitchFamily="34" charset="0"/>
              </a:defRPr>
            </a:lvl1pPr>
          </a:lstStyle>
          <a:p>
            <a:pPr lvl="0"/>
            <a:r>
              <a:rPr lang="en-US" dirty="0"/>
              <a:t>Click to edit Master text styles</a:t>
            </a:r>
          </a:p>
        </p:txBody>
      </p:sp>
      <p:cxnSp>
        <p:nvCxnSpPr>
          <p:cNvPr id="5" name="Straight Connector 4"/>
          <p:cNvCxnSpPr/>
          <p:nvPr userDrawn="1"/>
        </p:nvCxnSpPr>
        <p:spPr>
          <a:xfrm>
            <a:off x="791633" y="656089"/>
            <a:ext cx="121920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Box 22"/>
          <p:cNvSpPr txBox="1"/>
          <p:nvPr userDrawn="1"/>
        </p:nvSpPr>
        <p:spPr>
          <a:xfrm>
            <a:off x="10585897" y="6297122"/>
            <a:ext cx="275991" cy="164212"/>
          </a:xfrm>
          <a:prstGeom prst="rect">
            <a:avLst/>
          </a:prstGeom>
          <a:noFill/>
        </p:spPr>
        <p:txBody>
          <a:bodyPr wrap="square" lIns="0" tIns="0" rIns="0" bIns="0" rtlCol="0">
            <a:spAutoFit/>
          </a:bodyPr>
          <a:lstStyle/>
          <a:p>
            <a:pPr algn="r"/>
            <a:fld id="{27692F5A-FC14-4E83-B4CC-18F6C2D780A4}" type="slidenum">
              <a:rPr lang="en-US" sz="1067" b="0" spc="40" baseline="0" smtClean="0">
                <a:solidFill>
                  <a:schemeClr val="accent4"/>
                </a:solidFill>
                <a:latin typeface="Lato" panose="020F0502020204030203" pitchFamily="34" charset="0"/>
              </a:rPr>
              <a:pPr algn="r"/>
              <a:t>‹#›</a:t>
            </a:fld>
            <a:endParaRPr lang="en-US" sz="1067" b="0" spc="40" baseline="0" dirty="0">
              <a:solidFill>
                <a:schemeClr val="accent4"/>
              </a:solidFill>
              <a:latin typeface="Lato" panose="020F0502020204030203" pitchFamily="34" charset="0"/>
            </a:endParaRPr>
          </a:p>
        </p:txBody>
      </p:sp>
      <p:sp>
        <p:nvSpPr>
          <p:cNvPr id="11" name="Freeform 5">
            <a:hlinkClick r:id="" action="ppaction://hlinkshowjump?jump=nextslide"/>
          </p:cNvPr>
          <p:cNvSpPr>
            <a:spLocks noEditPoints="1"/>
          </p:cNvSpPr>
          <p:nvPr userDrawn="1"/>
        </p:nvSpPr>
        <p:spPr bwMode="auto">
          <a:xfrm>
            <a:off x="11209905" y="6284422"/>
            <a:ext cx="188345" cy="188345"/>
          </a:xfrm>
          <a:custGeom>
            <a:avLst/>
            <a:gdLst>
              <a:gd name="T0" fmla="*/ 883 w 2350"/>
              <a:gd name="T1" fmla="*/ 679 h 2350"/>
              <a:gd name="T2" fmla="*/ 1338 w 2350"/>
              <a:gd name="T3" fmla="*/ 1175 h 2350"/>
              <a:gd name="T4" fmla="*/ 883 w 2350"/>
              <a:gd name="T5" fmla="*/ 1671 h 2350"/>
              <a:gd name="T6" fmla="*/ 883 w 2350"/>
              <a:gd name="T7" fmla="*/ 1813 h 2350"/>
              <a:gd name="T8" fmla="*/ 1023 w 2350"/>
              <a:gd name="T9" fmla="*/ 1813 h 2350"/>
              <a:gd name="T10" fmla="*/ 1579 w 2350"/>
              <a:gd name="T11" fmla="*/ 1246 h 2350"/>
              <a:gd name="T12" fmla="*/ 1579 w 2350"/>
              <a:gd name="T13" fmla="*/ 1104 h 2350"/>
              <a:gd name="T14" fmla="*/ 1023 w 2350"/>
              <a:gd name="T15" fmla="*/ 537 h 2350"/>
              <a:gd name="T16" fmla="*/ 883 w 2350"/>
              <a:gd name="T17" fmla="*/ 537 h 2350"/>
              <a:gd name="T18" fmla="*/ 883 w 2350"/>
              <a:gd name="T19" fmla="*/ 679 h 2350"/>
              <a:gd name="T20" fmla="*/ 0 w 2350"/>
              <a:gd name="T21" fmla="*/ 1175 h 2350"/>
              <a:gd name="T22" fmla="*/ 1175 w 2350"/>
              <a:gd name="T23" fmla="*/ 2350 h 2350"/>
              <a:gd name="T24" fmla="*/ 2350 w 2350"/>
              <a:gd name="T25" fmla="*/ 1175 h 2350"/>
              <a:gd name="T26" fmla="*/ 1175 w 2350"/>
              <a:gd name="T27" fmla="*/ 0 h 2350"/>
              <a:gd name="T28" fmla="*/ 0 w 2350"/>
              <a:gd name="T29" fmla="*/ 1175 h 2350"/>
              <a:gd name="T30" fmla="*/ 2198 w 2350"/>
              <a:gd name="T31" fmla="*/ 1175 h 2350"/>
              <a:gd name="T32" fmla="*/ 1175 w 2350"/>
              <a:gd name="T33" fmla="*/ 2198 h 2350"/>
              <a:gd name="T34" fmla="*/ 152 w 2350"/>
              <a:gd name="T35" fmla="*/ 1175 h 2350"/>
              <a:gd name="T36" fmla="*/ 1175 w 2350"/>
              <a:gd name="T37" fmla="*/ 152 h 2350"/>
              <a:gd name="T38" fmla="*/ 2198 w 2350"/>
              <a:gd name="T39" fmla="*/ 1175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350" h="2350">
                <a:moveTo>
                  <a:pt x="883" y="679"/>
                </a:moveTo>
                <a:cubicBezTo>
                  <a:pt x="1338" y="1175"/>
                  <a:pt x="1338" y="1175"/>
                  <a:pt x="1338" y="1175"/>
                </a:cubicBezTo>
                <a:cubicBezTo>
                  <a:pt x="883" y="1671"/>
                  <a:pt x="883" y="1671"/>
                  <a:pt x="883" y="1671"/>
                </a:cubicBezTo>
                <a:cubicBezTo>
                  <a:pt x="844" y="1710"/>
                  <a:pt x="844" y="1774"/>
                  <a:pt x="883" y="1813"/>
                </a:cubicBezTo>
                <a:cubicBezTo>
                  <a:pt x="922" y="1852"/>
                  <a:pt x="985" y="1852"/>
                  <a:pt x="1023" y="1813"/>
                </a:cubicBezTo>
                <a:cubicBezTo>
                  <a:pt x="1579" y="1246"/>
                  <a:pt x="1579" y="1246"/>
                  <a:pt x="1579" y="1246"/>
                </a:cubicBezTo>
                <a:cubicBezTo>
                  <a:pt x="1618" y="1207"/>
                  <a:pt x="1618" y="1143"/>
                  <a:pt x="1579" y="1104"/>
                </a:cubicBezTo>
                <a:cubicBezTo>
                  <a:pt x="1023" y="537"/>
                  <a:pt x="1023" y="537"/>
                  <a:pt x="1023" y="537"/>
                </a:cubicBezTo>
                <a:cubicBezTo>
                  <a:pt x="985" y="498"/>
                  <a:pt x="922" y="498"/>
                  <a:pt x="883" y="537"/>
                </a:cubicBezTo>
                <a:cubicBezTo>
                  <a:pt x="844" y="576"/>
                  <a:pt x="844" y="640"/>
                  <a:pt x="883" y="679"/>
                </a:cubicBezTo>
                <a:close/>
                <a:moveTo>
                  <a:pt x="0" y="1175"/>
                </a:moveTo>
                <a:cubicBezTo>
                  <a:pt x="0" y="1824"/>
                  <a:pt x="526" y="2350"/>
                  <a:pt x="1175" y="2350"/>
                </a:cubicBezTo>
                <a:cubicBezTo>
                  <a:pt x="1824" y="2350"/>
                  <a:pt x="2350" y="1824"/>
                  <a:pt x="2350" y="1175"/>
                </a:cubicBezTo>
                <a:cubicBezTo>
                  <a:pt x="2350" y="526"/>
                  <a:pt x="1824" y="0"/>
                  <a:pt x="1175" y="0"/>
                </a:cubicBezTo>
                <a:cubicBezTo>
                  <a:pt x="526" y="0"/>
                  <a:pt x="0" y="526"/>
                  <a:pt x="0" y="1175"/>
                </a:cubicBezTo>
                <a:close/>
                <a:moveTo>
                  <a:pt x="2198" y="1175"/>
                </a:moveTo>
                <a:cubicBezTo>
                  <a:pt x="2198" y="1740"/>
                  <a:pt x="1740" y="2198"/>
                  <a:pt x="1175" y="2198"/>
                </a:cubicBezTo>
                <a:cubicBezTo>
                  <a:pt x="610" y="2198"/>
                  <a:pt x="152" y="1740"/>
                  <a:pt x="152" y="1175"/>
                </a:cubicBezTo>
                <a:cubicBezTo>
                  <a:pt x="152" y="610"/>
                  <a:pt x="610" y="152"/>
                  <a:pt x="1175" y="152"/>
                </a:cubicBezTo>
                <a:cubicBezTo>
                  <a:pt x="1740" y="152"/>
                  <a:pt x="2198" y="610"/>
                  <a:pt x="2198" y="1175"/>
                </a:cubicBezTo>
                <a:close/>
              </a:path>
            </a:pathLst>
          </a:custGeom>
          <a:solidFill>
            <a:schemeClr val="accent5"/>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2" name="Freeform 5">
            <a:hlinkClick r:id="" action="ppaction://hlinkshowjump?jump=previousslide"/>
          </p:cNvPr>
          <p:cNvSpPr>
            <a:spLocks noEditPoints="1"/>
          </p:cNvSpPr>
          <p:nvPr userDrawn="1"/>
        </p:nvSpPr>
        <p:spPr bwMode="auto">
          <a:xfrm>
            <a:off x="10992130" y="6284422"/>
            <a:ext cx="188345" cy="188345"/>
          </a:xfrm>
          <a:custGeom>
            <a:avLst/>
            <a:gdLst>
              <a:gd name="T0" fmla="*/ 1467 w 2350"/>
              <a:gd name="T1" fmla="*/ 1671 h 2350"/>
              <a:gd name="T2" fmla="*/ 1012 w 2350"/>
              <a:gd name="T3" fmla="*/ 1175 h 2350"/>
              <a:gd name="T4" fmla="*/ 1467 w 2350"/>
              <a:gd name="T5" fmla="*/ 679 h 2350"/>
              <a:gd name="T6" fmla="*/ 1467 w 2350"/>
              <a:gd name="T7" fmla="*/ 537 h 2350"/>
              <a:gd name="T8" fmla="*/ 1327 w 2350"/>
              <a:gd name="T9" fmla="*/ 537 h 2350"/>
              <a:gd name="T10" fmla="*/ 771 w 2350"/>
              <a:gd name="T11" fmla="*/ 1104 h 2350"/>
              <a:gd name="T12" fmla="*/ 771 w 2350"/>
              <a:gd name="T13" fmla="*/ 1246 h 2350"/>
              <a:gd name="T14" fmla="*/ 1327 w 2350"/>
              <a:gd name="T15" fmla="*/ 1813 h 2350"/>
              <a:gd name="T16" fmla="*/ 1467 w 2350"/>
              <a:gd name="T17" fmla="*/ 1813 h 2350"/>
              <a:gd name="T18" fmla="*/ 1467 w 2350"/>
              <a:gd name="T19" fmla="*/ 1671 h 2350"/>
              <a:gd name="T20" fmla="*/ 2350 w 2350"/>
              <a:gd name="T21" fmla="*/ 1175 h 2350"/>
              <a:gd name="T22" fmla="*/ 1175 w 2350"/>
              <a:gd name="T23" fmla="*/ 0 h 2350"/>
              <a:gd name="T24" fmla="*/ 0 w 2350"/>
              <a:gd name="T25" fmla="*/ 1175 h 2350"/>
              <a:gd name="T26" fmla="*/ 1175 w 2350"/>
              <a:gd name="T27" fmla="*/ 2350 h 2350"/>
              <a:gd name="T28" fmla="*/ 2350 w 2350"/>
              <a:gd name="T29" fmla="*/ 1175 h 2350"/>
              <a:gd name="T30" fmla="*/ 152 w 2350"/>
              <a:gd name="T31" fmla="*/ 1175 h 2350"/>
              <a:gd name="T32" fmla="*/ 1175 w 2350"/>
              <a:gd name="T33" fmla="*/ 152 h 2350"/>
              <a:gd name="T34" fmla="*/ 2198 w 2350"/>
              <a:gd name="T35" fmla="*/ 1175 h 2350"/>
              <a:gd name="T36" fmla="*/ 1175 w 2350"/>
              <a:gd name="T37" fmla="*/ 2198 h 2350"/>
              <a:gd name="T38" fmla="*/ 152 w 2350"/>
              <a:gd name="T39" fmla="*/ 1175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350" h="2350">
                <a:moveTo>
                  <a:pt x="1467" y="1671"/>
                </a:moveTo>
                <a:cubicBezTo>
                  <a:pt x="1012" y="1175"/>
                  <a:pt x="1012" y="1175"/>
                  <a:pt x="1012" y="1175"/>
                </a:cubicBezTo>
                <a:cubicBezTo>
                  <a:pt x="1467" y="679"/>
                  <a:pt x="1467" y="679"/>
                  <a:pt x="1467" y="679"/>
                </a:cubicBezTo>
                <a:cubicBezTo>
                  <a:pt x="1506" y="640"/>
                  <a:pt x="1506" y="576"/>
                  <a:pt x="1467" y="537"/>
                </a:cubicBezTo>
                <a:cubicBezTo>
                  <a:pt x="1428" y="498"/>
                  <a:pt x="1365" y="498"/>
                  <a:pt x="1327" y="537"/>
                </a:cubicBezTo>
                <a:cubicBezTo>
                  <a:pt x="771" y="1104"/>
                  <a:pt x="771" y="1104"/>
                  <a:pt x="771" y="1104"/>
                </a:cubicBezTo>
                <a:cubicBezTo>
                  <a:pt x="732" y="1143"/>
                  <a:pt x="732" y="1207"/>
                  <a:pt x="771" y="1246"/>
                </a:cubicBezTo>
                <a:cubicBezTo>
                  <a:pt x="1327" y="1813"/>
                  <a:pt x="1327" y="1813"/>
                  <a:pt x="1327" y="1813"/>
                </a:cubicBezTo>
                <a:cubicBezTo>
                  <a:pt x="1365" y="1852"/>
                  <a:pt x="1428" y="1852"/>
                  <a:pt x="1467" y="1813"/>
                </a:cubicBezTo>
                <a:cubicBezTo>
                  <a:pt x="1506" y="1774"/>
                  <a:pt x="1506" y="1710"/>
                  <a:pt x="1467" y="1671"/>
                </a:cubicBezTo>
                <a:close/>
                <a:moveTo>
                  <a:pt x="2350" y="1175"/>
                </a:moveTo>
                <a:cubicBezTo>
                  <a:pt x="2350" y="526"/>
                  <a:pt x="1824" y="0"/>
                  <a:pt x="1175" y="0"/>
                </a:cubicBezTo>
                <a:cubicBezTo>
                  <a:pt x="526" y="0"/>
                  <a:pt x="0" y="526"/>
                  <a:pt x="0" y="1175"/>
                </a:cubicBezTo>
                <a:cubicBezTo>
                  <a:pt x="0" y="1824"/>
                  <a:pt x="526" y="2350"/>
                  <a:pt x="1175" y="2350"/>
                </a:cubicBezTo>
                <a:cubicBezTo>
                  <a:pt x="1824" y="2350"/>
                  <a:pt x="2350" y="1824"/>
                  <a:pt x="2350" y="1175"/>
                </a:cubicBezTo>
                <a:close/>
                <a:moveTo>
                  <a:pt x="152" y="1175"/>
                </a:moveTo>
                <a:cubicBezTo>
                  <a:pt x="152" y="610"/>
                  <a:pt x="610" y="152"/>
                  <a:pt x="1175" y="152"/>
                </a:cubicBezTo>
                <a:cubicBezTo>
                  <a:pt x="1740" y="152"/>
                  <a:pt x="2198" y="610"/>
                  <a:pt x="2198" y="1175"/>
                </a:cubicBezTo>
                <a:cubicBezTo>
                  <a:pt x="2198" y="1740"/>
                  <a:pt x="1740" y="2198"/>
                  <a:pt x="1175" y="2198"/>
                </a:cubicBezTo>
                <a:cubicBezTo>
                  <a:pt x="610" y="2198"/>
                  <a:pt x="152" y="1740"/>
                  <a:pt x="152" y="1175"/>
                </a:cubicBezTo>
                <a:close/>
              </a:path>
            </a:pathLst>
          </a:custGeom>
          <a:solidFill>
            <a:schemeClr val="accent5"/>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9" name="Picture Placeholder 2"/>
          <p:cNvSpPr>
            <a:spLocks noGrp="1"/>
          </p:cNvSpPr>
          <p:nvPr>
            <p:ph type="pic" sz="quarter" idx="12"/>
          </p:nvPr>
        </p:nvSpPr>
        <p:spPr>
          <a:xfrm>
            <a:off x="791634" y="2057400"/>
            <a:ext cx="3413477" cy="3657600"/>
          </a:xfrm>
          <a:prstGeom prst="rect">
            <a:avLst/>
          </a:prstGeom>
        </p:spPr>
        <p:txBody>
          <a:bodyPr anchor="ctr" anchorCtr="0"/>
          <a:lstStyle>
            <a:lvl1pPr marL="0" indent="0" algn="ctr">
              <a:buFontTx/>
              <a:buNone/>
              <a:defRPr sz="1067">
                <a:solidFill>
                  <a:schemeClr val="accent5"/>
                </a:solidFill>
                <a:latin typeface="Lato" panose="020F0502020204030203" pitchFamily="34" charset="0"/>
              </a:defRPr>
            </a:lvl1pPr>
          </a:lstStyle>
          <a:p>
            <a:endParaRPr lang="en-US"/>
          </a:p>
        </p:txBody>
      </p:sp>
      <p:sp>
        <p:nvSpPr>
          <p:cNvPr id="25" name="Picture Placeholder 2"/>
          <p:cNvSpPr>
            <a:spLocks noGrp="1"/>
          </p:cNvSpPr>
          <p:nvPr>
            <p:ph type="pic" sz="quarter" idx="13"/>
          </p:nvPr>
        </p:nvSpPr>
        <p:spPr>
          <a:xfrm>
            <a:off x="7980578" y="2057400"/>
            <a:ext cx="3413477" cy="1755360"/>
          </a:xfrm>
          <a:prstGeom prst="rect">
            <a:avLst/>
          </a:prstGeom>
        </p:spPr>
        <p:txBody>
          <a:bodyPr anchor="ctr" anchorCtr="0"/>
          <a:lstStyle>
            <a:lvl1pPr marL="0" indent="0" algn="ctr">
              <a:buFontTx/>
              <a:buNone/>
              <a:defRPr sz="1067">
                <a:solidFill>
                  <a:schemeClr val="accent5"/>
                </a:solidFill>
                <a:latin typeface="Lato" panose="020F0502020204030203" pitchFamily="34" charset="0"/>
              </a:defRPr>
            </a:lvl1pPr>
          </a:lstStyle>
          <a:p>
            <a:endParaRPr lang="en-US"/>
          </a:p>
        </p:txBody>
      </p:sp>
      <p:sp>
        <p:nvSpPr>
          <p:cNvPr id="28" name="Picture Placeholder 2"/>
          <p:cNvSpPr>
            <a:spLocks noGrp="1"/>
          </p:cNvSpPr>
          <p:nvPr>
            <p:ph type="pic" sz="quarter" idx="16"/>
          </p:nvPr>
        </p:nvSpPr>
        <p:spPr>
          <a:xfrm>
            <a:off x="7980578" y="3954623"/>
            <a:ext cx="3413477" cy="1755360"/>
          </a:xfrm>
          <a:prstGeom prst="rect">
            <a:avLst/>
          </a:prstGeom>
        </p:spPr>
        <p:txBody>
          <a:bodyPr anchor="ctr" anchorCtr="0"/>
          <a:lstStyle>
            <a:lvl1pPr marL="0" indent="0" algn="ctr">
              <a:buFontTx/>
              <a:buNone/>
              <a:defRPr sz="1067">
                <a:solidFill>
                  <a:schemeClr val="accent5"/>
                </a:solidFill>
                <a:latin typeface="Lato" panose="020F0502020204030203" pitchFamily="34" charset="0"/>
              </a:defRPr>
            </a:lvl1pPr>
          </a:lstStyle>
          <a:p>
            <a:endParaRPr lang="en-US"/>
          </a:p>
        </p:txBody>
      </p:sp>
      <p:sp>
        <p:nvSpPr>
          <p:cNvPr id="29" name="Picture Placeholder 2"/>
          <p:cNvSpPr>
            <a:spLocks noGrp="1"/>
          </p:cNvSpPr>
          <p:nvPr>
            <p:ph type="pic" sz="quarter" idx="17"/>
          </p:nvPr>
        </p:nvSpPr>
        <p:spPr>
          <a:xfrm>
            <a:off x="4389262" y="3954623"/>
            <a:ext cx="3413477" cy="1755360"/>
          </a:xfrm>
          <a:prstGeom prst="rect">
            <a:avLst/>
          </a:prstGeom>
        </p:spPr>
        <p:txBody>
          <a:bodyPr anchor="ctr" anchorCtr="0"/>
          <a:lstStyle>
            <a:lvl1pPr marL="0" indent="0" algn="ctr">
              <a:buFontTx/>
              <a:buNone/>
              <a:defRPr sz="1067">
                <a:solidFill>
                  <a:schemeClr val="accent5"/>
                </a:solidFill>
                <a:latin typeface="Lato" panose="020F0502020204030203" pitchFamily="34" charset="0"/>
              </a:defRPr>
            </a:lvl1pPr>
          </a:lstStyle>
          <a:p>
            <a:endParaRPr lang="en-US"/>
          </a:p>
        </p:txBody>
      </p:sp>
      <p:pic>
        <p:nvPicPr>
          <p:cNvPr id="14" name="Picture 13">
            <a:extLst>
              <a:ext uri="{FF2B5EF4-FFF2-40B4-BE49-F238E27FC236}">
                <a16:creationId xmlns:a16="http://schemas.microsoft.com/office/drawing/2014/main" id="{02E5A025-B9EC-4B3B-8A5A-78BE0B998494}"/>
              </a:ext>
            </a:extLst>
          </p:cNvPr>
          <p:cNvPicPr>
            <a:picLocks noChangeAspect="1"/>
          </p:cNvPicPr>
          <p:nvPr userDrawn="1"/>
        </p:nvPicPr>
        <p:blipFill>
          <a:blip r:embed="rId2"/>
          <a:stretch>
            <a:fillRect/>
          </a:stretch>
        </p:blipFill>
        <p:spPr>
          <a:xfrm>
            <a:off x="9311851" y="156465"/>
            <a:ext cx="2118996" cy="495873"/>
          </a:xfrm>
          <a:prstGeom prst="rect">
            <a:avLst/>
          </a:prstGeom>
        </p:spPr>
      </p:pic>
    </p:spTree>
    <p:extLst>
      <p:ext uri="{BB962C8B-B14F-4D97-AF65-F5344CB8AC3E}">
        <p14:creationId xmlns:p14="http://schemas.microsoft.com/office/powerpoint/2010/main" val="535523360"/>
      </p:ext>
    </p:extLst>
  </p:cSld>
  <p:clrMapOvr>
    <a:masterClrMapping/>
  </p:clrMapOvr>
  <mc:AlternateContent xmlns:mc="http://schemas.openxmlformats.org/markup-compatibility/2006" xmlns:p14="http://schemas.microsoft.com/office/powerpoint/2010/main">
    <mc:Choice Requires="p14">
      <p:transition spd="slow" p14:dur="3500">
        <p14:window dir="vert"/>
      </p:transition>
    </mc:Choice>
    <mc:Fallback xmlns="">
      <p:transition spd="slow">
        <p:fade/>
      </p:transition>
    </mc:Fallback>
  </mc:AlternateContent>
  <p:extLst>
    <p:ext uri="{DCECCB84-F9BA-43D5-87BE-67443E8EF086}">
      <p15:sldGuideLst xmlns:p15="http://schemas.microsoft.com/office/powerpoint/2012/main">
        <p15:guide id="1" orient="horz" pos="2700">
          <p15:clr>
            <a:srgbClr val="FBAE40"/>
          </p15:clr>
        </p15:guide>
        <p15:guide id="2" pos="5384">
          <p15:clr>
            <a:srgbClr val="FBAE40"/>
          </p15:clr>
        </p15:guide>
        <p15:guide id="3" pos="374">
          <p15:clr>
            <a:srgbClr val="FBAE40"/>
          </p15:clr>
        </p15:guide>
        <p15:guide id="4" orient="horz" pos="306">
          <p15:clr>
            <a:srgbClr val="FBAE40"/>
          </p15:clr>
        </p15:guide>
        <p15:guide id="5" orient="horz" pos="972">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Our Portfolio 05">
    <p:spTree>
      <p:nvGrpSpPr>
        <p:cNvPr id="1" name=""/>
        <p:cNvGrpSpPr/>
        <p:nvPr/>
      </p:nvGrpSpPr>
      <p:grpSpPr>
        <a:xfrm>
          <a:off x="0" y="0"/>
          <a:ext cx="0" cy="0"/>
          <a:chOff x="0" y="0"/>
          <a:chExt cx="0" cy="0"/>
        </a:xfrm>
      </p:grpSpPr>
      <p:sp>
        <p:nvSpPr>
          <p:cNvPr id="29" name="Picture Placeholder 2"/>
          <p:cNvSpPr>
            <a:spLocks noGrp="1"/>
          </p:cNvSpPr>
          <p:nvPr>
            <p:ph type="pic" sz="quarter" idx="17"/>
          </p:nvPr>
        </p:nvSpPr>
        <p:spPr>
          <a:xfrm>
            <a:off x="2010834" y="2057400"/>
            <a:ext cx="3394823" cy="1877889"/>
          </a:xfrm>
          <a:prstGeom prst="rect">
            <a:avLst/>
          </a:prstGeom>
        </p:spPr>
        <p:txBody>
          <a:bodyPr anchor="ctr" anchorCtr="0"/>
          <a:lstStyle>
            <a:lvl1pPr marL="0" indent="0" algn="ctr">
              <a:buFontTx/>
              <a:buNone/>
              <a:defRPr sz="1067">
                <a:solidFill>
                  <a:schemeClr val="accent5"/>
                </a:solidFill>
                <a:latin typeface="Lato" panose="020F0502020204030203" pitchFamily="34" charset="0"/>
              </a:defRPr>
            </a:lvl1pPr>
          </a:lstStyle>
          <a:p>
            <a:endParaRPr lang="en-US"/>
          </a:p>
        </p:txBody>
      </p:sp>
      <p:sp>
        <p:nvSpPr>
          <p:cNvPr id="18" name="Picture Placeholder 2"/>
          <p:cNvSpPr>
            <a:spLocks noGrp="1"/>
          </p:cNvSpPr>
          <p:nvPr>
            <p:ph type="pic" sz="quarter" idx="18"/>
          </p:nvPr>
        </p:nvSpPr>
        <p:spPr>
          <a:xfrm>
            <a:off x="7984619" y="2057400"/>
            <a:ext cx="3394823" cy="1877889"/>
          </a:xfrm>
          <a:prstGeom prst="rect">
            <a:avLst/>
          </a:prstGeom>
        </p:spPr>
        <p:txBody>
          <a:bodyPr anchor="ctr" anchorCtr="0"/>
          <a:lstStyle>
            <a:lvl1pPr marL="0" indent="0" algn="ctr">
              <a:buFontTx/>
              <a:buNone/>
              <a:defRPr sz="1067">
                <a:solidFill>
                  <a:schemeClr val="accent5"/>
                </a:solidFill>
                <a:latin typeface="Lato" panose="020F0502020204030203" pitchFamily="34" charset="0"/>
              </a:defRPr>
            </a:lvl1pPr>
          </a:lstStyle>
          <a:p>
            <a:endParaRPr lang="en-US"/>
          </a:p>
        </p:txBody>
      </p:sp>
      <p:sp>
        <p:nvSpPr>
          <p:cNvPr id="10" name="Text Placeholder 9"/>
          <p:cNvSpPr>
            <a:spLocks noGrp="1"/>
          </p:cNvSpPr>
          <p:nvPr>
            <p:ph type="body" sz="quarter" idx="10"/>
          </p:nvPr>
        </p:nvSpPr>
        <p:spPr>
          <a:xfrm>
            <a:off x="778936" y="767788"/>
            <a:ext cx="10604499" cy="511013"/>
          </a:xfrm>
          <a:prstGeom prst="rect">
            <a:avLst/>
          </a:prstGeom>
        </p:spPr>
        <p:txBody>
          <a:bodyPr lIns="0" tIns="0" rIns="0" bIns="0"/>
          <a:lstStyle>
            <a:lvl1pPr marL="0" indent="0" algn="l">
              <a:lnSpc>
                <a:spcPct val="100000"/>
              </a:lnSpc>
              <a:spcBef>
                <a:spcPts val="0"/>
              </a:spcBef>
              <a:buNone/>
              <a:defRPr sz="2933" b="0" cap="all" spc="67" baseline="0">
                <a:solidFill>
                  <a:schemeClr val="accent1"/>
                </a:solidFill>
                <a:latin typeface="Lato Black" panose="020F0A02020204030203" pitchFamily="34" charset="0"/>
                <a:ea typeface="Roboto" panose="02000000000000000000" pitchFamily="2" charset="0"/>
                <a:cs typeface="Open Sans" panose="020B0606030504020204" pitchFamily="34" charset="0"/>
              </a:defRPr>
            </a:lvl1pPr>
          </a:lstStyle>
          <a:p>
            <a:pPr lvl="0"/>
            <a:r>
              <a:rPr lang="en-US" dirty="0"/>
              <a:t>Click to edit Master text styles</a:t>
            </a:r>
          </a:p>
        </p:txBody>
      </p:sp>
      <p:sp>
        <p:nvSpPr>
          <p:cNvPr id="3" name="Text Placeholder 9"/>
          <p:cNvSpPr>
            <a:spLocks noGrp="1"/>
          </p:cNvSpPr>
          <p:nvPr>
            <p:ph type="body" sz="quarter" idx="11"/>
          </p:nvPr>
        </p:nvSpPr>
        <p:spPr>
          <a:xfrm>
            <a:off x="791633" y="1278801"/>
            <a:ext cx="10604499" cy="188459"/>
          </a:xfrm>
          <a:prstGeom prst="rect">
            <a:avLst/>
          </a:prstGeom>
        </p:spPr>
        <p:txBody>
          <a:bodyPr lIns="0" tIns="0" rIns="0" bIns="0"/>
          <a:lstStyle>
            <a:lvl1pPr marL="0" indent="0" algn="l">
              <a:lnSpc>
                <a:spcPts val="1600"/>
              </a:lnSpc>
              <a:spcBef>
                <a:spcPts val="0"/>
              </a:spcBef>
              <a:buNone/>
              <a:defRPr sz="1200" b="0" cap="none" spc="0" baseline="0">
                <a:solidFill>
                  <a:schemeClr val="accent4"/>
                </a:solidFill>
                <a:latin typeface="Lato" panose="020F0502020204030203" pitchFamily="34" charset="0"/>
                <a:ea typeface="Roboto" panose="02000000000000000000" pitchFamily="2" charset="0"/>
                <a:cs typeface="Open Sans" panose="020B0606030504020204" pitchFamily="34" charset="0"/>
              </a:defRPr>
            </a:lvl1pPr>
          </a:lstStyle>
          <a:p>
            <a:pPr lvl="0"/>
            <a:r>
              <a:rPr lang="en-US" dirty="0"/>
              <a:t>Click to edit Master text styles</a:t>
            </a:r>
          </a:p>
        </p:txBody>
      </p:sp>
      <p:cxnSp>
        <p:nvCxnSpPr>
          <p:cNvPr id="5" name="Straight Connector 4"/>
          <p:cNvCxnSpPr/>
          <p:nvPr userDrawn="1"/>
        </p:nvCxnSpPr>
        <p:spPr>
          <a:xfrm>
            <a:off x="791633" y="656089"/>
            <a:ext cx="121920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Box 22"/>
          <p:cNvSpPr txBox="1"/>
          <p:nvPr userDrawn="1"/>
        </p:nvSpPr>
        <p:spPr>
          <a:xfrm>
            <a:off x="10585897" y="6297122"/>
            <a:ext cx="275991" cy="164212"/>
          </a:xfrm>
          <a:prstGeom prst="rect">
            <a:avLst/>
          </a:prstGeom>
          <a:noFill/>
        </p:spPr>
        <p:txBody>
          <a:bodyPr wrap="square" lIns="0" tIns="0" rIns="0" bIns="0" rtlCol="0">
            <a:spAutoFit/>
          </a:bodyPr>
          <a:lstStyle/>
          <a:p>
            <a:pPr algn="r"/>
            <a:fld id="{27692F5A-FC14-4E83-B4CC-18F6C2D780A4}" type="slidenum">
              <a:rPr lang="en-US" sz="1067" b="0" spc="40" baseline="0" smtClean="0">
                <a:solidFill>
                  <a:schemeClr val="accent4"/>
                </a:solidFill>
                <a:latin typeface="Lato" panose="020F0502020204030203" pitchFamily="34" charset="0"/>
              </a:rPr>
              <a:pPr algn="r"/>
              <a:t>‹#›</a:t>
            </a:fld>
            <a:endParaRPr lang="en-US" sz="1067" b="0" spc="40" baseline="0" dirty="0">
              <a:solidFill>
                <a:schemeClr val="accent4"/>
              </a:solidFill>
              <a:latin typeface="Lato" panose="020F0502020204030203" pitchFamily="34" charset="0"/>
            </a:endParaRPr>
          </a:p>
        </p:txBody>
      </p:sp>
      <p:sp>
        <p:nvSpPr>
          <p:cNvPr id="11" name="Freeform 5">
            <a:hlinkClick r:id="" action="ppaction://hlinkshowjump?jump=nextslide"/>
          </p:cNvPr>
          <p:cNvSpPr>
            <a:spLocks noEditPoints="1"/>
          </p:cNvSpPr>
          <p:nvPr userDrawn="1"/>
        </p:nvSpPr>
        <p:spPr bwMode="auto">
          <a:xfrm>
            <a:off x="11209905" y="6284422"/>
            <a:ext cx="188345" cy="188345"/>
          </a:xfrm>
          <a:custGeom>
            <a:avLst/>
            <a:gdLst>
              <a:gd name="T0" fmla="*/ 883 w 2350"/>
              <a:gd name="T1" fmla="*/ 679 h 2350"/>
              <a:gd name="T2" fmla="*/ 1338 w 2350"/>
              <a:gd name="T3" fmla="*/ 1175 h 2350"/>
              <a:gd name="T4" fmla="*/ 883 w 2350"/>
              <a:gd name="T5" fmla="*/ 1671 h 2350"/>
              <a:gd name="T6" fmla="*/ 883 w 2350"/>
              <a:gd name="T7" fmla="*/ 1813 h 2350"/>
              <a:gd name="T8" fmla="*/ 1023 w 2350"/>
              <a:gd name="T9" fmla="*/ 1813 h 2350"/>
              <a:gd name="T10" fmla="*/ 1579 w 2350"/>
              <a:gd name="T11" fmla="*/ 1246 h 2350"/>
              <a:gd name="T12" fmla="*/ 1579 w 2350"/>
              <a:gd name="T13" fmla="*/ 1104 h 2350"/>
              <a:gd name="T14" fmla="*/ 1023 w 2350"/>
              <a:gd name="T15" fmla="*/ 537 h 2350"/>
              <a:gd name="T16" fmla="*/ 883 w 2350"/>
              <a:gd name="T17" fmla="*/ 537 h 2350"/>
              <a:gd name="T18" fmla="*/ 883 w 2350"/>
              <a:gd name="T19" fmla="*/ 679 h 2350"/>
              <a:gd name="T20" fmla="*/ 0 w 2350"/>
              <a:gd name="T21" fmla="*/ 1175 h 2350"/>
              <a:gd name="T22" fmla="*/ 1175 w 2350"/>
              <a:gd name="T23" fmla="*/ 2350 h 2350"/>
              <a:gd name="T24" fmla="*/ 2350 w 2350"/>
              <a:gd name="T25" fmla="*/ 1175 h 2350"/>
              <a:gd name="T26" fmla="*/ 1175 w 2350"/>
              <a:gd name="T27" fmla="*/ 0 h 2350"/>
              <a:gd name="T28" fmla="*/ 0 w 2350"/>
              <a:gd name="T29" fmla="*/ 1175 h 2350"/>
              <a:gd name="T30" fmla="*/ 2198 w 2350"/>
              <a:gd name="T31" fmla="*/ 1175 h 2350"/>
              <a:gd name="T32" fmla="*/ 1175 w 2350"/>
              <a:gd name="T33" fmla="*/ 2198 h 2350"/>
              <a:gd name="T34" fmla="*/ 152 w 2350"/>
              <a:gd name="T35" fmla="*/ 1175 h 2350"/>
              <a:gd name="T36" fmla="*/ 1175 w 2350"/>
              <a:gd name="T37" fmla="*/ 152 h 2350"/>
              <a:gd name="T38" fmla="*/ 2198 w 2350"/>
              <a:gd name="T39" fmla="*/ 1175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350" h="2350">
                <a:moveTo>
                  <a:pt x="883" y="679"/>
                </a:moveTo>
                <a:cubicBezTo>
                  <a:pt x="1338" y="1175"/>
                  <a:pt x="1338" y="1175"/>
                  <a:pt x="1338" y="1175"/>
                </a:cubicBezTo>
                <a:cubicBezTo>
                  <a:pt x="883" y="1671"/>
                  <a:pt x="883" y="1671"/>
                  <a:pt x="883" y="1671"/>
                </a:cubicBezTo>
                <a:cubicBezTo>
                  <a:pt x="844" y="1710"/>
                  <a:pt x="844" y="1774"/>
                  <a:pt x="883" y="1813"/>
                </a:cubicBezTo>
                <a:cubicBezTo>
                  <a:pt x="922" y="1852"/>
                  <a:pt x="985" y="1852"/>
                  <a:pt x="1023" y="1813"/>
                </a:cubicBezTo>
                <a:cubicBezTo>
                  <a:pt x="1579" y="1246"/>
                  <a:pt x="1579" y="1246"/>
                  <a:pt x="1579" y="1246"/>
                </a:cubicBezTo>
                <a:cubicBezTo>
                  <a:pt x="1618" y="1207"/>
                  <a:pt x="1618" y="1143"/>
                  <a:pt x="1579" y="1104"/>
                </a:cubicBezTo>
                <a:cubicBezTo>
                  <a:pt x="1023" y="537"/>
                  <a:pt x="1023" y="537"/>
                  <a:pt x="1023" y="537"/>
                </a:cubicBezTo>
                <a:cubicBezTo>
                  <a:pt x="985" y="498"/>
                  <a:pt x="922" y="498"/>
                  <a:pt x="883" y="537"/>
                </a:cubicBezTo>
                <a:cubicBezTo>
                  <a:pt x="844" y="576"/>
                  <a:pt x="844" y="640"/>
                  <a:pt x="883" y="679"/>
                </a:cubicBezTo>
                <a:close/>
                <a:moveTo>
                  <a:pt x="0" y="1175"/>
                </a:moveTo>
                <a:cubicBezTo>
                  <a:pt x="0" y="1824"/>
                  <a:pt x="526" y="2350"/>
                  <a:pt x="1175" y="2350"/>
                </a:cubicBezTo>
                <a:cubicBezTo>
                  <a:pt x="1824" y="2350"/>
                  <a:pt x="2350" y="1824"/>
                  <a:pt x="2350" y="1175"/>
                </a:cubicBezTo>
                <a:cubicBezTo>
                  <a:pt x="2350" y="526"/>
                  <a:pt x="1824" y="0"/>
                  <a:pt x="1175" y="0"/>
                </a:cubicBezTo>
                <a:cubicBezTo>
                  <a:pt x="526" y="0"/>
                  <a:pt x="0" y="526"/>
                  <a:pt x="0" y="1175"/>
                </a:cubicBezTo>
                <a:close/>
                <a:moveTo>
                  <a:pt x="2198" y="1175"/>
                </a:moveTo>
                <a:cubicBezTo>
                  <a:pt x="2198" y="1740"/>
                  <a:pt x="1740" y="2198"/>
                  <a:pt x="1175" y="2198"/>
                </a:cubicBezTo>
                <a:cubicBezTo>
                  <a:pt x="610" y="2198"/>
                  <a:pt x="152" y="1740"/>
                  <a:pt x="152" y="1175"/>
                </a:cubicBezTo>
                <a:cubicBezTo>
                  <a:pt x="152" y="610"/>
                  <a:pt x="610" y="152"/>
                  <a:pt x="1175" y="152"/>
                </a:cubicBezTo>
                <a:cubicBezTo>
                  <a:pt x="1740" y="152"/>
                  <a:pt x="2198" y="610"/>
                  <a:pt x="2198" y="1175"/>
                </a:cubicBezTo>
                <a:close/>
              </a:path>
            </a:pathLst>
          </a:custGeom>
          <a:solidFill>
            <a:schemeClr val="accent5"/>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2" name="Freeform 5">
            <a:hlinkClick r:id="" action="ppaction://hlinkshowjump?jump=previousslide"/>
          </p:cNvPr>
          <p:cNvSpPr>
            <a:spLocks noEditPoints="1"/>
          </p:cNvSpPr>
          <p:nvPr userDrawn="1"/>
        </p:nvSpPr>
        <p:spPr bwMode="auto">
          <a:xfrm>
            <a:off x="10992130" y="6284422"/>
            <a:ext cx="188345" cy="188345"/>
          </a:xfrm>
          <a:custGeom>
            <a:avLst/>
            <a:gdLst>
              <a:gd name="T0" fmla="*/ 1467 w 2350"/>
              <a:gd name="T1" fmla="*/ 1671 h 2350"/>
              <a:gd name="T2" fmla="*/ 1012 w 2350"/>
              <a:gd name="T3" fmla="*/ 1175 h 2350"/>
              <a:gd name="T4" fmla="*/ 1467 w 2350"/>
              <a:gd name="T5" fmla="*/ 679 h 2350"/>
              <a:gd name="T6" fmla="*/ 1467 w 2350"/>
              <a:gd name="T7" fmla="*/ 537 h 2350"/>
              <a:gd name="T8" fmla="*/ 1327 w 2350"/>
              <a:gd name="T9" fmla="*/ 537 h 2350"/>
              <a:gd name="T10" fmla="*/ 771 w 2350"/>
              <a:gd name="T11" fmla="*/ 1104 h 2350"/>
              <a:gd name="T12" fmla="*/ 771 w 2350"/>
              <a:gd name="T13" fmla="*/ 1246 h 2350"/>
              <a:gd name="T14" fmla="*/ 1327 w 2350"/>
              <a:gd name="T15" fmla="*/ 1813 h 2350"/>
              <a:gd name="T16" fmla="*/ 1467 w 2350"/>
              <a:gd name="T17" fmla="*/ 1813 h 2350"/>
              <a:gd name="T18" fmla="*/ 1467 w 2350"/>
              <a:gd name="T19" fmla="*/ 1671 h 2350"/>
              <a:gd name="T20" fmla="*/ 2350 w 2350"/>
              <a:gd name="T21" fmla="*/ 1175 h 2350"/>
              <a:gd name="T22" fmla="*/ 1175 w 2350"/>
              <a:gd name="T23" fmla="*/ 0 h 2350"/>
              <a:gd name="T24" fmla="*/ 0 w 2350"/>
              <a:gd name="T25" fmla="*/ 1175 h 2350"/>
              <a:gd name="T26" fmla="*/ 1175 w 2350"/>
              <a:gd name="T27" fmla="*/ 2350 h 2350"/>
              <a:gd name="T28" fmla="*/ 2350 w 2350"/>
              <a:gd name="T29" fmla="*/ 1175 h 2350"/>
              <a:gd name="T30" fmla="*/ 152 w 2350"/>
              <a:gd name="T31" fmla="*/ 1175 h 2350"/>
              <a:gd name="T32" fmla="*/ 1175 w 2350"/>
              <a:gd name="T33" fmla="*/ 152 h 2350"/>
              <a:gd name="T34" fmla="*/ 2198 w 2350"/>
              <a:gd name="T35" fmla="*/ 1175 h 2350"/>
              <a:gd name="T36" fmla="*/ 1175 w 2350"/>
              <a:gd name="T37" fmla="*/ 2198 h 2350"/>
              <a:gd name="T38" fmla="*/ 152 w 2350"/>
              <a:gd name="T39" fmla="*/ 1175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350" h="2350">
                <a:moveTo>
                  <a:pt x="1467" y="1671"/>
                </a:moveTo>
                <a:cubicBezTo>
                  <a:pt x="1012" y="1175"/>
                  <a:pt x="1012" y="1175"/>
                  <a:pt x="1012" y="1175"/>
                </a:cubicBezTo>
                <a:cubicBezTo>
                  <a:pt x="1467" y="679"/>
                  <a:pt x="1467" y="679"/>
                  <a:pt x="1467" y="679"/>
                </a:cubicBezTo>
                <a:cubicBezTo>
                  <a:pt x="1506" y="640"/>
                  <a:pt x="1506" y="576"/>
                  <a:pt x="1467" y="537"/>
                </a:cubicBezTo>
                <a:cubicBezTo>
                  <a:pt x="1428" y="498"/>
                  <a:pt x="1365" y="498"/>
                  <a:pt x="1327" y="537"/>
                </a:cubicBezTo>
                <a:cubicBezTo>
                  <a:pt x="771" y="1104"/>
                  <a:pt x="771" y="1104"/>
                  <a:pt x="771" y="1104"/>
                </a:cubicBezTo>
                <a:cubicBezTo>
                  <a:pt x="732" y="1143"/>
                  <a:pt x="732" y="1207"/>
                  <a:pt x="771" y="1246"/>
                </a:cubicBezTo>
                <a:cubicBezTo>
                  <a:pt x="1327" y="1813"/>
                  <a:pt x="1327" y="1813"/>
                  <a:pt x="1327" y="1813"/>
                </a:cubicBezTo>
                <a:cubicBezTo>
                  <a:pt x="1365" y="1852"/>
                  <a:pt x="1428" y="1852"/>
                  <a:pt x="1467" y="1813"/>
                </a:cubicBezTo>
                <a:cubicBezTo>
                  <a:pt x="1506" y="1774"/>
                  <a:pt x="1506" y="1710"/>
                  <a:pt x="1467" y="1671"/>
                </a:cubicBezTo>
                <a:close/>
                <a:moveTo>
                  <a:pt x="2350" y="1175"/>
                </a:moveTo>
                <a:cubicBezTo>
                  <a:pt x="2350" y="526"/>
                  <a:pt x="1824" y="0"/>
                  <a:pt x="1175" y="0"/>
                </a:cubicBezTo>
                <a:cubicBezTo>
                  <a:pt x="526" y="0"/>
                  <a:pt x="0" y="526"/>
                  <a:pt x="0" y="1175"/>
                </a:cubicBezTo>
                <a:cubicBezTo>
                  <a:pt x="0" y="1824"/>
                  <a:pt x="526" y="2350"/>
                  <a:pt x="1175" y="2350"/>
                </a:cubicBezTo>
                <a:cubicBezTo>
                  <a:pt x="1824" y="2350"/>
                  <a:pt x="2350" y="1824"/>
                  <a:pt x="2350" y="1175"/>
                </a:cubicBezTo>
                <a:close/>
                <a:moveTo>
                  <a:pt x="152" y="1175"/>
                </a:moveTo>
                <a:cubicBezTo>
                  <a:pt x="152" y="610"/>
                  <a:pt x="610" y="152"/>
                  <a:pt x="1175" y="152"/>
                </a:cubicBezTo>
                <a:cubicBezTo>
                  <a:pt x="1740" y="152"/>
                  <a:pt x="2198" y="610"/>
                  <a:pt x="2198" y="1175"/>
                </a:cubicBezTo>
                <a:cubicBezTo>
                  <a:pt x="2198" y="1740"/>
                  <a:pt x="1740" y="2198"/>
                  <a:pt x="1175" y="2198"/>
                </a:cubicBezTo>
                <a:cubicBezTo>
                  <a:pt x="610" y="2198"/>
                  <a:pt x="152" y="1740"/>
                  <a:pt x="152" y="1175"/>
                </a:cubicBezTo>
                <a:close/>
              </a:path>
            </a:pathLst>
          </a:custGeom>
          <a:solidFill>
            <a:schemeClr val="accent5"/>
          </a:solidFill>
          <a:ln>
            <a:noFill/>
          </a:ln>
        </p:spPr>
        <p:txBody>
          <a:bodyPr vert="horz" wrap="square" lIns="121920" tIns="60960" rIns="121920" bIns="60960" numCol="1" anchor="t" anchorCtr="0" compatLnSpc="1">
            <a:prstTxWarp prst="textNoShape">
              <a:avLst/>
            </a:prstTxWarp>
          </a:bodyPr>
          <a:lstStyle/>
          <a:p>
            <a:endParaRPr lang="en-US" sz="2400"/>
          </a:p>
        </p:txBody>
      </p:sp>
      <p:pic>
        <p:nvPicPr>
          <p:cNvPr id="13" name="Picture 12">
            <a:extLst>
              <a:ext uri="{FF2B5EF4-FFF2-40B4-BE49-F238E27FC236}">
                <a16:creationId xmlns:a16="http://schemas.microsoft.com/office/drawing/2014/main" id="{02E5A025-B9EC-4B3B-8A5A-78BE0B998494}"/>
              </a:ext>
            </a:extLst>
          </p:cNvPr>
          <p:cNvPicPr>
            <a:picLocks noChangeAspect="1"/>
          </p:cNvPicPr>
          <p:nvPr userDrawn="1"/>
        </p:nvPicPr>
        <p:blipFill>
          <a:blip r:embed="rId2"/>
          <a:stretch>
            <a:fillRect/>
          </a:stretch>
        </p:blipFill>
        <p:spPr>
          <a:xfrm>
            <a:off x="9311851" y="156465"/>
            <a:ext cx="2118996" cy="495873"/>
          </a:xfrm>
          <a:prstGeom prst="rect">
            <a:avLst/>
          </a:prstGeom>
        </p:spPr>
      </p:pic>
    </p:spTree>
    <p:extLst>
      <p:ext uri="{BB962C8B-B14F-4D97-AF65-F5344CB8AC3E}">
        <p14:creationId xmlns:p14="http://schemas.microsoft.com/office/powerpoint/2010/main" val="1532954783"/>
      </p:ext>
    </p:extLst>
  </p:cSld>
  <p:clrMapOvr>
    <a:masterClrMapping/>
  </p:clrMapOvr>
  <mc:AlternateContent xmlns:mc="http://schemas.openxmlformats.org/markup-compatibility/2006" xmlns:p14="http://schemas.microsoft.com/office/powerpoint/2010/main">
    <mc:Choice Requires="p14">
      <p:transition spd="slow" p14:dur="3500">
        <p14:window dir="vert"/>
      </p:transition>
    </mc:Choice>
    <mc:Fallback xmlns="">
      <p:transition spd="slow">
        <p:fade/>
      </p:transition>
    </mc:Fallback>
  </mc:AlternateContent>
  <p:extLst>
    <p:ext uri="{DCECCB84-F9BA-43D5-87BE-67443E8EF086}">
      <p15:sldGuideLst xmlns:p15="http://schemas.microsoft.com/office/powerpoint/2012/main">
        <p15:guide id="1" orient="horz" pos="2700">
          <p15:clr>
            <a:srgbClr val="FBAE40"/>
          </p15:clr>
        </p15:guide>
        <p15:guide id="2" pos="5384">
          <p15:clr>
            <a:srgbClr val="FBAE40"/>
          </p15:clr>
        </p15:guide>
        <p15:guide id="3" pos="374">
          <p15:clr>
            <a:srgbClr val="FBAE40"/>
          </p15:clr>
        </p15:guide>
        <p15:guide id="4" orient="horz" pos="306">
          <p15:clr>
            <a:srgbClr val="FBAE40"/>
          </p15:clr>
        </p15:guide>
        <p15:guide id="5" orient="horz" pos="972">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iPhone Mockup 01">
    <p:spTree>
      <p:nvGrpSpPr>
        <p:cNvPr id="1" name=""/>
        <p:cNvGrpSpPr/>
        <p:nvPr/>
      </p:nvGrpSpPr>
      <p:grpSpPr>
        <a:xfrm>
          <a:off x="0" y="0"/>
          <a:ext cx="0" cy="0"/>
          <a:chOff x="0" y="0"/>
          <a:chExt cx="0" cy="0"/>
        </a:xfrm>
      </p:grpSpPr>
      <p:sp>
        <p:nvSpPr>
          <p:cNvPr id="2" name="Rectangle 1"/>
          <p:cNvSpPr/>
          <p:nvPr userDrawn="1"/>
        </p:nvSpPr>
        <p:spPr>
          <a:xfrm>
            <a:off x="0" y="0"/>
            <a:ext cx="12192000" cy="6858000"/>
          </a:xfrm>
          <a:prstGeom prst="rect">
            <a:avLst/>
          </a:prstGeom>
          <a:solidFill>
            <a:srgbClr val="CC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82047" y="1512912"/>
            <a:ext cx="3220988" cy="4705061"/>
          </a:xfrm>
          <a:prstGeom prst="rect">
            <a:avLst/>
          </a:prstGeom>
        </p:spPr>
      </p:pic>
      <p:sp>
        <p:nvSpPr>
          <p:cNvPr id="4" name="Picture Placeholder 25"/>
          <p:cNvSpPr>
            <a:spLocks noGrp="1"/>
          </p:cNvSpPr>
          <p:nvPr>
            <p:ph type="pic" sz="quarter" idx="14"/>
          </p:nvPr>
        </p:nvSpPr>
        <p:spPr>
          <a:xfrm>
            <a:off x="961120" y="2260734"/>
            <a:ext cx="1640267" cy="2976033"/>
          </a:xfrm>
          <a:custGeom>
            <a:avLst/>
            <a:gdLst>
              <a:gd name="connsiteX0" fmla="*/ 26656 w 4082023"/>
              <a:gd name="connsiteY0" fmla="*/ 0 h 7233920"/>
              <a:gd name="connsiteX1" fmla="*/ 4055367 w 4082023"/>
              <a:gd name="connsiteY1" fmla="*/ 0 h 7233920"/>
              <a:gd name="connsiteX2" fmla="*/ 4082023 w 4082023"/>
              <a:gd name="connsiteY2" fmla="*/ 26656 h 7233920"/>
              <a:gd name="connsiteX3" fmla="*/ 4082023 w 4082023"/>
              <a:gd name="connsiteY3" fmla="*/ 7207264 h 7233920"/>
              <a:gd name="connsiteX4" fmla="*/ 4055367 w 4082023"/>
              <a:gd name="connsiteY4" fmla="*/ 7233920 h 7233920"/>
              <a:gd name="connsiteX5" fmla="*/ 26656 w 4082023"/>
              <a:gd name="connsiteY5" fmla="*/ 7233920 h 7233920"/>
              <a:gd name="connsiteX6" fmla="*/ 0 w 4082023"/>
              <a:gd name="connsiteY6" fmla="*/ 7207264 h 7233920"/>
              <a:gd name="connsiteX7" fmla="*/ 0 w 4082023"/>
              <a:gd name="connsiteY7" fmla="*/ 26656 h 7233920"/>
              <a:gd name="connsiteX8" fmla="*/ 26656 w 4082023"/>
              <a:gd name="connsiteY8" fmla="*/ 0 h 7233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82023" h="7233920">
                <a:moveTo>
                  <a:pt x="26656" y="0"/>
                </a:moveTo>
                <a:lnTo>
                  <a:pt x="4055367" y="0"/>
                </a:lnTo>
                <a:cubicBezTo>
                  <a:pt x="4070091" y="0"/>
                  <a:pt x="4082023" y="11934"/>
                  <a:pt x="4082023" y="26656"/>
                </a:cubicBezTo>
                <a:lnTo>
                  <a:pt x="4082023" y="7207264"/>
                </a:lnTo>
                <a:cubicBezTo>
                  <a:pt x="4082023" y="7221986"/>
                  <a:pt x="4070091" y="7233920"/>
                  <a:pt x="4055367" y="7233920"/>
                </a:cubicBezTo>
                <a:lnTo>
                  <a:pt x="26656" y="7233920"/>
                </a:lnTo>
                <a:cubicBezTo>
                  <a:pt x="11934" y="7233920"/>
                  <a:pt x="0" y="7221986"/>
                  <a:pt x="0" y="7207264"/>
                </a:cubicBezTo>
                <a:lnTo>
                  <a:pt x="0" y="26656"/>
                </a:lnTo>
                <a:cubicBezTo>
                  <a:pt x="0" y="11934"/>
                  <a:pt x="11934" y="0"/>
                  <a:pt x="26656" y="0"/>
                </a:cubicBezTo>
                <a:close/>
              </a:path>
            </a:pathLst>
          </a:custGeom>
          <a:noFill/>
          <a:ln w="6350">
            <a:solidFill>
              <a:schemeClr val="accent1"/>
            </a:solidFill>
          </a:ln>
        </p:spPr>
        <p:txBody>
          <a:bodyPr wrap="square" lIns="0" tIns="0" rIns="0" bIns="0" anchor="ctr" anchorCtr="0">
            <a:noAutofit/>
          </a:bodyPr>
          <a:lstStyle>
            <a:lvl1pPr marL="0" indent="0" algn="ctr">
              <a:buFontTx/>
              <a:buNone/>
              <a:defRPr sz="1067">
                <a:solidFill>
                  <a:schemeClr val="accent5"/>
                </a:solidFill>
                <a:latin typeface="Lato" panose="020F0502020204030203" pitchFamily="34" charset="0"/>
                <a:ea typeface="Open Sans Light" panose="020B0306030504020204" pitchFamily="34" charset="0"/>
                <a:cs typeface="Open Sans Light" panose="020B0306030504020204" pitchFamily="34" charset="0"/>
              </a:defRPr>
            </a:lvl1pPr>
          </a:lstStyle>
          <a:p>
            <a:endParaRPr lang="en-US"/>
          </a:p>
        </p:txBody>
      </p:sp>
      <p:sp>
        <p:nvSpPr>
          <p:cNvPr id="11" name="Text Placeholder 9"/>
          <p:cNvSpPr>
            <a:spLocks noGrp="1"/>
          </p:cNvSpPr>
          <p:nvPr>
            <p:ph type="body" sz="quarter" idx="10"/>
          </p:nvPr>
        </p:nvSpPr>
        <p:spPr>
          <a:xfrm>
            <a:off x="778936" y="767788"/>
            <a:ext cx="10604499" cy="511013"/>
          </a:xfrm>
          <a:prstGeom prst="rect">
            <a:avLst/>
          </a:prstGeom>
        </p:spPr>
        <p:txBody>
          <a:bodyPr lIns="0" tIns="0" rIns="0" bIns="0"/>
          <a:lstStyle>
            <a:lvl1pPr marL="0" indent="0" algn="l">
              <a:lnSpc>
                <a:spcPct val="100000"/>
              </a:lnSpc>
              <a:spcBef>
                <a:spcPts val="0"/>
              </a:spcBef>
              <a:buNone/>
              <a:defRPr sz="2933" b="0" cap="all" spc="67" baseline="0">
                <a:solidFill>
                  <a:schemeClr val="bg1"/>
                </a:solidFill>
                <a:latin typeface="Lato Black" panose="020F0A02020204030203" pitchFamily="34" charset="0"/>
                <a:ea typeface="Roboto" panose="02000000000000000000" pitchFamily="2" charset="0"/>
                <a:cs typeface="Open Sans" panose="020B0606030504020204" pitchFamily="34" charset="0"/>
              </a:defRPr>
            </a:lvl1pPr>
          </a:lstStyle>
          <a:p>
            <a:pPr lvl="0"/>
            <a:r>
              <a:rPr lang="en-US" dirty="0"/>
              <a:t>Click to edit Master text styles</a:t>
            </a:r>
          </a:p>
        </p:txBody>
      </p:sp>
      <p:sp>
        <p:nvSpPr>
          <p:cNvPr id="12" name="Text Placeholder 9"/>
          <p:cNvSpPr>
            <a:spLocks noGrp="1"/>
          </p:cNvSpPr>
          <p:nvPr>
            <p:ph type="body" sz="quarter" idx="11"/>
          </p:nvPr>
        </p:nvSpPr>
        <p:spPr>
          <a:xfrm>
            <a:off x="791633" y="1278801"/>
            <a:ext cx="10604499" cy="188459"/>
          </a:xfrm>
          <a:prstGeom prst="rect">
            <a:avLst/>
          </a:prstGeom>
        </p:spPr>
        <p:txBody>
          <a:bodyPr lIns="0" tIns="0" rIns="0" bIns="0"/>
          <a:lstStyle>
            <a:lvl1pPr marL="0" indent="0" algn="l">
              <a:lnSpc>
                <a:spcPts val="1600"/>
              </a:lnSpc>
              <a:spcBef>
                <a:spcPts val="0"/>
              </a:spcBef>
              <a:buNone/>
              <a:defRPr sz="1200" b="0" cap="none" spc="0" baseline="0">
                <a:solidFill>
                  <a:schemeClr val="bg1"/>
                </a:solidFill>
                <a:latin typeface="Lato" panose="020F0502020204030203" pitchFamily="34" charset="0"/>
                <a:ea typeface="Roboto" panose="02000000000000000000" pitchFamily="2" charset="0"/>
                <a:cs typeface="Open Sans" panose="020B0606030504020204" pitchFamily="34" charset="0"/>
              </a:defRPr>
            </a:lvl1pPr>
          </a:lstStyle>
          <a:p>
            <a:pPr lvl="0"/>
            <a:r>
              <a:rPr lang="en-US" dirty="0"/>
              <a:t>Click to edit Master text styles</a:t>
            </a:r>
          </a:p>
        </p:txBody>
      </p:sp>
      <p:cxnSp>
        <p:nvCxnSpPr>
          <p:cNvPr id="13" name="Straight Connector 12"/>
          <p:cNvCxnSpPr/>
          <p:nvPr userDrawn="1"/>
        </p:nvCxnSpPr>
        <p:spPr>
          <a:xfrm>
            <a:off x="791633" y="656089"/>
            <a:ext cx="121920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pic>
        <p:nvPicPr>
          <p:cNvPr id="14" name="Picture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917170" y="1512912"/>
            <a:ext cx="3220988" cy="4705061"/>
          </a:xfrm>
          <a:prstGeom prst="rect">
            <a:avLst/>
          </a:prstGeom>
        </p:spPr>
      </p:pic>
      <p:sp>
        <p:nvSpPr>
          <p:cNvPr id="15" name="Picture Placeholder 25"/>
          <p:cNvSpPr>
            <a:spLocks noGrp="1"/>
          </p:cNvSpPr>
          <p:nvPr>
            <p:ph type="pic" sz="quarter" idx="15"/>
          </p:nvPr>
        </p:nvSpPr>
        <p:spPr>
          <a:xfrm>
            <a:off x="6696243" y="2260734"/>
            <a:ext cx="1640267" cy="2976033"/>
          </a:xfrm>
          <a:custGeom>
            <a:avLst/>
            <a:gdLst>
              <a:gd name="connsiteX0" fmla="*/ 26656 w 4082023"/>
              <a:gd name="connsiteY0" fmla="*/ 0 h 7233920"/>
              <a:gd name="connsiteX1" fmla="*/ 4055367 w 4082023"/>
              <a:gd name="connsiteY1" fmla="*/ 0 h 7233920"/>
              <a:gd name="connsiteX2" fmla="*/ 4082023 w 4082023"/>
              <a:gd name="connsiteY2" fmla="*/ 26656 h 7233920"/>
              <a:gd name="connsiteX3" fmla="*/ 4082023 w 4082023"/>
              <a:gd name="connsiteY3" fmla="*/ 7207264 h 7233920"/>
              <a:gd name="connsiteX4" fmla="*/ 4055367 w 4082023"/>
              <a:gd name="connsiteY4" fmla="*/ 7233920 h 7233920"/>
              <a:gd name="connsiteX5" fmla="*/ 26656 w 4082023"/>
              <a:gd name="connsiteY5" fmla="*/ 7233920 h 7233920"/>
              <a:gd name="connsiteX6" fmla="*/ 0 w 4082023"/>
              <a:gd name="connsiteY6" fmla="*/ 7207264 h 7233920"/>
              <a:gd name="connsiteX7" fmla="*/ 0 w 4082023"/>
              <a:gd name="connsiteY7" fmla="*/ 26656 h 7233920"/>
              <a:gd name="connsiteX8" fmla="*/ 26656 w 4082023"/>
              <a:gd name="connsiteY8" fmla="*/ 0 h 7233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82023" h="7233920">
                <a:moveTo>
                  <a:pt x="26656" y="0"/>
                </a:moveTo>
                <a:lnTo>
                  <a:pt x="4055367" y="0"/>
                </a:lnTo>
                <a:cubicBezTo>
                  <a:pt x="4070091" y="0"/>
                  <a:pt x="4082023" y="11934"/>
                  <a:pt x="4082023" y="26656"/>
                </a:cubicBezTo>
                <a:lnTo>
                  <a:pt x="4082023" y="7207264"/>
                </a:lnTo>
                <a:cubicBezTo>
                  <a:pt x="4082023" y="7221986"/>
                  <a:pt x="4070091" y="7233920"/>
                  <a:pt x="4055367" y="7233920"/>
                </a:cubicBezTo>
                <a:lnTo>
                  <a:pt x="26656" y="7233920"/>
                </a:lnTo>
                <a:cubicBezTo>
                  <a:pt x="11934" y="7233920"/>
                  <a:pt x="0" y="7221986"/>
                  <a:pt x="0" y="7207264"/>
                </a:cubicBezTo>
                <a:lnTo>
                  <a:pt x="0" y="26656"/>
                </a:lnTo>
                <a:cubicBezTo>
                  <a:pt x="0" y="11934"/>
                  <a:pt x="11934" y="0"/>
                  <a:pt x="26656" y="0"/>
                </a:cubicBezTo>
                <a:close/>
              </a:path>
            </a:pathLst>
          </a:custGeom>
          <a:noFill/>
          <a:ln w="6350">
            <a:solidFill>
              <a:schemeClr val="accent1"/>
            </a:solidFill>
          </a:ln>
        </p:spPr>
        <p:txBody>
          <a:bodyPr wrap="square" lIns="0" tIns="0" rIns="0" bIns="0" anchor="ctr" anchorCtr="0">
            <a:noAutofit/>
          </a:bodyPr>
          <a:lstStyle>
            <a:lvl1pPr marL="0" indent="0" algn="ctr">
              <a:buFontTx/>
              <a:buNone/>
              <a:defRPr sz="1067">
                <a:solidFill>
                  <a:schemeClr val="accent5"/>
                </a:solidFill>
                <a:latin typeface="Lato" panose="020F0502020204030203" pitchFamily="34" charset="0"/>
                <a:ea typeface="Open Sans Light" panose="020B0306030504020204" pitchFamily="34" charset="0"/>
                <a:cs typeface="Open Sans Light" panose="020B0306030504020204" pitchFamily="34" charset="0"/>
              </a:defRPr>
            </a:lvl1pPr>
          </a:lstStyle>
          <a:p>
            <a:endParaRPr lang="en-US"/>
          </a:p>
        </p:txBody>
      </p:sp>
      <p:pic>
        <p:nvPicPr>
          <p:cNvPr id="16" name="Picture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784731" y="1918827"/>
            <a:ext cx="3220988" cy="4705061"/>
          </a:xfrm>
          <a:prstGeom prst="rect">
            <a:avLst/>
          </a:prstGeom>
        </p:spPr>
      </p:pic>
      <p:sp>
        <p:nvSpPr>
          <p:cNvPr id="17" name="Picture Placeholder 25"/>
          <p:cNvSpPr>
            <a:spLocks noGrp="1"/>
          </p:cNvSpPr>
          <p:nvPr>
            <p:ph type="pic" sz="quarter" idx="16"/>
          </p:nvPr>
        </p:nvSpPr>
        <p:spPr>
          <a:xfrm>
            <a:off x="9563804" y="2666649"/>
            <a:ext cx="1640267" cy="2976033"/>
          </a:xfrm>
          <a:custGeom>
            <a:avLst/>
            <a:gdLst>
              <a:gd name="connsiteX0" fmla="*/ 26656 w 4082023"/>
              <a:gd name="connsiteY0" fmla="*/ 0 h 7233920"/>
              <a:gd name="connsiteX1" fmla="*/ 4055367 w 4082023"/>
              <a:gd name="connsiteY1" fmla="*/ 0 h 7233920"/>
              <a:gd name="connsiteX2" fmla="*/ 4082023 w 4082023"/>
              <a:gd name="connsiteY2" fmla="*/ 26656 h 7233920"/>
              <a:gd name="connsiteX3" fmla="*/ 4082023 w 4082023"/>
              <a:gd name="connsiteY3" fmla="*/ 7207264 h 7233920"/>
              <a:gd name="connsiteX4" fmla="*/ 4055367 w 4082023"/>
              <a:gd name="connsiteY4" fmla="*/ 7233920 h 7233920"/>
              <a:gd name="connsiteX5" fmla="*/ 26656 w 4082023"/>
              <a:gd name="connsiteY5" fmla="*/ 7233920 h 7233920"/>
              <a:gd name="connsiteX6" fmla="*/ 0 w 4082023"/>
              <a:gd name="connsiteY6" fmla="*/ 7207264 h 7233920"/>
              <a:gd name="connsiteX7" fmla="*/ 0 w 4082023"/>
              <a:gd name="connsiteY7" fmla="*/ 26656 h 7233920"/>
              <a:gd name="connsiteX8" fmla="*/ 26656 w 4082023"/>
              <a:gd name="connsiteY8" fmla="*/ 0 h 7233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82023" h="7233920">
                <a:moveTo>
                  <a:pt x="26656" y="0"/>
                </a:moveTo>
                <a:lnTo>
                  <a:pt x="4055367" y="0"/>
                </a:lnTo>
                <a:cubicBezTo>
                  <a:pt x="4070091" y="0"/>
                  <a:pt x="4082023" y="11934"/>
                  <a:pt x="4082023" y="26656"/>
                </a:cubicBezTo>
                <a:lnTo>
                  <a:pt x="4082023" y="7207264"/>
                </a:lnTo>
                <a:cubicBezTo>
                  <a:pt x="4082023" y="7221986"/>
                  <a:pt x="4070091" y="7233920"/>
                  <a:pt x="4055367" y="7233920"/>
                </a:cubicBezTo>
                <a:lnTo>
                  <a:pt x="26656" y="7233920"/>
                </a:lnTo>
                <a:cubicBezTo>
                  <a:pt x="11934" y="7233920"/>
                  <a:pt x="0" y="7221986"/>
                  <a:pt x="0" y="7207264"/>
                </a:cubicBezTo>
                <a:lnTo>
                  <a:pt x="0" y="26656"/>
                </a:lnTo>
                <a:cubicBezTo>
                  <a:pt x="0" y="11934"/>
                  <a:pt x="11934" y="0"/>
                  <a:pt x="26656" y="0"/>
                </a:cubicBezTo>
                <a:close/>
              </a:path>
            </a:pathLst>
          </a:custGeom>
          <a:noFill/>
          <a:ln w="6350">
            <a:solidFill>
              <a:schemeClr val="accent1"/>
            </a:solidFill>
          </a:ln>
        </p:spPr>
        <p:txBody>
          <a:bodyPr wrap="square" lIns="0" tIns="0" rIns="0" bIns="0" anchor="ctr" anchorCtr="0">
            <a:noAutofit/>
          </a:bodyPr>
          <a:lstStyle>
            <a:lvl1pPr marL="0" indent="0" algn="ctr">
              <a:buFontTx/>
              <a:buNone/>
              <a:defRPr sz="1067">
                <a:solidFill>
                  <a:schemeClr val="accent5"/>
                </a:solidFill>
                <a:latin typeface="Lato" panose="020F0502020204030203" pitchFamily="34" charset="0"/>
                <a:ea typeface="Open Sans Light" panose="020B0306030504020204" pitchFamily="34" charset="0"/>
                <a:cs typeface="Open Sans Light" panose="020B0306030504020204" pitchFamily="34" charset="0"/>
              </a:defRPr>
            </a:lvl1pPr>
          </a:lstStyle>
          <a:p>
            <a:endParaRPr lang="en-US"/>
          </a:p>
        </p:txBody>
      </p:sp>
      <p:pic>
        <p:nvPicPr>
          <p:cNvPr id="18" name="Picture 1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049609" y="1918827"/>
            <a:ext cx="3220988" cy="4705061"/>
          </a:xfrm>
          <a:prstGeom prst="rect">
            <a:avLst/>
          </a:prstGeom>
        </p:spPr>
      </p:pic>
      <p:sp>
        <p:nvSpPr>
          <p:cNvPr id="19" name="Picture Placeholder 25"/>
          <p:cNvSpPr>
            <a:spLocks noGrp="1"/>
          </p:cNvSpPr>
          <p:nvPr>
            <p:ph type="pic" sz="quarter" idx="17"/>
          </p:nvPr>
        </p:nvSpPr>
        <p:spPr>
          <a:xfrm>
            <a:off x="3828681" y="2666649"/>
            <a:ext cx="1640267" cy="2976033"/>
          </a:xfrm>
          <a:custGeom>
            <a:avLst/>
            <a:gdLst>
              <a:gd name="connsiteX0" fmla="*/ 26656 w 4082023"/>
              <a:gd name="connsiteY0" fmla="*/ 0 h 7233920"/>
              <a:gd name="connsiteX1" fmla="*/ 4055367 w 4082023"/>
              <a:gd name="connsiteY1" fmla="*/ 0 h 7233920"/>
              <a:gd name="connsiteX2" fmla="*/ 4082023 w 4082023"/>
              <a:gd name="connsiteY2" fmla="*/ 26656 h 7233920"/>
              <a:gd name="connsiteX3" fmla="*/ 4082023 w 4082023"/>
              <a:gd name="connsiteY3" fmla="*/ 7207264 h 7233920"/>
              <a:gd name="connsiteX4" fmla="*/ 4055367 w 4082023"/>
              <a:gd name="connsiteY4" fmla="*/ 7233920 h 7233920"/>
              <a:gd name="connsiteX5" fmla="*/ 26656 w 4082023"/>
              <a:gd name="connsiteY5" fmla="*/ 7233920 h 7233920"/>
              <a:gd name="connsiteX6" fmla="*/ 0 w 4082023"/>
              <a:gd name="connsiteY6" fmla="*/ 7207264 h 7233920"/>
              <a:gd name="connsiteX7" fmla="*/ 0 w 4082023"/>
              <a:gd name="connsiteY7" fmla="*/ 26656 h 7233920"/>
              <a:gd name="connsiteX8" fmla="*/ 26656 w 4082023"/>
              <a:gd name="connsiteY8" fmla="*/ 0 h 7233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82023" h="7233920">
                <a:moveTo>
                  <a:pt x="26656" y="0"/>
                </a:moveTo>
                <a:lnTo>
                  <a:pt x="4055367" y="0"/>
                </a:lnTo>
                <a:cubicBezTo>
                  <a:pt x="4070091" y="0"/>
                  <a:pt x="4082023" y="11934"/>
                  <a:pt x="4082023" y="26656"/>
                </a:cubicBezTo>
                <a:lnTo>
                  <a:pt x="4082023" y="7207264"/>
                </a:lnTo>
                <a:cubicBezTo>
                  <a:pt x="4082023" y="7221986"/>
                  <a:pt x="4070091" y="7233920"/>
                  <a:pt x="4055367" y="7233920"/>
                </a:cubicBezTo>
                <a:lnTo>
                  <a:pt x="26656" y="7233920"/>
                </a:lnTo>
                <a:cubicBezTo>
                  <a:pt x="11934" y="7233920"/>
                  <a:pt x="0" y="7221986"/>
                  <a:pt x="0" y="7207264"/>
                </a:cubicBezTo>
                <a:lnTo>
                  <a:pt x="0" y="26656"/>
                </a:lnTo>
                <a:cubicBezTo>
                  <a:pt x="0" y="11934"/>
                  <a:pt x="11934" y="0"/>
                  <a:pt x="26656" y="0"/>
                </a:cubicBezTo>
                <a:close/>
              </a:path>
            </a:pathLst>
          </a:custGeom>
          <a:noFill/>
          <a:ln w="6350">
            <a:solidFill>
              <a:schemeClr val="accent1"/>
            </a:solidFill>
          </a:ln>
        </p:spPr>
        <p:txBody>
          <a:bodyPr wrap="square" lIns="0" tIns="0" rIns="0" bIns="0" anchor="ctr" anchorCtr="0">
            <a:noAutofit/>
          </a:bodyPr>
          <a:lstStyle>
            <a:lvl1pPr marL="0" indent="0" algn="ctr">
              <a:buFontTx/>
              <a:buNone/>
              <a:defRPr sz="1067">
                <a:solidFill>
                  <a:schemeClr val="accent5"/>
                </a:solidFill>
                <a:latin typeface="Lato" panose="020F0502020204030203" pitchFamily="34" charset="0"/>
                <a:ea typeface="Open Sans Light" panose="020B0306030504020204" pitchFamily="34" charset="0"/>
                <a:cs typeface="Open Sans Light" panose="020B0306030504020204" pitchFamily="34" charset="0"/>
              </a:defRPr>
            </a:lvl1pPr>
          </a:lstStyle>
          <a:p>
            <a:endParaRPr lang="en-US"/>
          </a:p>
        </p:txBody>
      </p:sp>
      <p:pic>
        <p:nvPicPr>
          <p:cNvPr id="20" name="Picture 19">
            <a:extLst>
              <a:ext uri="{FF2B5EF4-FFF2-40B4-BE49-F238E27FC236}">
                <a16:creationId xmlns:a16="http://schemas.microsoft.com/office/drawing/2014/main" id="{02E5A025-B9EC-4B3B-8A5A-78BE0B998494}"/>
              </a:ext>
            </a:extLst>
          </p:cNvPr>
          <p:cNvPicPr>
            <a:picLocks noChangeAspect="1"/>
          </p:cNvPicPr>
          <p:nvPr userDrawn="1"/>
        </p:nvPicPr>
        <p:blipFill>
          <a:blip r:embed="rId3"/>
          <a:stretch>
            <a:fillRect/>
          </a:stretch>
        </p:blipFill>
        <p:spPr>
          <a:xfrm>
            <a:off x="9311851" y="156465"/>
            <a:ext cx="2118996" cy="495873"/>
          </a:xfrm>
          <a:prstGeom prst="rect">
            <a:avLst/>
          </a:prstGeom>
        </p:spPr>
      </p:pic>
    </p:spTree>
    <p:extLst>
      <p:ext uri="{BB962C8B-B14F-4D97-AF65-F5344CB8AC3E}">
        <p14:creationId xmlns:p14="http://schemas.microsoft.com/office/powerpoint/2010/main" val="872697220"/>
      </p:ext>
    </p:extLst>
  </p:cSld>
  <p:clrMapOvr>
    <a:masterClrMapping/>
  </p:clrMapOvr>
  <mc:AlternateContent xmlns:mc="http://schemas.openxmlformats.org/markup-compatibility/2006" xmlns:p14="http://schemas.microsoft.com/office/powerpoint/2010/main">
    <mc:Choice Requires="p14">
      <p:transition spd="slow" p14:dur="3500">
        <p14:window dir="vert"/>
      </p:transition>
    </mc:Choice>
    <mc:Fallback xmlns="">
      <p:transition spd="slow">
        <p:fade/>
      </p:transition>
    </mc:Fallback>
  </mc:AlternateContent>
  <p:extLst>
    <p:ext uri="{DCECCB84-F9BA-43D5-87BE-67443E8EF086}">
      <p15:sldGuideLst xmlns:p15="http://schemas.microsoft.com/office/powerpoint/2012/main">
        <p15:guide id="1" orient="horz" pos="2934">
          <p15:clr>
            <a:srgbClr val="FBAE40"/>
          </p15:clr>
        </p15:guide>
        <p15:guide id="2" pos="5384">
          <p15:clr>
            <a:srgbClr val="FBAE40"/>
          </p15:clr>
        </p15:guide>
        <p15:guide id="3" pos="374">
          <p15:clr>
            <a:srgbClr val="FBAE40"/>
          </p15:clr>
        </p15:guide>
        <p15:guide id="4" orient="horz" pos="306">
          <p15:clr>
            <a:srgbClr val="FBAE40"/>
          </p15:clr>
        </p15:guide>
        <p15:guide id="5" orient="horz" pos="972">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iPhone Mockup 02">
    <p:spTree>
      <p:nvGrpSpPr>
        <p:cNvPr id="1" name=""/>
        <p:cNvGrpSpPr/>
        <p:nvPr/>
      </p:nvGrpSpPr>
      <p:grpSpPr>
        <a:xfrm>
          <a:off x="0" y="0"/>
          <a:ext cx="0" cy="0"/>
          <a:chOff x="0" y="0"/>
          <a:chExt cx="0" cy="0"/>
        </a:xfrm>
      </p:grpSpPr>
      <p:sp>
        <p:nvSpPr>
          <p:cNvPr id="21" name="Rectangle 20"/>
          <p:cNvSpPr/>
          <p:nvPr userDrawn="1"/>
        </p:nvSpPr>
        <p:spPr>
          <a:xfrm>
            <a:off x="793752" y="2476649"/>
            <a:ext cx="10604499" cy="2702496"/>
          </a:xfrm>
          <a:prstGeom prst="rect">
            <a:avLst/>
          </a:prstGeom>
          <a:solidFill>
            <a:srgbClr val="CC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0" name="Text Placeholder 9"/>
          <p:cNvSpPr>
            <a:spLocks noGrp="1"/>
          </p:cNvSpPr>
          <p:nvPr>
            <p:ph type="body" sz="quarter" idx="10"/>
          </p:nvPr>
        </p:nvSpPr>
        <p:spPr>
          <a:xfrm>
            <a:off x="778936" y="767788"/>
            <a:ext cx="10604499" cy="511013"/>
          </a:xfrm>
          <a:prstGeom prst="rect">
            <a:avLst/>
          </a:prstGeom>
        </p:spPr>
        <p:txBody>
          <a:bodyPr lIns="0" tIns="0" rIns="0" bIns="0"/>
          <a:lstStyle>
            <a:lvl1pPr marL="0" indent="0" algn="l">
              <a:lnSpc>
                <a:spcPct val="100000"/>
              </a:lnSpc>
              <a:spcBef>
                <a:spcPts val="0"/>
              </a:spcBef>
              <a:buNone/>
              <a:defRPr sz="2933" b="0" cap="all" spc="67" baseline="0">
                <a:solidFill>
                  <a:schemeClr val="accent1"/>
                </a:solidFill>
                <a:latin typeface="Lato Black" panose="020F0A02020204030203" pitchFamily="34" charset="0"/>
                <a:ea typeface="Roboto" panose="02000000000000000000" pitchFamily="2" charset="0"/>
                <a:cs typeface="Open Sans" panose="020B0606030504020204" pitchFamily="34" charset="0"/>
              </a:defRPr>
            </a:lvl1pPr>
          </a:lstStyle>
          <a:p>
            <a:pPr lvl="0"/>
            <a:r>
              <a:rPr lang="en-US" dirty="0"/>
              <a:t>Click to edit Master text styles</a:t>
            </a:r>
          </a:p>
        </p:txBody>
      </p:sp>
      <p:sp>
        <p:nvSpPr>
          <p:cNvPr id="3" name="Text Placeholder 9"/>
          <p:cNvSpPr>
            <a:spLocks noGrp="1"/>
          </p:cNvSpPr>
          <p:nvPr>
            <p:ph type="body" sz="quarter" idx="11"/>
          </p:nvPr>
        </p:nvSpPr>
        <p:spPr>
          <a:xfrm>
            <a:off x="791633" y="1278801"/>
            <a:ext cx="10604499" cy="188459"/>
          </a:xfrm>
          <a:prstGeom prst="rect">
            <a:avLst/>
          </a:prstGeom>
        </p:spPr>
        <p:txBody>
          <a:bodyPr lIns="0" tIns="0" rIns="0" bIns="0"/>
          <a:lstStyle>
            <a:lvl1pPr marL="0" indent="0" algn="l">
              <a:lnSpc>
                <a:spcPts val="1600"/>
              </a:lnSpc>
              <a:spcBef>
                <a:spcPts val="0"/>
              </a:spcBef>
              <a:buNone/>
              <a:defRPr sz="1200" b="0" cap="none" spc="0" baseline="0">
                <a:solidFill>
                  <a:schemeClr val="accent4"/>
                </a:solidFill>
                <a:latin typeface="Lato" panose="020F0502020204030203" pitchFamily="34" charset="0"/>
                <a:ea typeface="Roboto" panose="02000000000000000000" pitchFamily="2" charset="0"/>
                <a:cs typeface="Open Sans" panose="020B0606030504020204" pitchFamily="34" charset="0"/>
              </a:defRPr>
            </a:lvl1pPr>
          </a:lstStyle>
          <a:p>
            <a:pPr lvl="0"/>
            <a:r>
              <a:rPr lang="en-US" dirty="0"/>
              <a:t>Click to edit Master text styles</a:t>
            </a:r>
          </a:p>
        </p:txBody>
      </p:sp>
      <p:cxnSp>
        <p:nvCxnSpPr>
          <p:cNvPr id="5" name="Straight Connector 4"/>
          <p:cNvCxnSpPr/>
          <p:nvPr userDrawn="1"/>
        </p:nvCxnSpPr>
        <p:spPr>
          <a:xfrm>
            <a:off x="791633" y="656089"/>
            <a:ext cx="121920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Box 22"/>
          <p:cNvSpPr txBox="1"/>
          <p:nvPr userDrawn="1"/>
        </p:nvSpPr>
        <p:spPr>
          <a:xfrm>
            <a:off x="10585897" y="6297122"/>
            <a:ext cx="275991" cy="164212"/>
          </a:xfrm>
          <a:prstGeom prst="rect">
            <a:avLst/>
          </a:prstGeom>
          <a:noFill/>
        </p:spPr>
        <p:txBody>
          <a:bodyPr wrap="square" lIns="0" tIns="0" rIns="0" bIns="0" rtlCol="0">
            <a:spAutoFit/>
          </a:bodyPr>
          <a:lstStyle/>
          <a:p>
            <a:pPr algn="r"/>
            <a:fld id="{27692F5A-FC14-4E83-B4CC-18F6C2D780A4}" type="slidenum">
              <a:rPr lang="en-US" sz="1067" b="0" spc="40" baseline="0" smtClean="0">
                <a:solidFill>
                  <a:schemeClr val="accent4"/>
                </a:solidFill>
                <a:latin typeface="Lato" panose="020F0502020204030203" pitchFamily="34" charset="0"/>
              </a:rPr>
              <a:pPr algn="r"/>
              <a:t>‹#›</a:t>
            </a:fld>
            <a:endParaRPr lang="en-US" sz="1067" b="0" spc="40" baseline="0" dirty="0">
              <a:solidFill>
                <a:schemeClr val="accent4"/>
              </a:solidFill>
              <a:latin typeface="Lato" panose="020F0502020204030203" pitchFamily="34" charset="0"/>
            </a:endParaRPr>
          </a:p>
        </p:txBody>
      </p:sp>
      <p:sp>
        <p:nvSpPr>
          <p:cNvPr id="11" name="Freeform 5">
            <a:hlinkClick r:id="" action="ppaction://hlinkshowjump?jump=nextslide"/>
          </p:cNvPr>
          <p:cNvSpPr>
            <a:spLocks noEditPoints="1"/>
          </p:cNvSpPr>
          <p:nvPr userDrawn="1"/>
        </p:nvSpPr>
        <p:spPr bwMode="auto">
          <a:xfrm>
            <a:off x="11209905" y="6284422"/>
            <a:ext cx="188345" cy="188345"/>
          </a:xfrm>
          <a:custGeom>
            <a:avLst/>
            <a:gdLst>
              <a:gd name="T0" fmla="*/ 883 w 2350"/>
              <a:gd name="T1" fmla="*/ 679 h 2350"/>
              <a:gd name="T2" fmla="*/ 1338 w 2350"/>
              <a:gd name="T3" fmla="*/ 1175 h 2350"/>
              <a:gd name="T4" fmla="*/ 883 w 2350"/>
              <a:gd name="T5" fmla="*/ 1671 h 2350"/>
              <a:gd name="T6" fmla="*/ 883 w 2350"/>
              <a:gd name="T7" fmla="*/ 1813 h 2350"/>
              <a:gd name="T8" fmla="*/ 1023 w 2350"/>
              <a:gd name="T9" fmla="*/ 1813 h 2350"/>
              <a:gd name="T10" fmla="*/ 1579 w 2350"/>
              <a:gd name="T11" fmla="*/ 1246 h 2350"/>
              <a:gd name="T12" fmla="*/ 1579 w 2350"/>
              <a:gd name="T13" fmla="*/ 1104 h 2350"/>
              <a:gd name="T14" fmla="*/ 1023 w 2350"/>
              <a:gd name="T15" fmla="*/ 537 h 2350"/>
              <a:gd name="T16" fmla="*/ 883 w 2350"/>
              <a:gd name="T17" fmla="*/ 537 h 2350"/>
              <a:gd name="T18" fmla="*/ 883 w 2350"/>
              <a:gd name="T19" fmla="*/ 679 h 2350"/>
              <a:gd name="T20" fmla="*/ 0 w 2350"/>
              <a:gd name="T21" fmla="*/ 1175 h 2350"/>
              <a:gd name="T22" fmla="*/ 1175 w 2350"/>
              <a:gd name="T23" fmla="*/ 2350 h 2350"/>
              <a:gd name="T24" fmla="*/ 2350 w 2350"/>
              <a:gd name="T25" fmla="*/ 1175 h 2350"/>
              <a:gd name="T26" fmla="*/ 1175 w 2350"/>
              <a:gd name="T27" fmla="*/ 0 h 2350"/>
              <a:gd name="T28" fmla="*/ 0 w 2350"/>
              <a:gd name="T29" fmla="*/ 1175 h 2350"/>
              <a:gd name="T30" fmla="*/ 2198 w 2350"/>
              <a:gd name="T31" fmla="*/ 1175 h 2350"/>
              <a:gd name="T32" fmla="*/ 1175 w 2350"/>
              <a:gd name="T33" fmla="*/ 2198 h 2350"/>
              <a:gd name="T34" fmla="*/ 152 w 2350"/>
              <a:gd name="T35" fmla="*/ 1175 h 2350"/>
              <a:gd name="T36" fmla="*/ 1175 w 2350"/>
              <a:gd name="T37" fmla="*/ 152 h 2350"/>
              <a:gd name="T38" fmla="*/ 2198 w 2350"/>
              <a:gd name="T39" fmla="*/ 1175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350" h="2350">
                <a:moveTo>
                  <a:pt x="883" y="679"/>
                </a:moveTo>
                <a:cubicBezTo>
                  <a:pt x="1338" y="1175"/>
                  <a:pt x="1338" y="1175"/>
                  <a:pt x="1338" y="1175"/>
                </a:cubicBezTo>
                <a:cubicBezTo>
                  <a:pt x="883" y="1671"/>
                  <a:pt x="883" y="1671"/>
                  <a:pt x="883" y="1671"/>
                </a:cubicBezTo>
                <a:cubicBezTo>
                  <a:pt x="844" y="1710"/>
                  <a:pt x="844" y="1774"/>
                  <a:pt x="883" y="1813"/>
                </a:cubicBezTo>
                <a:cubicBezTo>
                  <a:pt x="922" y="1852"/>
                  <a:pt x="985" y="1852"/>
                  <a:pt x="1023" y="1813"/>
                </a:cubicBezTo>
                <a:cubicBezTo>
                  <a:pt x="1579" y="1246"/>
                  <a:pt x="1579" y="1246"/>
                  <a:pt x="1579" y="1246"/>
                </a:cubicBezTo>
                <a:cubicBezTo>
                  <a:pt x="1618" y="1207"/>
                  <a:pt x="1618" y="1143"/>
                  <a:pt x="1579" y="1104"/>
                </a:cubicBezTo>
                <a:cubicBezTo>
                  <a:pt x="1023" y="537"/>
                  <a:pt x="1023" y="537"/>
                  <a:pt x="1023" y="537"/>
                </a:cubicBezTo>
                <a:cubicBezTo>
                  <a:pt x="985" y="498"/>
                  <a:pt x="922" y="498"/>
                  <a:pt x="883" y="537"/>
                </a:cubicBezTo>
                <a:cubicBezTo>
                  <a:pt x="844" y="576"/>
                  <a:pt x="844" y="640"/>
                  <a:pt x="883" y="679"/>
                </a:cubicBezTo>
                <a:close/>
                <a:moveTo>
                  <a:pt x="0" y="1175"/>
                </a:moveTo>
                <a:cubicBezTo>
                  <a:pt x="0" y="1824"/>
                  <a:pt x="526" y="2350"/>
                  <a:pt x="1175" y="2350"/>
                </a:cubicBezTo>
                <a:cubicBezTo>
                  <a:pt x="1824" y="2350"/>
                  <a:pt x="2350" y="1824"/>
                  <a:pt x="2350" y="1175"/>
                </a:cubicBezTo>
                <a:cubicBezTo>
                  <a:pt x="2350" y="526"/>
                  <a:pt x="1824" y="0"/>
                  <a:pt x="1175" y="0"/>
                </a:cubicBezTo>
                <a:cubicBezTo>
                  <a:pt x="526" y="0"/>
                  <a:pt x="0" y="526"/>
                  <a:pt x="0" y="1175"/>
                </a:cubicBezTo>
                <a:close/>
                <a:moveTo>
                  <a:pt x="2198" y="1175"/>
                </a:moveTo>
                <a:cubicBezTo>
                  <a:pt x="2198" y="1740"/>
                  <a:pt x="1740" y="2198"/>
                  <a:pt x="1175" y="2198"/>
                </a:cubicBezTo>
                <a:cubicBezTo>
                  <a:pt x="610" y="2198"/>
                  <a:pt x="152" y="1740"/>
                  <a:pt x="152" y="1175"/>
                </a:cubicBezTo>
                <a:cubicBezTo>
                  <a:pt x="152" y="610"/>
                  <a:pt x="610" y="152"/>
                  <a:pt x="1175" y="152"/>
                </a:cubicBezTo>
                <a:cubicBezTo>
                  <a:pt x="1740" y="152"/>
                  <a:pt x="2198" y="610"/>
                  <a:pt x="2198" y="1175"/>
                </a:cubicBezTo>
                <a:close/>
              </a:path>
            </a:pathLst>
          </a:custGeom>
          <a:solidFill>
            <a:schemeClr val="accent5"/>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2" name="Freeform 5">
            <a:hlinkClick r:id="" action="ppaction://hlinkshowjump?jump=previousslide"/>
          </p:cNvPr>
          <p:cNvSpPr>
            <a:spLocks noEditPoints="1"/>
          </p:cNvSpPr>
          <p:nvPr userDrawn="1"/>
        </p:nvSpPr>
        <p:spPr bwMode="auto">
          <a:xfrm>
            <a:off x="10992130" y="6284422"/>
            <a:ext cx="188345" cy="188345"/>
          </a:xfrm>
          <a:custGeom>
            <a:avLst/>
            <a:gdLst>
              <a:gd name="T0" fmla="*/ 1467 w 2350"/>
              <a:gd name="T1" fmla="*/ 1671 h 2350"/>
              <a:gd name="T2" fmla="*/ 1012 w 2350"/>
              <a:gd name="T3" fmla="*/ 1175 h 2350"/>
              <a:gd name="T4" fmla="*/ 1467 w 2350"/>
              <a:gd name="T5" fmla="*/ 679 h 2350"/>
              <a:gd name="T6" fmla="*/ 1467 w 2350"/>
              <a:gd name="T7" fmla="*/ 537 h 2350"/>
              <a:gd name="T8" fmla="*/ 1327 w 2350"/>
              <a:gd name="T9" fmla="*/ 537 h 2350"/>
              <a:gd name="T10" fmla="*/ 771 w 2350"/>
              <a:gd name="T11" fmla="*/ 1104 h 2350"/>
              <a:gd name="T12" fmla="*/ 771 w 2350"/>
              <a:gd name="T13" fmla="*/ 1246 h 2350"/>
              <a:gd name="T14" fmla="*/ 1327 w 2350"/>
              <a:gd name="T15" fmla="*/ 1813 h 2350"/>
              <a:gd name="T16" fmla="*/ 1467 w 2350"/>
              <a:gd name="T17" fmla="*/ 1813 h 2350"/>
              <a:gd name="T18" fmla="*/ 1467 w 2350"/>
              <a:gd name="T19" fmla="*/ 1671 h 2350"/>
              <a:gd name="T20" fmla="*/ 2350 w 2350"/>
              <a:gd name="T21" fmla="*/ 1175 h 2350"/>
              <a:gd name="T22" fmla="*/ 1175 w 2350"/>
              <a:gd name="T23" fmla="*/ 0 h 2350"/>
              <a:gd name="T24" fmla="*/ 0 w 2350"/>
              <a:gd name="T25" fmla="*/ 1175 h 2350"/>
              <a:gd name="T26" fmla="*/ 1175 w 2350"/>
              <a:gd name="T27" fmla="*/ 2350 h 2350"/>
              <a:gd name="T28" fmla="*/ 2350 w 2350"/>
              <a:gd name="T29" fmla="*/ 1175 h 2350"/>
              <a:gd name="T30" fmla="*/ 152 w 2350"/>
              <a:gd name="T31" fmla="*/ 1175 h 2350"/>
              <a:gd name="T32" fmla="*/ 1175 w 2350"/>
              <a:gd name="T33" fmla="*/ 152 h 2350"/>
              <a:gd name="T34" fmla="*/ 2198 w 2350"/>
              <a:gd name="T35" fmla="*/ 1175 h 2350"/>
              <a:gd name="T36" fmla="*/ 1175 w 2350"/>
              <a:gd name="T37" fmla="*/ 2198 h 2350"/>
              <a:gd name="T38" fmla="*/ 152 w 2350"/>
              <a:gd name="T39" fmla="*/ 1175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350" h="2350">
                <a:moveTo>
                  <a:pt x="1467" y="1671"/>
                </a:moveTo>
                <a:cubicBezTo>
                  <a:pt x="1012" y="1175"/>
                  <a:pt x="1012" y="1175"/>
                  <a:pt x="1012" y="1175"/>
                </a:cubicBezTo>
                <a:cubicBezTo>
                  <a:pt x="1467" y="679"/>
                  <a:pt x="1467" y="679"/>
                  <a:pt x="1467" y="679"/>
                </a:cubicBezTo>
                <a:cubicBezTo>
                  <a:pt x="1506" y="640"/>
                  <a:pt x="1506" y="576"/>
                  <a:pt x="1467" y="537"/>
                </a:cubicBezTo>
                <a:cubicBezTo>
                  <a:pt x="1428" y="498"/>
                  <a:pt x="1365" y="498"/>
                  <a:pt x="1327" y="537"/>
                </a:cubicBezTo>
                <a:cubicBezTo>
                  <a:pt x="771" y="1104"/>
                  <a:pt x="771" y="1104"/>
                  <a:pt x="771" y="1104"/>
                </a:cubicBezTo>
                <a:cubicBezTo>
                  <a:pt x="732" y="1143"/>
                  <a:pt x="732" y="1207"/>
                  <a:pt x="771" y="1246"/>
                </a:cubicBezTo>
                <a:cubicBezTo>
                  <a:pt x="1327" y="1813"/>
                  <a:pt x="1327" y="1813"/>
                  <a:pt x="1327" y="1813"/>
                </a:cubicBezTo>
                <a:cubicBezTo>
                  <a:pt x="1365" y="1852"/>
                  <a:pt x="1428" y="1852"/>
                  <a:pt x="1467" y="1813"/>
                </a:cubicBezTo>
                <a:cubicBezTo>
                  <a:pt x="1506" y="1774"/>
                  <a:pt x="1506" y="1710"/>
                  <a:pt x="1467" y="1671"/>
                </a:cubicBezTo>
                <a:close/>
                <a:moveTo>
                  <a:pt x="2350" y="1175"/>
                </a:moveTo>
                <a:cubicBezTo>
                  <a:pt x="2350" y="526"/>
                  <a:pt x="1824" y="0"/>
                  <a:pt x="1175" y="0"/>
                </a:cubicBezTo>
                <a:cubicBezTo>
                  <a:pt x="526" y="0"/>
                  <a:pt x="0" y="526"/>
                  <a:pt x="0" y="1175"/>
                </a:cubicBezTo>
                <a:cubicBezTo>
                  <a:pt x="0" y="1824"/>
                  <a:pt x="526" y="2350"/>
                  <a:pt x="1175" y="2350"/>
                </a:cubicBezTo>
                <a:cubicBezTo>
                  <a:pt x="1824" y="2350"/>
                  <a:pt x="2350" y="1824"/>
                  <a:pt x="2350" y="1175"/>
                </a:cubicBezTo>
                <a:close/>
                <a:moveTo>
                  <a:pt x="152" y="1175"/>
                </a:moveTo>
                <a:cubicBezTo>
                  <a:pt x="152" y="610"/>
                  <a:pt x="610" y="152"/>
                  <a:pt x="1175" y="152"/>
                </a:cubicBezTo>
                <a:cubicBezTo>
                  <a:pt x="1740" y="152"/>
                  <a:pt x="2198" y="610"/>
                  <a:pt x="2198" y="1175"/>
                </a:cubicBezTo>
                <a:cubicBezTo>
                  <a:pt x="2198" y="1740"/>
                  <a:pt x="1740" y="2198"/>
                  <a:pt x="1175" y="2198"/>
                </a:cubicBezTo>
                <a:cubicBezTo>
                  <a:pt x="610" y="2198"/>
                  <a:pt x="152" y="1740"/>
                  <a:pt x="152" y="1175"/>
                </a:cubicBezTo>
                <a:close/>
              </a:path>
            </a:pathLst>
          </a:custGeom>
          <a:solidFill>
            <a:schemeClr val="accent5"/>
          </a:solidFill>
          <a:ln>
            <a:noFill/>
          </a:ln>
        </p:spPr>
        <p:txBody>
          <a:bodyPr vert="horz" wrap="square" lIns="121920" tIns="60960" rIns="121920" bIns="60960" numCol="1" anchor="t" anchorCtr="0" compatLnSpc="1">
            <a:prstTxWarp prst="textNoShape">
              <a:avLst/>
            </a:prstTxWarp>
          </a:bodyPr>
          <a:lstStyle/>
          <a:p>
            <a:endParaRPr lang="en-US" sz="2400"/>
          </a:p>
        </p:txBody>
      </p:sp>
      <p:pic>
        <p:nvPicPr>
          <p:cNvPr id="15" name="Picture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485506" y="1592060"/>
            <a:ext cx="3220988" cy="4705061"/>
          </a:xfrm>
          <a:prstGeom prst="rect">
            <a:avLst/>
          </a:prstGeom>
        </p:spPr>
      </p:pic>
      <p:sp>
        <p:nvSpPr>
          <p:cNvPr id="18" name="Picture Placeholder 25"/>
          <p:cNvSpPr>
            <a:spLocks noGrp="1"/>
          </p:cNvSpPr>
          <p:nvPr>
            <p:ph type="pic" sz="quarter" idx="18"/>
          </p:nvPr>
        </p:nvSpPr>
        <p:spPr>
          <a:xfrm>
            <a:off x="5281791" y="2339882"/>
            <a:ext cx="1605843" cy="2976033"/>
          </a:xfrm>
          <a:custGeom>
            <a:avLst/>
            <a:gdLst>
              <a:gd name="connsiteX0" fmla="*/ 26656 w 4082023"/>
              <a:gd name="connsiteY0" fmla="*/ 0 h 7233920"/>
              <a:gd name="connsiteX1" fmla="*/ 4055367 w 4082023"/>
              <a:gd name="connsiteY1" fmla="*/ 0 h 7233920"/>
              <a:gd name="connsiteX2" fmla="*/ 4082023 w 4082023"/>
              <a:gd name="connsiteY2" fmla="*/ 26656 h 7233920"/>
              <a:gd name="connsiteX3" fmla="*/ 4082023 w 4082023"/>
              <a:gd name="connsiteY3" fmla="*/ 7207264 h 7233920"/>
              <a:gd name="connsiteX4" fmla="*/ 4055367 w 4082023"/>
              <a:gd name="connsiteY4" fmla="*/ 7233920 h 7233920"/>
              <a:gd name="connsiteX5" fmla="*/ 26656 w 4082023"/>
              <a:gd name="connsiteY5" fmla="*/ 7233920 h 7233920"/>
              <a:gd name="connsiteX6" fmla="*/ 0 w 4082023"/>
              <a:gd name="connsiteY6" fmla="*/ 7207264 h 7233920"/>
              <a:gd name="connsiteX7" fmla="*/ 0 w 4082023"/>
              <a:gd name="connsiteY7" fmla="*/ 26656 h 7233920"/>
              <a:gd name="connsiteX8" fmla="*/ 26656 w 4082023"/>
              <a:gd name="connsiteY8" fmla="*/ 0 h 7233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82023" h="7233920">
                <a:moveTo>
                  <a:pt x="26656" y="0"/>
                </a:moveTo>
                <a:lnTo>
                  <a:pt x="4055367" y="0"/>
                </a:lnTo>
                <a:cubicBezTo>
                  <a:pt x="4070091" y="0"/>
                  <a:pt x="4082023" y="11934"/>
                  <a:pt x="4082023" y="26656"/>
                </a:cubicBezTo>
                <a:lnTo>
                  <a:pt x="4082023" y="7207264"/>
                </a:lnTo>
                <a:cubicBezTo>
                  <a:pt x="4082023" y="7221986"/>
                  <a:pt x="4070091" y="7233920"/>
                  <a:pt x="4055367" y="7233920"/>
                </a:cubicBezTo>
                <a:lnTo>
                  <a:pt x="26656" y="7233920"/>
                </a:lnTo>
                <a:cubicBezTo>
                  <a:pt x="11934" y="7233920"/>
                  <a:pt x="0" y="7221986"/>
                  <a:pt x="0" y="7207264"/>
                </a:cubicBezTo>
                <a:lnTo>
                  <a:pt x="0" y="26656"/>
                </a:lnTo>
                <a:cubicBezTo>
                  <a:pt x="0" y="11934"/>
                  <a:pt x="11934" y="0"/>
                  <a:pt x="26656" y="0"/>
                </a:cubicBezTo>
                <a:close/>
              </a:path>
            </a:pathLst>
          </a:custGeom>
          <a:noFill/>
          <a:ln w="6350">
            <a:solidFill>
              <a:schemeClr val="accent1"/>
            </a:solidFill>
          </a:ln>
        </p:spPr>
        <p:txBody>
          <a:bodyPr wrap="square" lIns="0" tIns="0" rIns="0" bIns="0" anchor="ctr" anchorCtr="0">
            <a:noAutofit/>
          </a:bodyPr>
          <a:lstStyle>
            <a:lvl1pPr marL="0" indent="0" algn="ctr">
              <a:buFontTx/>
              <a:buNone/>
              <a:defRPr sz="1067">
                <a:solidFill>
                  <a:schemeClr val="accent5"/>
                </a:solidFill>
                <a:latin typeface="Lato" panose="020F0502020204030203" pitchFamily="34" charset="0"/>
                <a:ea typeface="Open Sans Light" panose="020B0306030504020204" pitchFamily="34" charset="0"/>
                <a:cs typeface="Open Sans Light" panose="020B0306030504020204" pitchFamily="34" charset="0"/>
              </a:defRPr>
            </a:lvl1pPr>
          </a:lstStyle>
          <a:p>
            <a:endParaRPr lang="en-US"/>
          </a:p>
        </p:txBody>
      </p:sp>
      <p:pic>
        <p:nvPicPr>
          <p:cNvPr id="13" name="Picture 12">
            <a:extLst>
              <a:ext uri="{FF2B5EF4-FFF2-40B4-BE49-F238E27FC236}">
                <a16:creationId xmlns:a16="http://schemas.microsoft.com/office/drawing/2014/main" id="{02E5A025-B9EC-4B3B-8A5A-78BE0B998494}"/>
              </a:ext>
            </a:extLst>
          </p:cNvPr>
          <p:cNvPicPr>
            <a:picLocks noChangeAspect="1"/>
          </p:cNvPicPr>
          <p:nvPr userDrawn="1"/>
        </p:nvPicPr>
        <p:blipFill>
          <a:blip r:embed="rId3"/>
          <a:stretch>
            <a:fillRect/>
          </a:stretch>
        </p:blipFill>
        <p:spPr>
          <a:xfrm>
            <a:off x="9311851" y="156465"/>
            <a:ext cx="2118996" cy="495873"/>
          </a:xfrm>
          <a:prstGeom prst="rect">
            <a:avLst/>
          </a:prstGeom>
        </p:spPr>
      </p:pic>
    </p:spTree>
    <p:extLst>
      <p:ext uri="{BB962C8B-B14F-4D97-AF65-F5344CB8AC3E}">
        <p14:creationId xmlns:p14="http://schemas.microsoft.com/office/powerpoint/2010/main" val="1470763757"/>
      </p:ext>
    </p:extLst>
  </p:cSld>
  <p:clrMapOvr>
    <a:masterClrMapping/>
  </p:clrMapOvr>
  <mc:AlternateContent xmlns:mc="http://schemas.openxmlformats.org/markup-compatibility/2006" xmlns:p14="http://schemas.microsoft.com/office/powerpoint/2010/main">
    <mc:Choice Requires="p14">
      <p:transition spd="slow" p14:dur="3500">
        <p14:window dir="vert"/>
      </p:transition>
    </mc:Choice>
    <mc:Fallback xmlns="">
      <p:transition spd="slow">
        <p:fade/>
      </p:transition>
    </mc:Fallback>
  </mc:AlternateContent>
  <p:extLst>
    <p:ext uri="{DCECCB84-F9BA-43D5-87BE-67443E8EF086}">
      <p15:sldGuideLst xmlns:p15="http://schemas.microsoft.com/office/powerpoint/2012/main">
        <p15:guide id="1" orient="horz" pos="2700">
          <p15:clr>
            <a:srgbClr val="FBAE40"/>
          </p15:clr>
        </p15:guide>
        <p15:guide id="2" pos="5384">
          <p15:clr>
            <a:srgbClr val="FBAE40"/>
          </p15:clr>
        </p15:guide>
        <p15:guide id="3" pos="374">
          <p15:clr>
            <a:srgbClr val="FBAE40"/>
          </p15:clr>
        </p15:guide>
        <p15:guide id="4" orient="horz" pos="306">
          <p15:clr>
            <a:srgbClr val="FBAE40"/>
          </p15:clr>
        </p15:guide>
        <p15:guide id="5" orient="horz" pos="972">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iPhone Mockup 03">
    <p:spTree>
      <p:nvGrpSpPr>
        <p:cNvPr id="1" name=""/>
        <p:cNvGrpSpPr/>
        <p:nvPr/>
      </p:nvGrpSpPr>
      <p:grpSpPr>
        <a:xfrm>
          <a:off x="0" y="0"/>
          <a:ext cx="0" cy="0"/>
          <a:chOff x="0" y="0"/>
          <a:chExt cx="0" cy="0"/>
        </a:xfrm>
      </p:grpSpPr>
      <p:sp>
        <p:nvSpPr>
          <p:cNvPr id="21" name="Rectangle 20"/>
          <p:cNvSpPr/>
          <p:nvPr userDrawn="1"/>
        </p:nvSpPr>
        <p:spPr>
          <a:xfrm>
            <a:off x="793752" y="2057400"/>
            <a:ext cx="10604499" cy="1284643"/>
          </a:xfrm>
          <a:prstGeom prst="rect">
            <a:avLst/>
          </a:prstGeom>
          <a:solidFill>
            <a:srgbClr val="CC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0" name="Text Placeholder 9"/>
          <p:cNvSpPr>
            <a:spLocks noGrp="1"/>
          </p:cNvSpPr>
          <p:nvPr>
            <p:ph type="body" sz="quarter" idx="10"/>
          </p:nvPr>
        </p:nvSpPr>
        <p:spPr>
          <a:xfrm>
            <a:off x="778936" y="767788"/>
            <a:ext cx="10604499" cy="511013"/>
          </a:xfrm>
          <a:prstGeom prst="rect">
            <a:avLst/>
          </a:prstGeom>
        </p:spPr>
        <p:txBody>
          <a:bodyPr lIns="0" tIns="0" rIns="0" bIns="0"/>
          <a:lstStyle>
            <a:lvl1pPr marL="0" indent="0" algn="l">
              <a:lnSpc>
                <a:spcPct val="100000"/>
              </a:lnSpc>
              <a:spcBef>
                <a:spcPts val="0"/>
              </a:spcBef>
              <a:buNone/>
              <a:defRPr sz="2933" b="0" cap="all" spc="67" baseline="0">
                <a:solidFill>
                  <a:schemeClr val="accent1"/>
                </a:solidFill>
                <a:latin typeface="Lato Black" panose="020F0A02020204030203" pitchFamily="34" charset="0"/>
                <a:ea typeface="Roboto" panose="02000000000000000000" pitchFamily="2" charset="0"/>
                <a:cs typeface="Open Sans" panose="020B0606030504020204" pitchFamily="34" charset="0"/>
              </a:defRPr>
            </a:lvl1pPr>
          </a:lstStyle>
          <a:p>
            <a:pPr lvl="0"/>
            <a:r>
              <a:rPr lang="en-US" dirty="0"/>
              <a:t>Click to edit Master text styles</a:t>
            </a:r>
          </a:p>
        </p:txBody>
      </p:sp>
      <p:sp>
        <p:nvSpPr>
          <p:cNvPr id="3" name="Text Placeholder 9"/>
          <p:cNvSpPr>
            <a:spLocks noGrp="1"/>
          </p:cNvSpPr>
          <p:nvPr>
            <p:ph type="body" sz="quarter" idx="11"/>
          </p:nvPr>
        </p:nvSpPr>
        <p:spPr>
          <a:xfrm>
            <a:off x="791633" y="1278801"/>
            <a:ext cx="10604499" cy="188459"/>
          </a:xfrm>
          <a:prstGeom prst="rect">
            <a:avLst/>
          </a:prstGeom>
        </p:spPr>
        <p:txBody>
          <a:bodyPr lIns="0" tIns="0" rIns="0" bIns="0"/>
          <a:lstStyle>
            <a:lvl1pPr marL="0" indent="0" algn="l">
              <a:lnSpc>
                <a:spcPts val="1600"/>
              </a:lnSpc>
              <a:spcBef>
                <a:spcPts val="0"/>
              </a:spcBef>
              <a:buNone/>
              <a:defRPr sz="1200" b="0" cap="none" spc="0" baseline="0">
                <a:solidFill>
                  <a:schemeClr val="accent4"/>
                </a:solidFill>
                <a:latin typeface="Lato" panose="020F0502020204030203" pitchFamily="34" charset="0"/>
                <a:ea typeface="Roboto" panose="02000000000000000000" pitchFamily="2" charset="0"/>
                <a:cs typeface="Open Sans" panose="020B0606030504020204" pitchFamily="34" charset="0"/>
              </a:defRPr>
            </a:lvl1pPr>
          </a:lstStyle>
          <a:p>
            <a:pPr lvl="0"/>
            <a:r>
              <a:rPr lang="en-US" dirty="0"/>
              <a:t>Click to edit Master text styles</a:t>
            </a:r>
          </a:p>
        </p:txBody>
      </p:sp>
      <p:cxnSp>
        <p:nvCxnSpPr>
          <p:cNvPr id="5" name="Straight Connector 4"/>
          <p:cNvCxnSpPr/>
          <p:nvPr userDrawn="1"/>
        </p:nvCxnSpPr>
        <p:spPr>
          <a:xfrm>
            <a:off x="791633" y="656089"/>
            <a:ext cx="121920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Box 22"/>
          <p:cNvSpPr txBox="1"/>
          <p:nvPr userDrawn="1"/>
        </p:nvSpPr>
        <p:spPr>
          <a:xfrm>
            <a:off x="10585897" y="6297122"/>
            <a:ext cx="275991" cy="164212"/>
          </a:xfrm>
          <a:prstGeom prst="rect">
            <a:avLst/>
          </a:prstGeom>
          <a:noFill/>
        </p:spPr>
        <p:txBody>
          <a:bodyPr wrap="square" lIns="0" tIns="0" rIns="0" bIns="0" rtlCol="0">
            <a:spAutoFit/>
          </a:bodyPr>
          <a:lstStyle/>
          <a:p>
            <a:pPr algn="r"/>
            <a:fld id="{27692F5A-FC14-4E83-B4CC-18F6C2D780A4}" type="slidenum">
              <a:rPr lang="en-US" sz="1067" b="0" spc="40" baseline="0" smtClean="0">
                <a:solidFill>
                  <a:schemeClr val="accent4"/>
                </a:solidFill>
                <a:latin typeface="Lato" panose="020F0502020204030203" pitchFamily="34" charset="0"/>
              </a:rPr>
              <a:pPr algn="r"/>
              <a:t>‹#›</a:t>
            </a:fld>
            <a:endParaRPr lang="en-US" sz="1067" b="0" spc="40" baseline="0" dirty="0">
              <a:solidFill>
                <a:schemeClr val="accent4"/>
              </a:solidFill>
              <a:latin typeface="Lato" panose="020F0502020204030203" pitchFamily="34" charset="0"/>
            </a:endParaRPr>
          </a:p>
        </p:txBody>
      </p:sp>
      <p:sp>
        <p:nvSpPr>
          <p:cNvPr id="11" name="Freeform 5">
            <a:hlinkClick r:id="" action="ppaction://hlinkshowjump?jump=nextslide"/>
          </p:cNvPr>
          <p:cNvSpPr>
            <a:spLocks noEditPoints="1"/>
          </p:cNvSpPr>
          <p:nvPr userDrawn="1"/>
        </p:nvSpPr>
        <p:spPr bwMode="auto">
          <a:xfrm>
            <a:off x="11209905" y="6284422"/>
            <a:ext cx="188345" cy="188345"/>
          </a:xfrm>
          <a:custGeom>
            <a:avLst/>
            <a:gdLst>
              <a:gd name="T0" fmla="*/ 883 w 2350"/>
              <a:gd name="T1" fmla="*/ 679 h 2350"/>
              <a:gd name="T2" fmla="*/ 1338 w 2350"/>
              <a:gd name="T3" fmla="*/ 1175 h 2350"/>
              <a:gd name="T4" fmla="*/ 883 w 2350"/>
              <a:gd name="T5" fmla="*/ 1671 h 2350"/>
              <a:gd name="T6" fmla="*/ 883 w 2350"/>
              <a:gd name="T7" fmla="*/ 1813 h 2350"/>
              <a:gd name="T8" fmla="*/ 1023 w 2350"/>
              <a:gd name="T9" fmla="*/ 1813 h 2350"/>
              <a:gd name="T10" fmla="*/ 1579 w 2350"/>
              <a:gd name="T11" fmla="*/ 1246 h 2350"/>
              <a:gd name="T12" fmla="*/ 1579 w 2350"/>
              <a:gd name="T13" fmla="*/ 1104 h 2350"/>
              <a:gd name="T14" fmla="*/ 1023 w 2350"/>
              <a:gd name="T15" fmla="*/ 537 h 2350"/>
              <a:gd name="T16" fmla="*/ 883 w 2350"/>
              <a:gd name="T17" fmla="*/ 537 h 2350"/>
              <a:gd name="T18" fmla="*/ 883 w 2350"/>
              <a:gd name="T19" fmla="*/ 679 h 2350"/>
              <a:gd name="T20" fmla="*/ 0 w 2350"/>
              <a:gd name="T21" fmla="*/ 1175 h 2350"/>
              <a:gd name="T22" fmla="*/ 1175 w 2350"/>
              <a:gd name="T23" fmla="*/ 2350 h 2350"/>
              <a:gd name="T24" fmla="*/ 2350 w 2350"/>
              <a:gd name="T25" fmla="*/ 1175 h 2350"/>
              <a:gd name="T26" fmla="*/ 1175 w 2350"/>
              <a:gd name="T27" fmla="*/ 0 h 2350"/>
              <a:gd name="T28" fmla="*/ 0 w 2350"/>
              <a:gd name="T29" fmla="*/ 1175 h 2350"/>
              <a:gd name="T30" fmla="*/ 2198 w 2350"/>
              <a:gd name="T31" fmla="*/ 1175 h 2350"/>
              <a:gd name="T32" fmla="*/ 1175 w 2350"/>
              <a:gd name="T33" fmla="*/ 2198 h 2350"/>
              <a:gd name="T34" fmla="*/ 152 w 2350"/>
              <a:gd name="T35" fmla="*/ 1175 h 2350"/>
              <a:gd name="T36" fmla="*/ 1175 w 2350"/>
              <a:gd name="T37" fmla="*/ 152 h 2350"/>
              <a:gd name="T38" fmla="*/ 2198 w 2350"/>
              <a:gd name="T39" fmla="*/ 1175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350" h="2350">
                <a:moveTo>
                  <a:pt x="883" y="679"/>
                </a:moveTo>
                <a:cubicBezTo>
                  <a:pt x="1338" y="1175"/>
                  <a:pt x="1338" y="1175"/>
                  <a:pt x="1338" y="1175"/>
                </a:cubicBezTo>
                <a:cubicBezTo>
                  <a:pt x="883" y="1671"/>
                  <a:pt x="883" y="1671"/>
                  <a:pt x="883" y="1671"/>
                </a:cubicBezTo>
                <a:cubicBezTo>
                  <a:pt x="844" y="1710"/>
                  <a:pt x="844" y="1774"/>
                  <a:pt x="883" y="1813"/>
                </a:cubicBezTo>
                <a:cubicBezTo>
                  <a:pt x="922" y="1852"/>
                  <a:pt x="985" y="1852"/>
                  <a:pt x="1023" y="1813"/>
                </a:cubicBezTo>
                <a:cubicBezTo>
                  <a:pt x="1579" y="1246"/>
                  <a:pt x="1579" y="1246"/>
                  <a:pt x="1579" y="1246"/>
                </a:cubicBezTo>
                <a:cubicBezTo>
                  <a:pt x="1618" y="1207"/>
                  <a:pt x="1618" y="1143"/>
                  <a:pt x="1579" y="1104"/>
                </a:cubicBezTo>
                <a:cubicBezTo>
                  <a:pt x="1023" y="537"/>
                  <a:pt x="1023" y="537"/>
                  <a:pt x="1023" y="537"/>
                </a:cubicBezTo>
                <a:cubicBezTo>
                  <a:pt x="985" y="498"/>
                  <a:pt x="922" y="498"/>
                  <a:pt x="883" y="537"/>
                </a:cubicBezTo>
                <a:cubicBezTo>
                  <a:pt x="844" y="576"/>
                  <a:pt x="844" y="640"/>
                  <a:pt x="883" y="679"/>
                </a:cubicBezTo>
                <a:close/>
                <a:moveTo>
                  <a:pt x="0" y="1175"/>
                </a:moveTo>
                <a:cubicBezTo>
                  <a:pt x="0" y="1824"/>
                  <a:pt x="526" y="2350"/>
                  <a:pt x="1175" y="2350"/>
                </a:cubicBezTo>
                <a:cubicBezTo>
                  <a:pt x="1824" y="2350"/>
                  <a:pt x="2350" y="1824"/>
                  <a:pt x="2350" y="1175"/>
                </a:cubicBezTo>
                <a:cubicBezTo>
                  <a:pt x="2350" y="526"/>
                  <a:pt x="1824" y="0"/>
                  <a:pt x="1175" y="0"/>
                </a:cubicBezTo>
                <a:cubicBezTo>
                  <a:pt x="526" y="0"/>
                  <a:pt x="0" y="526"/>
                  <a:pt x="0" y="1175"/>
                </a:cubicBezTo>
                <a:close/>
                <a:moveTo>
                  <a:pt x="2198" y="1175"/>
                </a:moveTo>
                <a:cubicBezTo>
                  <a:pt x="2198" y="1740"/>
                  <a:pt x="1740" y="2198"/>
                  <a:pt x="1175" y="2198"/>
                </a:cubicBezTo>
                <a:cubicBezTo>
                  <a:pt x="610" y="2198"/>
                  <a:pt x="152" y="1740"/>
                  <a:pt x="152" y="1175"/>
                </a:cubicBezTo>
                <a:cubicBezTo>
                  <a:pt x="152" y="610"/>
                  <a:pt x="610" y="152"/>
                  <a:pt x="1175" y="152"/>
                </a:cubicBezTo>
                <a:cubicBezTo>
                  <a:pt x="1740" y="152"/>
                  <a:pt x="2198" y="610"/>
                  <a:pt x="2198" y="1175"/>
                </a:cubicBezTo>
                <a:close/>
              </a:path>
            </a:pathLst>
          </a:custGeom>
          <a:solidFill>
            <a:schemeClr val="accent5"/>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2" name="Freeform 5">
            <a:hlinkClick r:id="" action="ppaction://hlinkshowjump?jump=previousslide"/>
          </p:cNvPr>
          <p:cNvSpPr>
            <a:spLocks noEditPoints="1"/>
          </p:cNvSpPr>
          <p:nvPr userDrawn="1"/>
        </p:nvSpPr>
        <p:spPr bwMode="auto">
          <a:xfrm>
            <a:off x="10992130" y="6284422"/>
            <a:ext cx="188345" cy="188345"/>
          </a:xfrm>
          <a:custGeom>
            <a:avLst/>
            <a:gdLst>
              <a:gd name="T0" fmla="*/ 1467 w 2350"/>
              <a:gd name="T1" fmla="*/ 1671 h 2350"/>
              <a:gd name="T2" fmla="*/ 1012 w 2350"/>
              <a:gd name="T3" fmla="*/ 1175 h 2350"/>
              <a:gd name="T4" fmla="*/ 1467 w 2350"/>
              <a:gd name="T5" fmla="*/ 679 h 2350"/>
              <a:gd name="T6" fmla="*/ 1467 w 2350"/>
              <a:gd name="T7" fmla="*/ 537 h 2350"/>
              <a:gd name="T8" fmla="*/ 1327 w 2350"/>
              <a:gd name="T9" fmla="*/ 537 h 2350"/>
              <a:gd name="T10" fmla="*/ 771 w 2350"/>
              <a:gd name="T11" fmla="*/ 1104 h 2350"/>
              <a:gd name="T12" fmla="*/ 771 w 2350"/>
              <a:gd name="T13" fmla="*/ 1246 h 2350"/>
              <a:gd name="T14" fmla="*/ 1327 w 2350"/>
              <a:gd name="T15" fmla="*/ 1813 h 2350"/>
              <a:gd name="T16" fmla="*/ 1467 w 2350"/>
              <a:gd name="T17" fmla="*/ 1813 h 2350"/>
              <a:gd name="T18" fmla="*/ 1467 w 2350"/>
              <a:gd name="T19" fmla="*/ 1671 h 2350"/>
              <a:gd name="T20" fmla="*/ 2350 w 2350"/>
              <a:gd name="T21" fmla="*/ 1175 h 2350"/>
              <a:gd name="T22" fmla="*/ 1175 w 2350"/>
              <a:gd name="T23" fmla="*/ 0 h 2350"/>
              <a:gd name="T24" fmla="*/ 0 w 2350"/>
              <a:gd name="T25" fmla="*/ 1175 h 2350"/>
              <a:gd name="T26" fmla="*/ 1175 w 2350"/>
              <a:gd name="T27" fmla="*/ 2350 h 2350"/>
              <a:gd name="T28" fmla="*/ 2350 w 2350"/>
              <a:gd name="T29" fmla="*/ 1175 h 2350"/>
              <a:gd name="T30" fmla="*/ 152 w 2350"/>
              <a:gd name="T31" fmla="*/ 1175 h 2350"/>
              <a:gd name="T32" fmla="*/ 1175 w 2350"/>
              <a:gd name="T33" fmla="*/ 152 h 2350"/>
              <a:gd name="T34" fmla="*/ 2198 w 2350"/>
              <a:gd name="T35" fmla="*/ 1175 h 2350"/>
              <a:gd name="T36" fmla="*/ 1175 w 2350"/>
              <a:gd name="T37" fmla="*/ 2198 h 2350"/>
              <a:gd name="T38" fmla="*/ 152 w 2350"/>
              <a:gd name="T39" fmla="*/ 1175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350" h="2350">
                <a:moveTo>
                  <a:pt x="1467" y="1671"/>
                </a:moveTo>
                <a:cubicBezTo>
                  <a:pt x="1012" y="1175"/>
                  <a:pt x="1012" y="1175"/>
                  <a:pt x="1012" y="1175"/>
                </a:cubicBezTo>
                <a:cubicBezTo>
                  <a:pt x="1467" y="679"/>
                  <a:pt x="1467" y="679"/>
                  <a:pt x="1467" y="679"/>
                </a:cubicBezTo>
                <a:cubicBezTo>
                  <a:pt x="1506" y="640"/>
                  <a:pt x="1506" y="576"/>
                  <a:pt x="1467" y="537"/>
                </a:cubicBezTo>
                <a:cubicBezTo>
                  <a:pt x="1428" y="498"/>
                  <a:pt x="1365" y="498"/>
                  <a:pt x="1327" y="537"/>
                </a:cubicBezTo>
                <a:cubicBezTo>
                  <a:pt x="771" y="1104"/>
                  <a:pt x="771" y="1104"/>
                  <a:pt x="771" y="1104"/>
                </a:cubicBezTo>
                <a:cubicBezTo>
                  <a:pt x="732" y="1143"/>
                  <a:pt x="732" y="1207"/>
                  <a:pt x="771" y="1246"/>
                </a:cubicBezTo>
                <a:cubicBezTo>
                  <a:pt x="1327" y="1813"/>
                  <a:pt x="1327" y="1813"/>
                  <a:pt x="1327" y="1813"/>
                </a:cubicBezTo>
                <a:cubicBezTo>
                  <a:pt x="1365" y="1852"/>
                  <a:pt x="1428" y="1852"/>
                  <a:pt x="1467" y="1813"/>
                </a:cubicBezTo>
                <a:cubicBezTo>
                  <a:pt x="1506" y="1774"/>
                  <a:pt x="1506" y="1710"/>
                  <a:pt x="1467" y="1671"/>
                </a:cubicBezTo>
                <a:close/>
                <a:moveTo>
                  <a:pt x="2350" y="1175"/>
                </a:moveTo>
                <a:cubicBezTo>
                  <a:pt x="2350" y="526"/>
                  <a:pt x="1824" y="0"/>
                  <a:pt x="1175" y="0"/>
                </a:cubicBezTo>
                <a:cubicBezTo>
                  <a:pt x="526" y="0"/>
                  <a:pt x="0" y="526"/>
                  <a:pt x="0" y="1175"/>
                </a:cubicBezTo>
                <a:cubicBezTo>
                  <a:pt x="0" y="1824"/>
                  <a:pt x="526" y="2350"/>
                  <a:pt x="1175" y="2350"/>
                </a:cubicBezTo>
                <a:cubicBezTo>
                  <a:pt x="1824" y="2350"/>
                  <a:pt x="2350" y="1824"/>
                  <a:pt x="2350" y="1175"/>
                </a:cubicBezTo>
                <a:close/>
                <a:moveTo>
                  <a:pt x="152" y="1175"/>
                </a:moveTo>
                <a:cubicBezTo>
                  <a:pt x="152" y="610"/>
                  <a:pt x="610" y="152"/>
                  <a:pt x="1175" y="152"/>
                </a:cubicBezTo>
                <a:cubicBezTo>
                  <a:pt x="1740" y="152"/>
                  <a:pt x="2198" y="610"/>
                  <a:pt x="2198" y="1175"/>
                </a:cubicBezTo>
                <a:cubicBezTo>
                  <a:pt x="2198" y="1740"/>
                  <a:pt x="1740" y="2198"/>
                  <a:pt x="1175" y="2198"/>
                </a:cubicBezTo>
                <a:cubicBezTo>
                  <a:pt x="610" y="2198"/>
                  <a:pt x="152" y="1740"/>
                  <a:pt x="152" y="1175"/>
                </a:cubicBezTo>
                <a:close/>
              </a:path>
            </a:pathLst>
          </a:custGeom>
          <a:solidFill>
            <a:schemeClr val="accent5"/>
          </a:solidFill>
          <a:ln>
            <a:noFill/>
          </a:ln>
        </p:spPr>
        <p:txBody>
          <a:bodyPr vert="horz" wrap="square" lIns="121920" tIns="60960" rIns="121920" bIns="60960" numCol="1" anchor="t" anchorCtr="0" compatLnSpc="1">
            <a:prstTxWarp prst="textNoShape">
              <a:avLst/>
            </a:prstTxWarp>
          </a:bodyPr>
          <a:lstStyle/>
          <a:p>
            <a:endParaRPr lang="en-US" sz="2400"/>
          </a:p>
        </p:txBody>
      </p:sp>
      <p:pic>
        <p:nvPicPr>
          <p:cNvPr id="13" name="Picture 1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044942" y="1523310"/>
            <a:ext cx="3220988" cy="4705061"/>
          </a:xfrm>
          <a:prstGeom prst="rect">
            <a:avLst/>
          </a:prstGeom>
        </p:spPr>
      </p:pic>
      <p:sp>
        <p:nvSpPr>
          <p:cNvPr id="14" name="Picture Placeholder 25"/>
          <p:cNvSpPr>
            <a:spLocks noGrp="1"/>
          </p:cNvSpPr>
          <p:nvPr>
            <p:ph type="pic" sz="quarter" idx="17"/>
          </p:nvPr>
        </p:nvSpPr>
        <p:spPr>
          <a:xfrm>
            <a:off x="6824015" y="2271132"/>
            <a:ext cx="1640267" cy="2976033"/>
          </a:xfrm>
          <a:custGeom>
            <a:avLst/>
            <a:gdLst>
              <a:gd name="connsiteX0" fmla="*/ 26656 w 4082023"/>
              <a:gd name="connsiteY0" fmla="*/ 0 h 7233920"/>
              <a:gd name="connsiteX1" fmla="*/ 4055367 w 4082023"/>
              <a:gd name="connsiteY1" fmla="*/ 0 h 7233920"/>
              <a:gd name="connsiteX2" fmla="*/ 4082023 w 4082023"/>
              <a:gd name="connsiteY2" fmla="*/ 26656 h 7233920"/>
              <a:gd name="connsiteX3" fmla="*/ 4082023 w 4082023"/>
              <a:gd name="connsiteY3" fmla="*/ 7207264 h 7233920"/>
              <a:gd name="connsiteX4" fmla="*/ 4055367 w 4082023"/>
              <a:gd name="connsiteY4" fmla="*/ 7233920 h 7233920"/>
              <a:gd name="connsiteX5" fmla="*/ 26656 w 4082023"/>
              <a:gd name="connsiteY5" fmla="*/ 7233920 h 7233920"/>
              <a:gd name="connsiteX6" fmla="*/ 0 w 4082023"/>
              <a:gd name="connsiteY6" fmla="*/ 7207264 h 7233920"/>
              <a:gd name="connsiteX7" fmla="*/ 0 w 4082023"/>
              <a:gd name="connsiteY7" fmla="*/ 26656 h 7233920"/>
              <a:gd name="connsiteX8" fmla="*/ 26656 w 4082023"/>
              <a:gd name="connsiteY8" fmla="*/ 0 h 7233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82023" h="7233920">
                <a:moveTo>
                  <a:pt x="26656" y="0"/>
                </a:moveTo>
                <a:lnTo>
                  <a:pt x="4055367" y="0"/>
                </a:lnTo>
                <a:cubicBezTo>
                  <a:pt x="4070091" y="0"/>
                  <a:pt x="4082023" y="11934"/>
                  <a:pt x="4082023" y="26656"/>
                </a:cubicBezTo>
                <a:lnTo>
                  <a:pt x="4082023" y="7207264"/>
                </a:lnTo>
                <a:cubicBezTo>
                  <a:pt x="4082023" y="7221986"/>
                  <a:pt x="4070091" y="7233920"/>
                  <a:pt x="4055367" y="7233920"/>
                </a:cubicBezTo>
                <a:lnTo>
                  <a:pt x="26656" y="7233920"/>
                </a:lnTo>
                <a:cubicBezTo>
                  <a:pt x="11934" y="7233920"/>
                  <a:pt x="0" y="7221986"/>
                  <a:pt x="0" y="7207264"/>
                </a:cubicBezTo>
                <a:lnTo>
                  <a:pt x="0" y="26656"/>
                </a:lnTo>
                <a:cubicBezTo>
                  <a:pt x="0" y="11934"/>
                  <a:pt x="11934" y="0"/>
                  <a:pt x="26656" y="0"/>
                </a:cubicBezTo>
                <a:close/>
              </a:path>
            </a:pathLst>
          </a:custGeom>
          <a:noFill/>
          <a:ln w="6350">
            <a:solidFill>
              <a:schemeClr val="accent1"/>
            </a:solidFill>
          </a:ln>
        </p:spPr>
        <p:txBody>
          <a:bodyPr wrap="square" lIns="0" tIns="0" rIns="0" bIns="0" anchor="ctr" anchorCtr="0">
            <a:noAutofit/>
          </a:bodyPr>
          <a:lstStyle>
            <a:lvl1pPr marL="0" indent="0" algn="ctr">
              <a:buFontTx/>
              <a:buNone/>
              <a:defRPr sz="1067">
                <a:solidFill>
                  <a:schemeClr val="accent5"/>
                </a:solidFill>
                <a:latin typeface="Lato" panose="020F0502020204030203" pitchFamily="34" charset="0"/>
                <a:ea typeface="Open Sans Light" panose="020B0306030504020204" pitchFamily="34" charset="0"/>
                <a:cs typeface="Open Sans Light" panose="020B0306030504020204" pitchFamily="34" charset="0"/>
              </a:defRPr>
            </a:lvl1pPr>
          </a:lstStyle>
          <a:p>
            <a:endParaRPr lang="en-US"/>
          </a:p>
        </p:txBody>
      </p:sp>
      <p:pic>
        <p:nvPicPr>
          <p:cNvPr id="15" name="Picture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21685" y="1523310"/>
            <a:ext cx="3220988" cy="4705061"/>
          </a:xfrm>
          <a:prstGeom prst="rect">
            <a:avLst/>
          </a:prstGeom>
        </p:spPr>
      </p:pic>
      <p:sp>
        <p:nvSpPr>
          <p:cNvPr id="18" name="Picture Placeholder 25"/>
          <p:cNvSpPr>
            <a:spLocks noGrp="1"/>
          </p:cNvSpPr>
          <p:nvPr>
            <p:ph type="pic" sz="quarter" idx="18"/>
          </p:nvPr>
        </p:nvSpPr>
        <p:spPr>
          <a:xfrm>
            <a:off x="9000757" y="2271132"/>
            <a:ext cx="1640267" cy="2976033"/>
          </a:xfrm>
          <a:custGeom>
            <a:avLst/>
            <a:gdLst>
              <a:gd name="connsiteX0" fmla="*/ 26656 w 4082023"/>
              <a:gd name="connsiteY0" fmla="*/ 0 h 7233920"/>
              <a:gd name="connsiteX1" fmla="*/ 4055367 w 4082023"/>
              <a:gd name="connsiteY1" fmla="*/ 0 h 7233920"/>
              <a:gd name="connsiteX2" fmla="*/ 4082023 w 4082023"/>
              <a:gd name="connsiteY2" fmla="*/ 26656 h 7233920"/>
              <a:gd name="connsiteX3" fmla="*/ 4082023 w 4082023"/>
              <a:gd name="connsiteY3" fmla="*/ 7207264 h 7233920"/>
              <a:gd name="connsiteX4" fmla="*/ 4055367 w 4082023"/>
              <a:gd name="connsiteY4" fmla="*/ 7233920 h 7233920"/>
              <a:gd name="connsiteX5" fmla="*/ 26656 w 4082023"/>
              <a:gd name="connsiteY5" fmla="*/ 7233920 h 7233920"/>
              <a:gd name="connsiteX6" fmla="*/ 0 w 4082023"/>
              <a:gd name="connsiteY6" fmla="*/ 7207264 h 7233920"/>
              <a:gd name="connsiteX7" fmla="*/ 0 w 4082023"/>
              <a:gd name="connsiteY7" fmla="*/ 26656 h 7233920"/>
              <a:gd name="connsiteX8" fmla="*/ 26656 w 4082023"/>
              <a:gd name="connsiteY8" fmla="*/ 0 h 7233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82023" h="7233920">
                <a:moveTo>
                  <a:pt x="26656" y="0"/>
                </a:moveTo>
                <a:lnTo>
                  <a:pt x="4055367" y="0"/>
                </a:lnTo>
                <a:cubicBezTo>
                  <a:pt x="4070091" y="0"/>
                  <a:pt x="4082023" y="11934"/>
                  <a:pt x="4082023" y="26656"/>
                </a:cubicBezTo>
                <a:lnTo>
                  <a:pt x="4082023" y="7207264"/>
                </a:lnTo>
                <a:cubicBezTo>
                  <a:pt x="4082023" y="7221986"/>
                  <a:pt x="4070091" y="7233920"/>
                  <a:pt x="4055367" y="7233920"/>
                </a:cubicBezTo>
                <a:lnTo>
                  <a:pt x="26656" y="7233920"/>
                </a:lnTo>
                <a:cubicBezTo>
                  <a:pt x="11934" y="7233920"/>
                  <a:pt x="0" y="7221986"/>
                  <a:pt x="0" y="7207264"/>
                </a:cubicBezTo>
                <a:lnTo>
                  <a:pt x="0" y="26656"/>
                </a:lnTo>
                <a:cubicBezTo>
                  <a:pt x="0" y="11934"/>
                  <a:pt x="11934" y="0"/>
                  <a:pt x="26656" y="0"/>
                </a:cubicBezTo>
                <a:close/>
              </a:path>
            </a:pathLst>
          </a:custGeom>
          <a:noFill/>
          <a:ln w="6350">
            <a:solidFill>
              <a:schemeClr val="accent1"/>
            </a:solidFill>
          </a:ln>
        </p:spPr>
        <p:txBody>
          <a:bodyPr wrap="square" lIns="0" tIns="0" rIns="0" bIns="0" anchor="ctr" anchorCtr="0">
            <a:noAutofit/>
          </a:bodyPr>
          <a:lstStyle>
            <a:lvl1pPr marL="0" indent="0" algn="ctr">
              <a:buFontTx/>
              <a:buNone/>
              <a:defRPr sz="1067">
                <a:solidFill>
                  <a:schemeClr val="accent5"/>
                </a:solidFill>
                <a:latin typeface="Lato" panose="020F0502020204030203" pitchFamily="34" charset="0"/>
                <a:ea typeface="Open Sans Light" panose="020B0306030504020204" pitchFamily="34" charset="0"/>
                <a:cs typeface="Open Sans Light" panose="020B0306030504020204" pitchFamily="34" charset="0"/>
              </a:defRPr>
            </a:lvl1pPr>
          </a:lstStyle>
          <a:p>
            <a:endParaRPr lang="en-US"/>
          </a:p>
        </p:txBody>
      </p:sp>
      <p:pic>
        <p:nvPicPr>
          <p:cNvPr id="19" name="Picture 18">
            <a:extLst>
              <a:ext uri="{FF2B5EF4-FFF2-40B4-BE49-F238E27FC236}">
                <a16:creationId xmlns:a16="http://schemas.microsoft.com/office/drawing/2014/main" id="{02E5A025-B9EC-4B3B-8A5A-78BE0B998494}"/>
              </a:ext>
            </a:extLst>
          </p:cNvPr>
          <p:cNvPicPr>
            <a:picLocks noChangeAspect="1"/>
          </p:cNvPicPr>
          <p:nvPr userDrawn="1"/>
        </p:nvPicPr>
        <p:blipFill>
          <a:blip r:embed="rId3"/>
          <a:stretch>
            <a:fillRect/>
          </a:stretch>
        </p:blipFill>
        <p:spPr>
          <a:xfrm>
            <a:off x="9311851" y="156465"/>
            <a:ext cx="2118996" cy="495873"/>
          </a:xfrm>
          <a:prstGeom prst="rect">
            <a:avLst/>
          </a:prstGeom>
        </p:spPr>
      </p:pic>
    </p:spTree>
    <p:extLst>
      <p:ext uri="{BB962C8B-B14F-4D97-AF65-F5344CB8AC3E}">
        <p14:creationId xmlns:p14="http://schemas.microsoft.com/office/powerpoint/2010/main" val="790441899"/>
      </p:ext>
    </p:extLst>
  </p:cSld>
  <p:clrMapOvr>
    <a:masterClrMapping/>
  </p:clrMapOvr>
  <mc:AlternateContent xmlns:mc="http://schemas.openxmlformats.org/markup-compatibility/2006" xmlns:p14="http://schemas.microsoft.com/office/powerpoint/2010/main">
    <mc:Choice Requires="p14">
      <p:transition spd="slow" p14:dur="3500">
        <p14:window dir="vert"/>
      </p:transition>
    </mc:Choice>
    <mc:Fallback xmlns="">
      <p:transition spd="slow">
        <p:fade/>
      </p:transition>
    </mc:Fallback>
  </mc:AlternateContent>
  <p:extLst>
    <p:ext uri="{DCECCB84-F9BA-43D5-87BE-67443E8EF086}">
      <p15:sldGuideLst xmlns:p15="http://schemas.microsoft.com/office/powerpoint/2012/main">
        <p15:guide id="1" orient="horz" pos="2700">
          <p15:clr>
            <a:srgbClr val="FBAE40"/>
          </p15:clr>
        </p15:guide>
        <p15:guide id="2" pos="5384">
          <p15:clr>
            <a:srgbClr val="FBAE40"/>
          </p15:clr>
        </p15:guide>
        <p15:guide id="3" pos="374">
          <p15:clr>
            <a:srgbClr val="FBAE40"/>
          </p15:clr>
        </p15:guide>
        <p15:guide id="4" orient="horz" pos="306">
          <p15:clr>
            <a:srgbClr val="FBAE40"/>
          </p15:clr>
        </p15:guide>
        <p15:guide id="5" orient="horz" pos="972">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iPhone Mockup 04">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778936" y="767788"/>
            <a:ext cx="10604499" cy="511013"/>
          </a:xfrm>
          <a:prstGeom prst="rect">
            <a:avLst/>
          </a:prstGeom>
        </p:spPr>
        <p:txBody>
          <a:bodyPr lIns="0" tIns="0" rIns="0" bIns="0"/>
          <a:lstStyle>
            <a:lvl1pPr marL="0" indent="0" algn="l">
              <a:lnSpc>
                <a:spcPct val="100000"/>
              </a:lnSpc>
              <a:spcBef>
                <a:spcPts val="0"/>
              </a:spcBef>
              <a:buNone/>
              <a:defRPr sz="2933" b="0" cap="all" spc="67" baseline="0">
                <a:solidFill>
                  <a:schemeClr val="accent1"/>
                </a:solidFill>
                <a:latin typeface="Lato Black" panose="020F0A02020204030203" pitchFamily="34" charset="0"/>
                <a:ea typeface="Roboto" panose="02000000000000000000" pitchFamily="2" charset="0"/>
                <a:cs typeface="Open Sans" panose="020B0606030504020204" pitchFamily="34" charset="0"/>
              </a:defRPr>
            </a:lvl1pPr>
          </a:lstStyle>
          <a:p>
            <a:pPr lvl="0"/>
            <a:r>
              <a:rPr lang="en-US" dirty="0"/>
              <a:t>Click to edit Master text styles</a:t>
            </a:r>
          </a:p>
        </p:txBody>
      </p:sp>
      <p:sp>
        <p:nvSpPr>
          <p:cNvPr id="3" name="Text Placeholder 9"/>
          <p:cNvSpPr>
            <a:spLocks noGrp="1"/>
          </p:cNvSpPr>
          <p:nvPr>
            <p:ph type="body" sz="quarter" idx="11"/>
          </p:nvPr>
        </p:nvSpPr>
        <p:spPr>
          <a:xfrm>
            <a:off x="791633" y="1278801"/>
            <a:ext cx="10604499" cy="188459"/>
          </a:xfrm>
          <a:prstGeom prst="rect">
            <a:avLst/>
          </a:prstGeom>
        </p:spPr>
        <p:txBody>
          <a:bodyPr lIns="0" tIns="0" rIns="0" bIns="0"/>
          <a:lstStyle>
            <a:lvl1pPr marL="0" indent="0" algn="l">
              <a:lnSpc>
                <a:spcPts val="1600"/>
              </a:lnSpc>
              <a:spcBef>
                <a:spcPts val="0"/>
              </a:spcBef>
              <a:buNone/>
              <a:defRPr sz="1200" b="0" cap="none" spc="0" baseline="0">
                <a:solidFill>
                  <a:schemeClr val="accent4"/>
                </a:solidFill>
                <a:latin typeface="Lato" panose="020F0502020204030203" pitchFamily="34" charset="0"/>
                <a:ea typeface="Roboto" panose="02000000000000000000" pitchFamily="2" charset="0"/>
                <a:cs typeface="Open Sans" panose="020B0606030504020204" pitchFamily="34" charset="0"/>
              </a:defRPr>
            </a:lvl1pPr>
          </a:lstStyle>
          <a:p>
            <a:pPr lvl="0"/>
            <a:r>
              <a:rPr lang="en-US" dirty="0"/>
              <a:t>Click to edit Master text styles</a:t>
            </a:r>
          </a:p>
        </p:txBody>
      </p:sp>
      <p:cxnSp>
        <p:nvCxnSpPr>
          <p:cNvPr id="5" name="Straight Connector 4"/>
          <p:cNvCxnSpPr/>
          <p:nvPr userDrawn="1"/>
        </p:nvCxnSpPr>
        <p:spPr>
          <a:xfrm>
            <a:off x="791633" y="656089"/>
            <a:ext cx="121920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Box 22"/>
          <p:cNvSpPr txBox="1"/>
          <p:nvPr userDrawn="1"/>
        </p:nvSpPr>
        <p:spPr>
          <a:xfrm>
            <a:off x="10585897" y="6297122"/>
            <a:ext cx="275991" cy="164212"/>
          </a:xfrm>
          <a:prstGeom prst="rect">
            <a:avLst/>
          </a:prstGeom>
          <a:noFill/>
        </p:spPr>
        <p:txBody>
          <a:bodyPr wrap="square" lIns="0" tIns="0" rIns="0" bIns="0" rtlCol="0">
            <a:spAutoFit/>
          </a:bodyPr>
          <a:lstStyle/>
          <a:p>
            <a:pPr algn="r"/>
            <a:fld id="{27692F5A-FC14-4E83-B4CC-18F6C2D780A4}" type="slidenum">
              <a:rPr lang="en-US" sz="1067" b="0" spc="40" baseline="0" smtClean="0">
                <a:solidFill>
                  <a:schemeClr val="accent4"/>
                </a:solidFill>
                <a:latin typeface="Lato" panose="020F0502020204030203" pitchFamily="34" charset="0"/>
              </a:rPr>
              <a:pPr algn="r"/>
              <a:t>‹#›</a:t>
            </a:fld>
            <a:endParaRPr lang="en-US" sz="1067" b="0" spc="40" baseline="0" dirty="0">
              <a:solidFill>
                <a:schemeClr val="accent4"/>
              </a:solidFill>
              <a:latin typeface="Lato" panose="020F0502020204030203" pitchFamily="34" charset="0"/>
            </a:endParaRPr>
          </a:p>
        </p:txBody>
      </p:sp>
      <p:sp>
        <p:nvSpPr>
          <p:cNvPr id="11" name="Freeform 5">
            <a:hlinkClick r:id="" action="ppaction://hlinkshowjump?jump=nextslide"/>
          </p:cNvPr>
          <p:cNvSpPr>
            <a:spLocks noEditPoints="1"/>
          </p:cNvSpPr>
          <p:nvPr userDrawn="1"/>
        </p:nvSpPr>
        <p:spPr bwMode="auto">
          <a:xfrm>
            <a:off x="11209905" y="6284422"/>
            <a:ext cx="188345" cy="188345"/>
          </a:xfrm>
          <a:custGeom>
            <a:avLst/>
            <a:gdLst>
              <a:gd name="T0" fmla="*/ 883 w 2350"/>
              <a:gd name="T1" fmla="*/ 679 h 2350"/>
              <a:gd name="T2" fmla="*/ 1338 w 2350"/>
              <a:gd name="T3" fmla="*/ 1175 h 2350"/>
              <a:gd name="T4" fmla="*/ 883 w 2350"/>
              <a:gd name="T5" fmla="*/ 1671 h 2350"/>
              <a:gd name="T6" fmla="*/ 883 w 2350"/>
              <a:gd name="T7" fmla="*/ 1813 h 2350"/>
              <a:gd name="T8" fmla="*/ 1023 w 2350"/>
              <a:gd name="T9" fmla="*/ 1813 h 2350"/>
              <a:gd name="T10" fmla="*/ 1579 w 2350"/>
              <a:gd name="T11" fmla="*/ 1246 h 2350"/>
              <a:gd name="T12" fmla="*/ 1579 w 2350"/>
              <a:gd name="T13" fmla="*/ 1104 h 2350"/>
              <a:gd name="T14" fmla="*/ 1023 w 2350"/>
              <a:gd name="T15" fmla="*/ 537 h 2350"/>
              <a:gd name="T16" fmla="*/ 883 w 2350"/>
              <a:gd name="T17" fmla="*/ 537 h 2350"/>
              <a:gd name="T18" fmla="*/ 883 w 2350"/>
              <a:gd name="T19" fmla="*/ 679 h 2350"/>
              <a:gd name="T20" fmla="*/ 0 w 2350"/>
              <a:gd name="T21" fmla="*/ 1175 h 2350"/>
              <a:gd name="T22" fmla="*/ 1175 w 2350"/>
              <a:gd name="T23" fmla="*/ 2350 h 2350"/>
              <a:gd name="T24" fmla="*/ 2350 w 2350"/>
              <a:gd name="T25" fmla="*/ 1175 h 2350"/>
              <a:gd name="T26" fmla="*/ 1175 w 2350"/>
              <a:gd name="T27" fmla="*/ 0 h 2350"/>
              <a:gd name="T28" fmla="*/ 0 w 2350"/>
              <a:gd name="T29" fmla="*/ 1175 h 2350"/>
              <a:gd name="T30" fmla="*/ 2198 w 2350"/>
              <a:gd name="T31" fmla="*/ 1175 h 2350"/>
              <a:gd name="T32" fmla="*/ 1175 w 2350"/>
              <a:gd name="T33" fmla="*/ 2198 h 2350"/>
              <a:gd name="T34" fmla="*/ 152 w 2350"/>
              <a:gd name="T35" fmla="*/ 1175 h 2350"/>
              <a:gd name="T36" fmla="*/ 1175 w 2350"/>
              <a:gd name="T37" fmla="*/ 152 h 2350"/>
              <a:gd name="T38" fmla="*/ 2198 w 2350"/>
              <a:gd name="T39" fmla="*/ 1175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350" h="2350">
                <a:moveTo>
                  <a:pt x="883" y="679"/>
                </a:moveTo>
                <a:cubicBezTo>
                  <a:pt x="1338" y="1175"/>
                  <a:pt x="1338" y="1175"/>
                  <a:pt x="1338" y="1175"/>
                </a:cubicBezTo>
                <a:cubicBezTo>
                  <a:pt x="883" y="1671"/>
                  <a:pt x="883" y="1671"/>
                  <a:pt x="883" y="1671"/>
                </a:cubicBezTo>
                <a:cubicBezTo>
                  <a:pt x="844" y="1710"/>
                  <a:pt x="844" y="1774"/>
                  <a:pt x="883" y="1813"/>
                </a:cubicBezTo>
                <a:cubicBezTo>
                  <a:pt x="922" y="1852"/>
                  <a:pt x="985" y="1852"/>
                  <a:pt x="1023" y="1813"/>
                </a:cubicBezTo>
                <a:cubicBezTo>
                  <a:pt x="1579" y="1246"/>
                  <a:pt x="1579" y="1246"/>
                  <a:pt x="1579" y="1246"/>
                </a:cubicBezTo>
                <a:cubicBezTo>
                  <a:pt x="1618" y="1207"/>
                  <a:pt x="1618" y="1143"/>
                  <a:pt x="1579" y="1104"/>
                </a:cubicBezTo>
                <a:cubicBezTo>
                  <a:pt x="1023" y="537"/>
                  <a:pt x="1023" y="537"/>
                  <a:pt x="1023" y="537"/>
                </a:cubicBezTo>
                <a:cubicBezTo>
                  <a:pt x="985" y="498"/>
                  <a:pt x="922" y="498"/>
                  <a:pt x="883" y="537"/>
                </a:cubicBezTo>
                <a:cubicBezTo>
                  <a:pt x="844" y="576"/>
                  <a:pt x="844" y="640"/>
                  <a:pt x="883" y="679"/>
                </a:cubicBezTo>
                <a:close/>
                <a:moveTo>
                  <a:pt x="0" y="1175"/>
                </a:moveTo>
                <a:cubicBezTo>
                  <a:pt x="0" y="1824"/>
                  <a:pt x="526" y="2350"/>
                  <a:pt x="1175" y="2350"/>
                </a:cubicBezTo>
                <a:cubicBezTo>
                  <a:pt x="1824" y="2350"/>
                  <a:pt x="2350" y="1824"/>
                  <a:pt x="2350" y="1175"/>
                </a:cubicBezTo>
                <a:cubicBezTo>
                  <a:pt x="2350" y="526"/>
                  <a:pt x="1824" y="0"/>
                  <a:pt x="1175" y="0"/>
                </a:cubicBezTo>
                <a:cubicBezTo>
                  <a:pt x="526" y="0"/>
                  <a:pt x="0" y="526"/>
                  <a:pt x="0" y="1175"/>
                </a:cubicBezTo>
                <a:close/>
                <a:moveTo>
                  <a:pt x="2198" y="1175"/>
                </a:moveTo>
                <a:cubicBezTo>
                  <a:pt x="2198" y="1740"/>
                  <a:pt x="1740" y="2198"/>
                  <a:pt x="1175" y="2198"/>
                </a:cubicBezTo>
                <a:cubicBezTo>
                  <a:pt x="610" y="2198"/>
                  <a:pt x="152" y="1740"/>
                  <a:pt x="152" y="1175"/>
                </a:cubicBezTo>
                <a:cubicBezTo>
                  <a:pt x="152" y="610"/>
                  <a:pt x="610" y="152"/>
                  <a:pt x="1175" y="152"/>
                </a:cubicBezTo>
                <a:cubicBezTo>
                  <a:pt x="1740" y="152"/>
                  <a:pt x="2198" y="610"/>
                  <a:pt x="2198" y="1175"/>
                </a:cubicBezTo>
                <a:close/>
              </a:path>
            </a:pathLst>
          </a:custGeom>
          <a:solidFill>
            <a:schemeClr val="accent5"/>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2" name="Freeform 5">
            <a:hlinkClick r:id="" action="ppaction://hlinkshowjump?jump=previousslide"/>
          </p:cNvPr>
          <p:cNvSpPr>
            <a:spLocks noEditPoints="1"/>
          </p:cNvSpPr>
          <p:nvPr userDrawn="1"/>
        </p:nvSpPr>
        <p:spPr bwMode="auto">
          <a:xfrm>
            <a:off x="10992130" y="6284422"/>
            <a:ext cx="188345" cy="188345"/>
          </a:xfrm>
          <a:custGeom>
            <a:avLst/>
            <a:gdLst>
              <a:gd name="T0" fmla="*/ 1467 w 2350"/>
              <a:gd name="T1" fmla="*/ 1671 h 2350"/>
              <a:gd name="T2" fmla="*/ 1012 w 2350"/>
              <a:gd name="T3" fmla="*/ 1175 h 2350"/>
              <a:gd name="T4" fmla="*/ 1467 w 2350"/>
              <a:gd name="T5" fmla="*/ 679 h 2350"/>
              <a:gd name="T6" fmla="*/ 1467 w 2350"/>
              <a:gd name="T7" fmla="*/ 537 h 2350"/>
              <a:gd name="T8" fmla="*/ 1327 w 2350"/>
              <a:gd name="T9" fmla="*/ 537 h 2350"/>
              <a:gd name="T10" fmla="*/ 771 w 2350"/>
              <a:gd name="T11" fmla="*/ 1104 h 2350"/>
              <a:gd name="T12" fmla="*/ 771 w 2350"/>
              <a:gd name="T13" fmla="*/ 1246 h 2350"/>
              <a:gd name="T14" fmla="*/ 1327 w 2350"/>
              <a:gd name="T15" fmla="*/ 1813 h 2350"/>
              <a:gd name="T16" fmla="*/ 1467 w 2350"/>
              <a:gd name="T17" fmla="*/ 1813 h 2350"/>
              <a:gd name="T18" fmla="*/ 1467 w 2350"/>
              <a:gd name="T19" fmla="*/ 1671 h 2350"/>
              <a:gd name="T20" fmla="*/ 2350 w 2350"/>
              <a:gd name="T21" fmla="*/ 1175 h 2350"/>
              <a:gd name="T22" fmla="*/ 1175 w 2350"/>
              <a:gd name="T23" fmla="*/ 0 h 2350"/>
              <a:gd name="T24" fmla="*/ 0 w 2350"/>
              <a:gd name="T25" fmla="*/ 1175 h 2350"/>
              <a:gd name="T26" fmla="*/ 1175 w 2350"/>
              <a:gd name="T27" fmla="*/ 2350 h 2350"/>
              <a:gd name="T28" fmla="*/ 2350 w 2350"/>
              <a:gd name="T29" fmla="*/ 1175 h 2350"/>
              <a:gd name="T30" fmla="*/ 152 w 2350"/>
              <a:gd name="T31" fmla="*/ 1175 h 2350"/>
              <a:gd name="T32" fmla="*/ 1175 w 2350"/>
              <a:gd name="T33" fmla="*/ 152 h 2350"/>
              <a:gd name="T34" fmla="*/ 2198 w 2350"/>
              <a:gd name="T35" fmla="*/ 1175 h 2350"/>
              <a:gd name="T36" fmla="*/ 1175 w 2350"/>
              <a:gd name="T37" fmla="*/ 2198 h 2350"/>
              <a:gd name="T38" fmla="*/ 152 w 2350"/>
              <a:gd name="T39" fmla="*/ 1175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350" h="2350">
                <a:moveTo>
                  <a:pt x="1467" y="1671"/>
                </a:moveTo>
                <a:cubicBezTo>
                  <a:pt x="1012" y="1175"/>
                  <a:pt x="1012" y="1175"/>
                  <a:pt x="1012" y="1175"/>
                </a:cubicBezTo>
                <a:cubicBezTo>
                  <a:pt x="1467" y="679"/>
                  <a:pt x="1467" y="679"/>
                  <a:pt x="1467" y="679"/>
                </a:cubicBezTo>
                <a:cubicBezTo>
                  <a:pt x="1506" y="640"/>
                  <a:pt x="1506" y="576"/>
                  <a:pt x="1467" y="537"/>
                </a:cubicBezTo>
                <a:cubicBezTo>
                  <a:pt x="1428" y="498"/>
                  <a:pt x="1365" y="498"/>
                  <a:pt x="1327" y="537"/>
                </a:cubicBezTo>
                <a:cubicBezTo>
                  <a:pt x="771" y="1104"/>
                  <a:pt x="771" y="1104"/>
                  <a:pt x="771" y="1104"/>
                </a:cubicBezTo>
                <a:cubicBezTo>
                  <a:pt x="732" y="1143"/>
                  <a:pt x="732" y="1207"/>
                  <a:pt x="771" y="1246"/>
                </a:cubicBezTo>
                <a:cubicBezTo>
                  <a:pt x="1327" y="1813"/>
                  <a:pt x="1327" y="1813"/>
                  <a:pt x="1327" y="1813"/>
                </a:cubicBezTo>
                <a:cubicBezTo>
                  <a:pt x="1365" y="1852"/>
                  <a:pt x="1428" y="1852"/>
                  <a:pt x="1467" y="1813"/>
                </a:cubicBezTo>
                <a:cubicBezTo>
                  <a:pt x="1506" y="1774"/>
                  <a:pt x="1506" y="1710"/>
                  <a:pt x="1467" y="1671"/>
                </a:cubicBezTo>
                <a:close/>
                <a:moveTo>
                  <a:pt x="2350" y="1175"/>
                </a:moveTo>
                <a:cubicBezTo>
                  <a:pt x="2350" y="526"/>
                  <a:pt x="1824" y="0"/>
                  <a:pt x="1175" y="0"/>
                </a:cubicBezTo>
                <a:cubicBezTo>
                  <a:pt x="526" y="0"/>
                  <a:pt x="0" y="526"/>
                  <a:pt x="0" y="1175"/>
                </a:cubicBezTo>
                <a:cubicBezTo>
                  <a:pt x="0" y="1824"/>
                  <a:pt x="526" y="2350"/>
                  <a:pt x="1175" y="2350"/>
                </a:cubicBezTo>
                <a:cubicBezTo>
                  <a:pt x="1824" y="2350"/>
                  <a:pt x="2350" y="1824"/>
                  <a:pt x="2350" y="1175"/>
                </a:cubicBezTo>
                <a:close/>
                <a:moveTo>
                  <a:pt x="152" y="1175"/>
                </a:moveTo>
                <a:cubicBezTo>
                  <a:pt x="152" y="610"/>
                  <a:pt x="610" y="152"/>
                  <a:pt x="1175" y="152"/>
                </a:cubicBezTo>
                <a:cubicBezTo>
                  <a:pt x="1740" y="152"/>
                  <a:pt x="2198" y="610"/>
                  <a:pt x="2198" y="1175"/>
                </a:cubicBezTo>
                <a:cubicBezTo>
                  <a:pt x="2198" y="1740"/>
                  <a:pt x="1740" y="2198"/>
                  <a:pt x="1175" y="2198"/>
                </a:cubicBezTo>
                <a:cubicBezTo>
                  <a:pt x="610" y="2198"/>
                  <a:pt x="152" y="1740"/>
                  <a:pt x="152" y="1175"/>
                </a:cubicBezTo>
                <a:close/>
              </a:path>
            </a:pathLst>
          </a:custGeom>
          <a:solidFill>
            <a:schemeClr val="accent5"/>
          </a:solidFill>
          <a:ln>
            <a:noFill/>
          </a:ln>
        </p:spPr>
        <p:txBody>
          <a:bodyPr vert="horz" wrap="square" lIns="121920" tIns="60960" rIns="121920" bIns="60960" numCol="1" anchor="t" anchorCtr="0" compatLnSpc="1">
            <a:prstTxWarp prst="textNoShape">
              <a:avLst/>
            </a:prstTxWarp>
          </a:bodyPr>
          <a:lstStyle/>
          <a:p>
            <a:endParaRPr lang="en-US" sz="2400"/>
          </a:p>
        </p:txBody>
      </p:sp>
      <p:pic>
        <p:nvPicPr>
          <p:cNvPr id="13" name="Picture 1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095689" y="1592060"/>
            <a:ext cx="3220988" cy="4705061"/>
          </a:xfrm>
          <a:prstGeom prst="rect">
            <a:avLst/>
          </a:prstGeom>
        </p:spPr>
      </p:pic>
      <p:sp>
        <p:nvSpPr>
          <p:cNvPr id="14" name="Picture Placeholder 25"/>
          <p:cNvSpPr>
            <a:spLocks noGrp="1"/>
          </p:cNvSpPr>
          <p:nvPr>
            <p:ph type="pic" sz="quarter" idx="17"/>
          </p:nvPr>
        </p:nvSpPr>
        <p:spPr>
          <a:xfrm>
            <a:off x="2874761" y="2339882"/>
            <a:ext cx="1640267" cy="2976033"/>
          </a:xfrm>
          <a:custGeom>
            <a:avLst/>
            <a:gdLst>
              <a:gd name="connsiteX0" fmla="*/ 26656 w 4082023"/>
              <a:gd name="connsiteY0" fmla="*/ 0 h 7233920"/>
              <a:gd name="connsiteX1" fmla="*/ 4055367 w 4082023"/>
              <a:gd name="connsiteY1" fmla="*/ 0 h 7233920"/>
              <a:gd name="connsiteX2" fmla="*/ 4082023 w 4082023"/>
              <a:gd name="connsiteY2" fmla="*/ 26656 h 7233920"/>
              <a:gd name="connsiteX3" fmla="*/ 4082023 w 4082023"/>
              <a:gd name="connsiteY3" fmla="*/ 7207264 h 7233920"/>
              <a:gd name="connsiteX4" fmla="*/ 4055367 w 4082023"/>
              <a:gd name="connsiteY4" fmla="*/ 7233920 h 7233920"/>
              <a:gd name="connsiteX5" fmla="*/ 26656 w 4082023"/>
              <a:gd name="connsiteY5" fmla="*/ 7233920 h 7233920"/>
              <a:gd name="connsiteX6" fmla="*/ 0 w 4082023"/>
              <a:gd name="connsiteY6" fmla="*/ 7207264 h 7233920"/>
              <a:gd name="connsiteX7" fmla="*/ 0 w 4082023"/>
              <a:gd name="connsiteY7" fmla="*/ 26656 h 7233920"/>
              <a:gd name="connsiteX8" fmla="*/ 26656 w 4082023"/>
              <a:gd name="connsiteY8" fmla="*/ 0 h 7233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82023" h="7233920">
                <a:moveTo>
                  <a:pt x="26656" y="0"/>
                </a:moveTo>
                <a:lnTo>
                  <a:pt x="4055367" y="0"/>
                </a:lnTo>
                <a:cubicBezTo>
                  <a:pt x="4070091" y="0"/>
                  <a:pt x="4082023" y="11934"/>
                  <a:pt x="4082023" y="26656"/>
                </a:cubicBezTo>
                <a:lnTo>
                  <a:pt x="4082023" y="7207264"/>
                </a:lnTo>
                <a:cubicBezTo>
                  <a:pt x="4082023" y="7221986"/>
                  <a:pt x="4070091" y="7233920"/>
                  <a:pt x="4055367" y="7233920"/>
                </a:cubicBezTo>
                <a:lnTo>
                  <a:pt x="26656" y="7233920"/>
                </a:lnTo>
                <a:cubicBezTo>
                  <a:pt x="11934" y="7233920"/>
                  <a:pt x="0" y="7221986"/>
                  <a:pt x="0" y="7207264"/>
                </a:cubicBezTo>
                <a:lnTo>
                  <a:pt x="0" y="26656"/>
                </a:lnTo>
                <a:cubicBezTo>
                  <a:pt x="0" y="11934"/>
                  <a:pt x="11934" y="0"/>
                  <a:pt x="26656" y="0"/>
                </a:cubicBezTo>
                <a:close/>
              </a:path>
            </a:pathLst>
          </a:custGeom>
          <a:noFill/>
          <a:ln w="6350">
            <a:solidFill>
              <a:schemeClr val="accent1"/>
            </a:solidFill>
          </a:ln>
        </p:spPr>
        <p:txBody>
          <a:bodyPr wrap="square" lIns="0" tIns="0" rIns="0" bIns="0" anchor="ctr" anchorCtr="0">
            <a:noAutofit/>
          </a:bodyPr>
          <a:lstStyle>
            <a:lvl1pPr marL="0" indent="0" algn="ctr">
              <a:buFontTx/>
              <a:buNone/>
              <a:defRPr sz="1067">
                <a:solidFill>
                  <a:schemeClr val="accent5"/>
                </a:solidFill>
                <a:latin typeface="Lato" panose="020F0502020204030203" pitchFamily="34" charset="0"/>
                <a:ea typeface="Open Sans Light" panose="020B0306030504020204" pitchFamily="34" charset="0"/>
                <a:cs typeface="Open Sans Light" panose="020B0306030504020204" pitchFamily="34" charset="0"/>
              </a:defRPr>
            </a:lvl1pPr>
          </a:lstStyle>
          <a:p>
            <a:endParaRPr lang="en-US"/>
          </a:p>
        </p:txBody>
      </p:sp>
      <p:pic>
        <p:nvPicPr>
          <p:cNvPr id="15" name="Picture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72431" y="1592060"/>
            <a:ext cx="3220988" cy="4705061"/>
          </a:xfrm>
          <a:prstGeom prst="rect">
            <a:avLst/>
          </a:prstGeom>
        </p:spPr>
      </p:pic>
      <p:sp>
        <p:nvSpPr>
          <p:cNvPr id="18" name="Picture Placeholder 25"/>
          <p:cNvSpPr>
            <a:spLocks noGrp="1"/>
          </p:cNvSpPr>
          <p:nvPr>
            <p:ph type="pic" sz="quarter" idx="18"/>
          </p:nvPr>
        </p:nvSpPr>
        <p:spPr>
          <a:xfrm>
            <a:off x="5051504" y="2339882"/>
            <a:ext cx="1640267" cy="2976033"/>
          </a:xfrm>
          <a:custGeom>
            <a:avLst/>
            <a:gdLst>
              <a:gd name="connsiteX0" fmla="*/ 26656 w 4082023"/>
              <a:gd name="connsiteY0" fmla="*/ 0 h 7233920"/>
              <a:gd name="connsiteX1" fmla="*/ 4055367 w 4082023"/>
              <a:gd name="connsiteY1" fmla="*/ 0 h 7233920"/>
              <a:gd name="connsiteX2" fmla="*/ 4082023 w 4082023"/>
              <a:gd name="connsiteY2" fmla="*/ 26656 h 7233920"/>
              <a:gd name="connsiteX3" fmla="*/ 4082023 w 4082023"/>
              <a:gd name="connsiteY3" fmla="*/ 7207264 h 7233920"/>
              <a:gd name="connsiteX4" fmla="*/ 4055367 w 4082023"/>
              <a:gd name="connsiteY4" fmla="*/ 7233920 h 7233920"/>
              <a:gd name="connsiteX5" fmla="*/ 26656 w 4082023"/>
              <a:gd name="connsiteY5" fmla="*/ 7233920 h 7233920"/>
              <a:gd name="connsiteX6" fmla="*/ 0 w 4082023"/>
              <a:gd name="connsiteY6" fmla="*/ 7207264 h 7233920"/>
              <a:gd name="connsiteX7" fmla="*/ 0 w 4082023"/>
              <a:gd name="connsiteY7" fmla="*/ 26656 h 7233920"/>
              <a:gd name="connsiteX8" fmla="*/ 26656 w 4082023"/>
              <a:gd name="connsiteY8" fmla="*/ 0 h 7233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82023" h="7233920">
                <a:moveTo>
                  <a:pt x="26656" y="0"/>
                </a:moveTo>
                <a:lnTo>
                  <a:pt x="4055367" y="0"/>
                </a:lnTo>
                <a:cubicBezTo>
                  <a:pt x="4070091" y="0"/>
                  <a:pt x="4082023" y="11934"/>
                  <a:pt x="4082023" y="26656"/>
                </a:cubicBezTo>
                <a:lnTo>
                  <a:pt x="4082023" y="7207264"/>
                </a:lnTo>
                <a:cubicBezTo>
                  <a:pt x="4082023" y="7221986"/>
                  <a:pt x="4070091" y="7233920"/>
                  <a:pt x="4055367" y="7233920"/>
                </a:cubicBezTo>
                <a:lnTo>
                  <a:pt x="26656" y="7233920"/>
                </a:lnTo>
                <a:cubicBezTo>
                  <a:pt x="11934" y="7233920"/>
                  <a:pt x="0" y="7221986"/>
                  <a:pt x="0" y="7207264"/>
                </a:cubicBezTo>
                <a:lnTo>
                  <a:pt x="0" y="26656"/>
                </a:lnTo>
                <a:cubicBezTo>
                  <a:pt x="0" y="11934"/>
                  <a:pt x="11934" y="0"/>
                  <a:pt x="26656" y="0"/>
                </a:cubicBezTo>
                <a:close/>
              </a:path>
            </a:pathLst>
          </a:custGeom>
          <a:noFill/>
          <a:ln w="6350">
            <a:solidFill>
              <a:schemeClr val="accent1"/>
            </a:solidFill>
          </a:ln>
        </p:spPr>
        <p:txBody>
          <a:bodyPr wrap="square" lIns="0" tIns="0" rIns="0" bIns="0" anchor="ctr" anchorCtr="0">
            <a:noAutofit/>
          </a:bodyPr>
          <a:lstStyle>
            <a:lvl1pPr marL="0" indent="0" algn="ctr">
              <a:buFontTx/>
              <a:buNone/>
              <a:defRPr sz="1067">
                <a:solidFill>
                  <a:schemeClr val="accent5"/>
                </a:solidFill>
                <a:latin typeface="Lato" panose="020F0502020204030203" pitchFamily="34" charset="0"/>
                <a:ea typeface="Open Sans Light" panose="020B0306030504020204" pitchFamily="34" charset="0"/>
                <a:cs typeface="Open Sans Light" panose="020B0306030504020204" pitchFamily="34" charset="0"/>
              </a:defRPr>
            </a:lvl1pPr>
          </a:lstStyle>
          <a:p>
            <a:endParaRPr lang="en-US"/>
          </a:p>
        </p:txBody>
      </p:sp>
      <p:pic>
        <p:nvPicPr>
          <p:cNvPr id="19" name="Picture 1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471749" y="1592060"/>
            <a:ext cx="3220988" cy="4705061"/>
          </a:xfrm>
          <a:prstGeom prst="rect">
            <a:avLst/>
          </a:prstGeom>
        </p:spPr>
      </p:pic>
      <p:sp>
        <p:nvSpPr>
          <p:cNvPr id="20" name="Picture Placeholder 25"/>
          <p:cNvSpPr>
            <a:spLocks noGrp="1"/>
          </p:cNvSpPr>
          <p:nvPr>
            <p:ph type="pic" sz="quarter" idx="19"/>
          </p:nvPr>
        </p:nvSpPr>
        <p:spPr>
          <a:xfrm>
            <a:off x="7250821" y="2339882"/>
            <a:ext cx="1640267" cy="2976033"/>
          </a:xfrm>
          <a:custGeom>
            <a:avLst/>
            <a:gdLst>
              <a:gd name="connsiteX0" fmla="*/ 26656 w 4082023"/>
              <a:gd name="connsiteY0" fmla="*/ 0 h 7233920"/>
              <a:gd name="connsiteX1" fmla="*/ 4055367 w 4082023"/>
              <a:gd name="connsiteY1" fmla="*/ 0 h 7233920"/>
              <a:gd name="connsiteX2" fmla="*/ 4082023 w 4082023"/>
              <a:gd name="connsiteY2" fmla="*/ 26656 h 7233920"/>
              <a:gd name="connsiteX3" fmla="*/ 4082023 w 4082023"/>
              <a:gd name="connsiteY3" fmla="*/ 7207264 h 7233920"/>
              <a:gd name="connsiteX4" fmla="*/ 4055367 w 4082023"/>
              <a:gd name="connsiteY4" fmla="*/ 7233920 h 7233920"/>
              <a:gd name="connsiteX5" fmla="*/ 26656 w 4082023"/>
              <a:gd name="connsiteY5" fmla="*/ 7233920 h 7233920"/>
              <a:gd name="connsiteX6" fmla="*/ 0 w 4082023"/>
              <a:gd name="connsiteY6" fmla="*/ 7207264 h 7233920"/>
              <a:gd name="connsiteX7" fmla="*/ 0 w 4082023"/>
              <a:gd name="connsiteY7" fmla="*/ 26656 h 7233920"/>
              <a:gd name="connsiteX8" fmla="*/ 26656 w 4082023"/>
              <a:gd name="connsiteY8" fmla="*/ 0 h 7233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82023" h="7233920">
                <a:moveTo>
                  <a:pt x="26656" y="0"/>
                </a:moveTo>
                <a:lnTo>
                  <a:pt x="4055367" y="0"/>
                </a:lnTo>
                <a:cubicBezTo>
                  <a:pt x="4070091" y="0"/>
                  <a:pt x="4082023" y="11934"/>
                  <a:pt x="4082023" y="26656"/>
                </a:cubicBezTo>
                <a:lnTo>
                  <a:pt x="4082023" y="7207264"/>
                </a:lnTo>
                <a:cubicBezTo>
                  <a:pt x="4082023" y="7221986"/>
                  <a:pt x="4070091" y="7233920"/>
                  <a:pt x="4055367" y="7233920"/>
                </a:cubicBezTo>
                <a:lnTo>
                  <a:pt x="26656" y="7233920"/>
                </a:lnTo>
                <a:cubicBezTo>
                  <a:pt x="11934" y="7233920"/>
                  <a:pt x="0" y="7221986"/>
                  <a:pt x="0" y="7207264"/>
                </a:cubicBezTo>
                <a:lnTo>
                  <a:pt x="0" y="26656"/>
                </a:lnTo>
                <a:cubicBezTo>
                  <a:pt x="0" y="11934"/>
                  <a:pt x="11934" y="0"/>
                  <a:pt x="26656" y="0"/>
                </a:cubicBezTo>
                <a:close/>
              </a:path>
            </a:pathLst>
          </a:custGeom>
          <a:noFill/>
          <a:ln w="6350">
            <a:solidFill>
              <a:schemeClr val="accent1"/>
            </a:solidFill>
          </a:ln>
        </p:spPr>
        <p:txBody>
          <a:bodyPr wrap="square" lIns="0" tIns="0" rIns="0" bIns="0" anchor="ctr" anchorCtr="0">
            <a:noAutofit/>
          </a:bodyPr>
          <a:lstStyle>
            <a:lvl1pPr marL="0" indent="0" algn="ctr">
              <a:buFontTx/>
              <a:buNone/>
              <a:defRPr sz="1067">
                <a:solidFill>
                  <a:schemeClr val="accent5"/>
                </a:solidFill>
                <a:latin typeface="Lato" panose="020F0502020204030203" pitchFamily="34" charset="0"/>
                <a:ea typeface="Open Sans Light" panose="020B0306030504020204" pitchFamily="34" charset="0"/>
                <a:cs typeface="Open Sans Light" panose="020B0306030504020204" pitchFamily="34" charset="0"/>
              </a:defRPr>
            </a:lvl1pPr>
          </a:lstStyle>
          <a:p>
            <a:endParaRPr lang="en-US"/>
          </a:p>
        </p:txBody>
      </p:sp>
      <p:pic>
        <p:nvPicPr>
          <p:cNvPr id="21" name="Picture 20">
            <a:extLst>
              <a:ext uri="{FF2B5EF4-FFF2-40B4-BE49-F238E27FC236}">
                <a16:creationId xmlns:a16="http://schemas.microsoft.com/office/drawing/2014/main" id="{02E5A025-B9EC-4B3B-8A5A-78BE0B998494}"/>
              </a:ext>
            </a:extLst>
          </p:cNvPr>
          <p:cNvPicPr>
            <a:picLocks noChangeAspect="1"/>
          </p:cNvPicPr>
          <p:nvPr userDrawn="1"/>
        </p:nvPicPr>
        <p:blipFill>
          <a:blip r:embed="rId3"/>
          <a:stretch>
            <a:fillRect/>
          </a:stretch>
        </p:blipFill>
        <p:spPr>
          <a:xfrm>
            <a:off x="9311851" y="156465"/>
            <a:ext cx="2118996" cy="495873"/>
          </a:xfrm>
          <a:prstGeom prst="rect">
            <a:avLst/>
          </a:prstGeom>
        </p:spPr>
      </p:pic>
    </p:spTree>
    <p:extLst>
      <p:ext uri="{BB962C8B-B14F-4D97-AF65-F5344CB8AC3E}">
        <p14:creationId xmlns:p14="http://schemas.microsoft.com/office/powerpoint/2010/main" val="2434500195"/>
      </p:ext>
    </p:extLst>
  </p:cSld>
  <p:clrMapOvr>
    <a:masterClrMapping/>
  </p:clrMapOvr>
  <mc:AlternateContent xmlns:mc="http://schemas.openxmlformats.org/markup-compatibility/2006" xmlns:p14="http://schemas.microsoft.com/office/powerpoint/2010/main">
    <mc:Choice Requires="p14">
      <p:transition spd="slow" p14:dur="3500">
        <p14:window dir="vert"/>
      </p:transition>
    </mc:Choice>
    <mc:Fallback xmlns="">
      <p:transition spd="slow">
        <p:fade/>
      </p:transition>
    </mc:Fallback>
  </mc:AlternateContent>
  <p:extLst>
    <p:ext uri="{DCECCB84-F9BA-43D5-87BE-67443E8EF086}">
      <p15:sldGuideLst xmlns:p15="http://schemas.microsoft.com/office/powerpoint/2012/main">
        <p15:guide id="1" orient="horz" pos="2700">
          <p15:clr>
            <a:srgbClr val="FBAE40"/>
          </p15:clr>
        </p15:guide>
        <p15:guide id="2" pos="5384">
          <p15:clr>
            <a:srgbClr val="FBAE40"/>
          </p15:clr>
        </p15:guide>
        <p15:guide id="3" pos="374">
          <p15:clr>
            <a:srgbClr val="FBAE40"/>
          </p15:clr>
        </p15:guide>
        <p15:guide id="4" orient="horz" pos="306">
          <p15:clr>
            <a:srgbClr val="FBAE40"/>
          </p15:clr>
        </p15:guide>
        <p15:guide id="5" orient="horz" pos="972">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iPhone Mockup 05">
    <p:spTree>
      <p:nvGrpSpPr>
        <p:cNvPr id="1" name=""/>
        <p:cNvGrpSpPr/>
        <p:nvPr/>
      </p:nvGrpSpPr>
      <p:grpSpPr>
        <a:xfrm>
          <a:off x="0" y="0"/>
          <a:ext cx="0" cy="0"/>
          <a:chOff x="0" y="0"/>
          <a:chExt cx="0" cy="0"/>
        </a:xfrm>
      </p:grpSpPr>
      <p:pic>
        <p:nvPicPr>
          <p:cNvPr id="29" name="Picture 2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53816" y="1467259"/>
            <a:ext cx="3891669" cy="5390740"/>
          </a:xfrm>
          <a:prstGeom prst="rect">
            <a:avLst/>
          </a:prstGeom>
        </p:spPr>
      </p:pic>
      <p:sp>
        <p:nvSpPr>
          <p:cNvPr id="10" name="Text Placeholder 9"/>
          <p:cNvSpPr>
            <a:spLocks noGrp="1"/>
          </p:cNvSpPr>
          <p:nvPr>
            <p:ph type="body" sz="quarter" idx="10"/>
          </p:nvPr>
        </p:nvSpPr>
        <p:spPr>
          <a:xfrm>
            <a:off x="778936" y="767788"/>
            <a:ext cx="10604499" cy="511013"/>
          </a:xfrm>
          <a:prstGeom prst="rect">
            <a:avLst/>
          </a:prstGeom>
        </p:spPr>
        <p:txBody>
          <a:bodyPr lIns="0" tIns="0" rIns="0" bIns="0"/>
          <a:lstStyle>
            <a:lvl1pPr marL="0" indent="0" algn="l">
              <a:lnSpc>
                <a:spcPct val="100000"/>
              </a:lnSpc>
              <a:spcBef>
                <a:spcPts val="0"/>
              </a:spcBef>
              <a:buNone/>
              <a:defRPr sz="2933" b="0" cap="all" spc="67" baseline="0">
                <a:solidFill>
                  <a:schemeClr val="accent1"/>
                </a:solidFill>
                <a:latin typeface="Lato Black" panose="020F0A02020204030203" pitchFamily="34" charset="0"/>
                <a:ea typeface="Roboto" panose="02000000000000000000" pitchFamily="2" charset="0"/>
                <a:cs typeface="Open Sans" panose="020B0606030504020204" pitchFamily="34" charset="0"/>
              </a:defRPr>
            </a:lvl1pPr>
          </a:lstStyle>
          <a:p>
            <a:pPr lvl="0"/>
            <a:r>
              <a:rPr lang="en-US" dirty="0"/>
              <a:t>Click to edit Master text styles</a:t>
            </a:r>
          </a:p>
        </p:txBody>
      </p:sp>
      <p:sp>
        <p:nvSpPr>
          <p:cNvPr id="3" name="Text Placeholder 9"/>
          <p:cNvSpPr>
            <a:spLocks noGrp="1"/>
          </p:cNvSpPr>
          <p:nvPr>
            <p:ph type="body" sz="quarter" idx="11"/>
          </p:nvPr>
        </p:nvSpPr>
        <p:spPr>
          <a:xfrm>
            <a:off x="791633" y="1278801"/>
            <a:ext cx="10604499" cy="188459"/>
          </a:xfrm>
          <a:prstGeom prst="rect">
            <a:avLst/>
          </a:prstGeom>
        </p:spPr>
        <p:txBody>
          <a:bodyPr lIns="0" tIns="0" rIns="0" bIns="0"/>
          <a:lstStyle>
            <a:lvl1pPr marL="0" indent="0" algn="l">
              <a:lnSpc>
                <a:spcPts val="1600"/>
              </a:lnSpc>
              <a:spcBef>
                <a:spcPts val="0"/>
              </a:spcBef>
              <a:buNone/>
              <a:defRPr sz="1200" b="0" cap="none" spc="0" baseline="0">
                <a:solidFill>
                  <a:schemeClr val="accent4"/>
                </a:solidFill>
                <a:latin typeface="Lato" panose="020F0502020204030203" pitchFamily="34" charset="0"/>
                <a:ea typeface="Roboto" panose="02000000000000000000" pitchFamily="2" charset="0"/>
                <a:cs typeface="Open Sans" panose="020B0606030504020204" pitchFamily="34" charset="0"/>
              </a:defRPr>
            </a:lvl1pPr>
          </a:lstStyle>
          <a:p>
            <a:pPr lvl="0"/>
            <a:r>
              <a:rPr lang="en-US" dirty="0"/>
              <a:t>Click to edit Master text styles</a:t>
            </a:r>
          </a:p>
        </p:txBody>
      </p:sp>
      <p:cxnSp>
        <p:nvCxnSpPr>
          <p:cNvPr id="5" name="Straight Connector 4"/>
          <p:cNvCxnSpPr/>
          <p:nvPr userDrawn="1"/>
        </p:nvCxnSpPr>
        <p:spPr>
          <a:xfrm>
            <a:off x="791633" y="656089"/>
            <a:ext cx="121920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5" name="Picture Placeholder 25"/>
          <p:cNvSpPr>
            <a:spLocks noGrp="1"/>
          </p:cNvSpPr>
          <p:nvPr>
            <p:ph type="pic" sz="quarter" idx="17"/>
          </p:nvPr>
        </p:nvSpPr>
        <p:spPr>
          <a:xfrm>
            <a:off x="7038622" y="2252134"/>
            <a:ext cx="2946399" cy="4605865"/>
          </a:xfrm>
          <a:custGeom>
            <a:avLst/>
            <a:gdLst>
              <a:gd name="connsiteX0" fmla="*/ 26656 w 4082023"/>
              <a:gd name="connsiteY0" fmla="*/ 0 h 7233920"/>
              <a:gd name="connsiteX1" fmla="*/ 4055367 w 4082023"/>
              <a:gd name="connsiteY1" fmla="*/ 0 h 7233920"/>
              <a:gd name="connsiteX2" fmla="*/ 4082023 w 4082023"/>
              <a:gd name="connsiteY2" fmla="*/ 26656 h 7233920"/>
              <a:gd name="connsiteX3" fmla="*/ 4082023 w 4082023"/>
              <a:gd name="connsiteY3" fmla="*/ 7207264 h 7233920"/>
              <a:gd name="connsiteX4" fmla="*/ 4055367 w 4082023"/>
              <a:gd name="connsiteY4" fmla="*/ 7233920 h 7233920"/>
              <a:gd name="connsiteX5" fmla="*/ 26656 w 4082023"/>
              <a:gd name="connsiteY5" fmla="*/ 7233920 h 7233920"/>
              <a:gd name="connsiteX6" fmla="*/ 0 w 4082023"/>
              <a:gd name="connsiteY6" fmla="*/ 7207264 h 7233920"/>
              <a:gd name="connsiteX7" fmla="*/ 0 w 4082023"/>
              <a:gd name="connsiteY7" fmla="*/ 26656 h 7233920"/>
              <a:gd name="connsiteX8" fmla="*/ 26656 w 4082023"/>
              <a:gd name="connsiteY8" fmla="*/ 0 h 7233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82023" h="7233920">
                <a:moveTo>
                  <a:pt x="26656" y="0"/>
                </a:moveTo>
                <a:lnTo>
                  <a:pt x="4055367" y="0"/>
                </a:lnTo>
                <a:cubicBezTo>
                  <a:pt x="4070091" y="0"/>
                  <a:pt x="4082023" y="11934"/>
                  <a:pt x="4082023" y="26656"/>
                </a:cubicBezTo>
                <a:lnTo>
                  <a:pt x="4082023" y="7207264"/>
                </a:lnTo>
                <a:cubicBezTo>
                  <a:pt x="4082023" y="7221986"/>
                  <a:pt x="4070091" y="7233920"/>
                  <a:pt x="4055367" y="7233920"/>
                </a:cubicBezTo>
                <a:lnTo>
                  <a:pt x="26656" y="7233920"/>
                </a:lnTo>
                <a:cubicBezTo>
                  <a:pt x="11934" y="7233920"/>
                  <a:pt x="0" y="7221986"/>
                  <a:pt x="0" y="7207264"/>
                </a:cubicBezTo>
                <a:lnTo>
                  <a:pt x="0" y="26656"/>
                </a:lnTo>
                <a:cubicBezTo>
                  <a:pt x="0" y="11934"/>
                  <a:pt x="11934" y="0"/>
                  <a:pt x="26656" y="0"/>
                </a:cubicBezTo>
                <a:close/>
              </a:path>
            </a:pathLst>
          </a:custGeom>
          <a:noFill/>
          <a:ln w="6350">
            <a:solidFill>
              <a:schemeClr val="accent1"/>
            </a:solidFill>
          </a:ln>
        </p:spPr>
        <p:txBody>
          <a:bodyPr wrap="square" lIns="0" tIns="0" rIns="0" bIns="0" anchor="ctr" anchorCtr="0">
            <a:noAutofit/>
          </a:bodyPr>
          <a:lstStyle>
            <a:lvl1pPr marL="0" indent="0" algn="ctr">
              <a:buFontTx/>
              <a:buNone/>
              <a:defRPr sz="1067">
                <a:solidFill>
                  <a:schemeClr val="accent5"/>
                </a:solidFill>
                <a:latin typeface="Lato" panose="020F0502020204030203" pitchFamily="34" charset="0"/>
                <a:ea typeface="Open Sans Light" panose="020B0306030504020204" pitchFamily="34" charset="0"/>
                <a:cs typeface="Open Sans Light" panose="020B0306030504020204" pitchFamily="34" charset="0"/>
              </a:defRPr>
            </a:lvl1pPr>
          </a:lstStyle>
          <a:p>
            <a:endParaRPr lang="en-US"/>
          </a:p>
        </p:txBody>
      </p:sp>
      <p:sp>
        <p:nvSpPr>
          <p:cNvPr id="26" name="TextBox 25"/>
          <p:cNvSpPr txBox="1"/>
          <p:nvPr userDrawn="1"/>
        </p:nvSpPr>
        <p:spPr>
          <a:xfrm>
            <a:off x="10585897" y="6297122"/>
            <a:ext cx="275991" cy="164212"/>
          </a:xfrm>
          <a:prstGeom prst="rect">
            <a:avLst/>
          </a:prstGeom>
          <a:noFill/>
        </p:spPr>
        <p:txBody>
          <a:bodyPr wrap="square" lIns="0" tIns="0" rIns="0" bIns="0" rtlCol="0">
            <a:spAutoFit/>
          </a:bodyPr>
          <a:lstStyle/>
          <a:p>
            <a:pPr algn="r"/>
            <a:fld id="{27692F5A-FC14-4E83-B4CC-18F6C2D780A4}" type="slidenum">
              <a:rPr lang="en-US" sz="1067" b="0" spc="40" baseline="0" smtClean="0">
                <a:solidFill>
                  <a:schemeClr val="accent4"/>
                </a:solidFill>
                <a:latin typeface="Lato" panose="020F0502020204030203" pitchFamily="34" charset="0"/>
              </a:rPr>
              <a:pPr algn="r"/>
              <a:t>‹#›</a:t>
            </a:fld>
            <a:endParaRPr lang="en-US" sz="1067" b="0" spc="40" baseline="0" dirty="0">
              <a:solidFill>
                <a:schemeClr val="accent4"/>
              </a:solidFill>
              <a:latin typeface="Lato" panose="020F0502020204030203" pitchFamily="34" charset="0"/>
            </a:endParaRPr>
          </a:p>
        </p:txBody>
      </p:sp>
      <p:sp>
        <p:nvSpPr>
          <p:cNvPr id="27" name="Freeform 5">
            <a:hlinkClick r:id="" action="ppaction://hlinkshowjump?jump=nextslide"/>
          </p:cNvPr>
          <p:cNvSpPr>
            <a:spLocks noEditPoints="1"/>
          </p:cNvSpPr>
          <p:nvPr userDrawn="1"/>
        </p:nvSpPr>
        <p:spPr bwMode="auto">
          <a:xfrm>
            <a:off x="11209905" y="6284422"/>
            <a:ext cx="188345" cy="188345"/>
          </a:xfrm>
          <a:custGeom>
            <a:avLst/>
            <a:gdLst>
              <a:gd name="T0" fmla="*/ 883 w 2350"/>
              <a:gd name="T1" fmla="*/ 679 h 2350"/>
              <a:gd name="T2" fmla="*/ 1338 w 2350"/>
              <a:gd name="T3" fmla="*/ 1175 h 2350"/>
              <a:gd name="T4" fmla="*/ 883 w 2350"/>
              <a:gd name="T5" fmla="*/ 1671 h 2350"/>
              <a:gd name="T6" fmla="*/ 883 w 2350"/>
              <a:gd name="T7" fmla="*/ 1813 h 2350"/>
              <a:gd name="T8" fmla="*/ 1023 w 2350"/>
              <a:gd name="T9" fmla="*/ 1813 h 2350"/>
              <a:gd name="T10" fmla="*/ 1579 w 2350"/>
              <a:gd name="T11" fmla="*/ 1246 h 2350"/>
              <a:gd name="T12" fmla="*/ 1579 w 2350"/>
              <a:gd name="T13" fmla="*/ 1104 h 2350"/>
              <a:gd name="T14" fmla="*/ 1023 w 2350"/>
              <a:gd name="T15" fmla="*/ 537 h 2350"/>
              <a:gd name="T16" fmla="*/ 883 w 2350"/>
              <a:gd name="T17" fmla="*/ 537 h 2350"/>
              <a:gd name="T18" fmla="*/ 883 w 2350"/>
              <a:gd name="T19" fmla="*/ 679 h 2350"/>
              <a:gd name="T20" fmla="*/ 0 w 2350"/>
              <a:gd name="T21" fmla="*/ 1175 h 2350"/>
              <a:gd name="T22" fmla="*/ 1175 w 2350"/>
              <a:gd name="T23" fmla="*/ 2350 h 2350"/>
              <a:gd name="T24" fmla="*/ 2350 w 2350"/>
              <a:gd name="T25" fmla="*/ 1175 h 2350"/>
              <a:gd name="T26" fmla="*/ 1175 w 2350"/>
              <a:gd name="T27" fmla="*/ 0 h 2350"/>
              <a:gd name="T28" fmla="*/ 0 w 2350"/>
              <a:gd name="T29" fmla="*/ 1175 h 2350"/>
              <a:gd name="T30" fmla="*/ 2198 w 2350"/>
              <a:gd name="T31" fmla="*/ 1175 h 2350"/>
              <a:gd name="T32" fmla="*/ 1175 w 2350"/>
              <a:gd name="T33" fmla="*/ 2198 h 2350"/>
              <a:gd name="T34" fmla="*/ 152 w 2350"/>
              <a:gd name="T35" fmla="*/ 1175 h 2350"/>
              <a:gd name="T36" fmla="*/ 1175 w 2350"/>
              <a:gd name="T37" fmla="*/ 152 h 2350"/>
              <a:gd name="T38" fmla="*/ 2198 w 2350"/>
              <a:gd name="T39" fmla="*/ 1175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350" h="2350">
                <a:moveTo>
                  <a:pt x="883" y="679"/>
                </a:moveTo>
                <a:cubicBezTo>
                  <a:pt x="1338" y="1175"/>
                  <a:pt x="1338" y="1175"/>
                  <a:pt x="1338" y="1175"/>
                </a:cubicBezTo>
                <a:cubicBezTo>
                  <a:pt x="883" y="1671"/>
                  <a:pt x="883" y="1671"/>
                  <a:pt x="883" y="1671"/>
                </a:cubicBezTo>
                <a:cubicBezTo>
                  <a:pt x="844" y="1710"/>
                  <a:pt x="844" y="1774"/>
                  <a:pt x="883" y="1813"/>
                </a:cubicBezTo>
                <a:cubicBezTo>
                  <a:pt x="922" y="1852"/>
                  <a:pt x="985" y="1852"/>
                  <a:pt x="1023" y="1813"/>
                </a:cubicBezTo>
                <a:cubicBezTo>
                  <a:pt x="1579" y="1246"/>
                  <a:pt x="1579" y="1246"/>
                  <a:pt x="1579" y="1246"/>
                </a:cubicBezTo>
                <a:cubicBezTo>
                  <a:pt x="1618" y="1207"/>
                  <a:pt x="1618" y="1143"/>
                  <a:pt x="1579" y="1104"/>
                </a:cubicBezTo>
                <a:cubicBezTo>
                  <a:pt x="1023" y="537"/>
                  <a:pt x="1023" y="537"/>
                  <a:pt x="1023" y="537"/>
                </a:cubicBezTo>
                <a:cubicBezTo>
                  <a:pt x="985" y="498"/>
                  <a:pt x="922" y="498"/>
                  <a:pt x="883" y="537"/>
                </a:cubicBezTo>
                <a:cubicBezTo>
                  <a:pt x="844" y="576"/>
                  <a:pt x="844" y="640"/>
                  <a:pt x="883" y="679"/>
                </a:cubicBezTo>
                <a:close/>
                <a:moveTo>
                  <a:pt x="0" y="1175"/>
                </a:moveTo>
                <a:cubicBezTo>
                  <a:pt x="0" y="1824"/>
                  <a:pt x="526" y="2350"/>
                  <a:pt x="1175" y="2350"/>
                </a:cubicBezTo>
                <a:cubicBezTo>
                  <a:pt x="1824" y="2350"/>
                  <a:pt x="2350" y="1824"/>
                  <a:pt x="2350" y="1175"/>
                </a:cubicBezTo>
                <a:cubicBezTo>
                  <a:pt x="2350" y="526"/>
                  <a:pt x="1824" y="0"/>
                  <a:pt x="1175" y="0"/>
                </a:cubicBezTo>
                <a:cubicBezTo>
                  <a:pt x="526" y="0"/>
                  <a:pt x="0" y="526"/>
                  <a:pt x="0" y="1175"/>
                </a:cubicBezTo>
                <a:close/>
                <a:moveTo>
                  <a:pt x="2198" y="1175"/>
                </a:moveTo>
                <a:cubicBezTo>
                  <a:pt x="2198" y="1740"/>
                  <a:pt x="1740" y="2198"/>
                  <a:pt x="1175" y="2198"/>
                </a:cubicBezTo>
                <a:cubicBezTo>
                  <a:pt x="610" y="2198"/>
                  <a:pt x="152" y="1740"/>
                  <a:pt x="152" y="1175"/>
                </a:cubicBezTo>
                <a:cubicBezTo>
                  <a:pt x="152" y="610"/>
                  <a:pt x="610" y="152"/>
                  <a:pt x="1175" y="152"/>
                </a:cubicBezTo>
                <a:cubicBezTo>
                  <a:pt x="1740" y="152"/>
                  <a:pt x="2198" y="610"/>
                  <a:pt x="2198" y="1175"/>
                </a:cubicBezTo>
                <a:close/>
              </a:path>
            </a:pathLst>
          </a:custGeom>
          <a:solidFill>
            <a:schemeClr val="accent5"/>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8" name="Freeform 5">
            <a:hlinkClick r:id="" action="ppaction://hlinkshowjump?jump=previousslide"/>
          </p:cNvPr>
          <p:cNvSpPr>
            <a:spLocks noEditPoints="1"/>
          </p:cNvSpPr>
          <p:nvPr userDrawn="1"/>
        </p:nvSpPr>
        <p:spPr bwMode="auto">
          <a:xfrm>
            <a:off x="10992130" y="6284422"/>
            <a:ext cx="188345" cy="188345"/>
          </a:xfrm>
          <a:custGeom>
            <a:avLst/>
            <a:gdLst>
              <a:gd name="T0" fmla="*/ 1467 w 2350"/>
              <a:gd name="T1" fmla="*/ 1671 h 2350"/>
              <a:gd name="T2" fmla="*/ 1012 w 2350"/>
              <a:gd name="T3" fmla="*/ 1175 h 2350"/>
              <a:gd name="T4" fmla="*/ 1467 w 2350"/>
              <a:gd name="T5" fmla="*/ 679 h 2350"/>
              <a:gd name="T6" fmla="*/ 1467 w 2350"/>
              <a:gd name="T7" fmla="*/ 537 h 2350"/>
              <a:gd name="T8" fmla="*/ 1327 w 2350"/>
              <a:gd name="T9" fmla="*/ 537 h 2350"/>
              <a:gd name="T10" fmla="*/ 771 w 2350"/>
              <a:gd name="T11" fmla="*/ 1104 h 2350"/>
              <a:gd name="T12" fmla="*/ 771 w 2350"/>
              <a:gd name="T13" fmla="*/ 1246 h 2350"/>
              <a:gd name="T14" fmla="*/ 1327 w 2350"/>
              <a:gd name="T15" fmla="*/ 1813 h 2350"/>
              <a:gd name="T16" fmla="*/ 1467 w 2350"/>
              <a:gd name="T17" fmla="*/ 1813 h 2350"/>
              <a:gd name="T18" fmla="*/ 1467 w 2350"/>
              <a:gd name="T19" fmla="*/ 1671 h 2350"/>
              <a:gd name="T20" fmla="*/ 2350 w 2350"/>
              <a:gd name="T21" fmla="*/ 1175 h 2350"/>
              <a:gd name="T22" fmla="*/ 1175 w 2350"/>
              <a:gd name="T23" fmla="*/ 0 h 2350"/>
              <a:gd name="T24" fmla="*/ 0 w 2350"/>
              <a:gd name="T25" fmla="*/ 1175 h 2350"/>
              <a:gd name="T26" fmla="*/ 1175 w 2350"/>
              <a:gd name="T27" fmla="*/ 2350 h 2350"/>
              <a:gd name="T28" fmla="*/ 2350 w 2350"/>
              <a:gd name="T29" fmla="*/ 1175 h 2350"/>
              <a:gd name="T30" fmla="*/ 152 w 2350"/>
              <a:gd name="T31" fmla="*/ 1175 h 2350"/>
              <a:gd name="T32" fmla="*/ 1175 w 2350"/>
              <a:gd name="T33" fmla="*/ 152 h 2350"/>
              <a:gd name="T34" fmla="*/ 2198 w 2350"/>
              <a:gd name="T35" fmla="*/ 1175 h 2350"/>
              <a:gd name="T36" fmla="*/ 1175 w 2350"/>
              <a:gd name="T37" fmla="*/ 2198 h 2350"/>
              <a:gd name="T38" fmla="*/ 152 w 2350"/>
              <a:gd name="T39" fmla="*/ 1175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350" h="2350">
                <a:moveTo>
                  <a:pt x="1467" y="1671"/>
                </a:moveTo>
                <a:cubicBezTo>
                  <a:pt x="1012" y="1175"/>
                  <a:pt x="1012" y="1175"/>
                  <a:pt x="1012" y="1175"/>
                </a:cubicBezTo>
                <a:cubicBezTo>
                  <a:pt x="1467" y="679"/>
                  <a:pt x="1467" y="679"/>
                  <a:pt x="1467" y="679"/>
                </a:cubicBezTo>
                <a:cubicBezTo>
                  <a:pt x="1506" y="640"/>
                  <a:pt x="1506" y="576"/>
                  <a:pt x="1467" y="537"/>
                </a:cubicBezTo>
                <a:cubicBezTo>
                  <a:pt x="1428" y="498"/>
                  <a:pt x="1365" y="498"/>
                  <a:pt x="1327" y="537"/>
                </a:cubicBezTo>
                <a:cubicBezTo>
                  <a:pt x="771" y="1104"/>
                  <a:pt x="771" y="1104"/>
                  <a:pt x="771" y="1104"/>
                </a:cubicBezTo>
                <a:cubicBezTo>
                  <a:pt x="732" y="1143"/>
                  <a:pt x="732" y="1207"/>
                  <a:pt x="771" y="1246"/>
                </a:cubicBezTo>
                <a:cubicBezTo>
                  <a:pt x="1327" y="1813"/>
                  <a:pt x="1327" y="1813"/>
                  <a:pt x="1327" y="1813"/>
                </a:cubicBezTo>
                <a:cubicBezTo>
                  <a:pt x="1365" y="1852"/>
                  <a:pt x="1428" y="1852"/>
                  <a:pt x="1467" y="1813"/>
                </a:cubicBezTo>
                <a:cubicBezTo>
                  <a:pt x="1506" y="1774"/>
                  <a:pt x="1506" y="1710"/>
                  <a:pt x="1467" y="1671"/>
                </a:cubicBezTo>
                <a:close/>
                <a:moveTo>
                  <a:pt x="2350" y="1175"/>
                </a:moveTo>
                <a:cubicBezTo>
                  <a:pt x="2350" y="526"/>
                  <a:pt x="1824" y="0"/>
                  <a:pt x="1175" y="0"/>
                </a:cubicBezTo>
                <a:cubicBezTo>
                  <a:pt x="526" y="0"/>
                  <a:pt x="0" y="526"/>
                  <a:pt x="0" y="1175"/>
                </a:cubicBezTo>
                <a:cubicBezTo>
                  <a:pt x="0" y="1824"/>
                  <a:pt x="526" y="2350"/>
                  <a:pt x="1175" y="2350"/>
                </a:cubicBezTo>
                <a:cubicBezTo>
                  <a:pt x="1824" y="2350"/>
                  <a:pt x="2350" y="1824"/>
                  <a:pt x="2350" y="1175"/>
                </a:cubicBezTo>
                <a:close/>
                <a:moveTo>
                  <a:pt x="152" y="1175"/>
                </a:moveTo>
                <a:cubicBezTo>
                  <a:pt x="152" y="610"/>
                  <a:pt x="610" y="152"/>
                  <a:pt x="1175" y="152"/>
                </a:cubicBezTo>
                <a:cubicBezTo>
                  <a:pt x="1740" y="152"/>
                  <a:pt x="2198" y="610"/>
                  <a:pt x="2198" y="1175"/>
                </a:cubicBezTo>
                <a:cubicBezTo>
                  <a:pt x="2198" y="1740"/>
                  <a:pt x="1740" y="2198"/>
                  <a:pt x="1175" y="2198"/>
                </a:cubicBezTo>
                <a:cubicBezTo>
                  <a:pt x="610" y="2198"/>
                  <a:pt x="152" y="1740"/>
                  <a:pt x="152" y="1175"/>
                </a:cubicBezTo>
                <a:close/>
              </a:path>
            </a:pathLst>
          </a:custGeom>
          <a:solidFill>
            <a:schemeClr val="accent5"/>
          </a:solidFill>
          <a:ln>
            <a:noFill/>
          </a:ln>
        </p:spPr>
        <p:txBody>
          <a:bodyPr vert="horz" wrap="square" lIns="121920" tIns="60960" rIns="121920" bIns="60960" numCol="1" anchor="t" anchorCtr="0" compatLnSpc="1">
            <a:prstTxWarp prst="textNoShape">
              <a:avLst/>
            </a:prstTxWarp>
          </a:bodyPr>
          <a:lstStyle/>
          <a:p>
            <a:endParaRPr lang="en-US" sz="2400"/>
          </a:p>
        </p:txBody>
      </p:sp>
      <p:pic>
        <p:nvPicPr>
          <p:cNvPr id="11" name="Picture 10">
            <a:extLst>
              <a:ext uri="{FF2B5EF4-FFF2-40B4-BE49-F238E27FC236}">
                <a16:creationId xmlns:a16="http://schemas.microsoft.com/office/drawing/2014/main" id="{02E5A025-B9EC-4B3B-8A5A-78BE0B998494}"/>
              </a:ext>
            </a:extLst>
          </p:cNvPr>
          <p:cNvPicPr>
            <a:picLocks noChangeAspect="1"/>
          </p:cNvPicPr>
          <p:nvPr userDrawn="1"/>
        </p:nvPicPr>
        <p:blipFill>
          <a:blip r:embed="rId3"/>
          <a:stretch>
            <a:fillRect/>
          </a:stretch>
        </p:blipFill>
        <p:spPr>
          <a:xfrm>
            <a:off x="9311851" y="156465"/>
            <a:ext cx="2118996" cy="495873"/>
          </a:xfrm>
          <a:prstGeom prst="rect">
            <a:avLst/>
          </a:prstGeom>
        </p:spPr>
      </p:pic>
    </p:spTree>
    <p:extLst>
      <p:ext uri="{BB962C8B-B14F-4D97-AF65-F5344CB8AC3E}">
        <p14:creationId xmlns:p14="http://schemas.microsoft.com/office/powerpoint/2010/main" val="1910394469"/>
      </p:ext>
    </p:extLst>
  </p:cSld>
  <p:clrMapOvr>
    <a:masterClrMapping/>
  </p:clrMapOvr>
  <mc:AlternateContent xmlns:mc="http://schemas.openxmlformats.org/markup-compatibility/2006" xmlns:p14="http://schemas.microsoft.com/office/powerpoint/2010/main">
    <mc:Choice Requires="p14">
      <p:transition spd="slow" p14:dur="3500">
        <p14:window dir="vert"/>
      </p:transition>
    </mc:Choice>
    <mc:Fallback xmlns="">
      <p:transition spd="slow">
        <p:fade/>
      </p:transition>
    </mc:Fallback>
  </mc:AlternateContent>
  <p:extLst>
    <p:ext uri="{DCECCB84-F9BA-43D5-87BE-67443E8EF086}">
      <p15:sldGuideLst xmlns:p15="http://schemas.microsoft.com/office/powerpoint/2012/main">
        <p15:guide id="1" orient="horz" pos="2700">
          <p15:clr>
            <a:srgbClr val="FBAE40"/>
          </p15:clr>
        </p15:guide>
        <p15:guide id="2" pos="5384">
          <p15:clr>
            <a:srgbClr val="FBAE40"/>
          </p15:clr>
        </p15:guide>
        <p15:guide id="3" pos="374">
          <p15:clr>
            <a:srgbClr val="FBAE40"/>
          </p15:clr>
        </p15:guide>
        <p15:guide id="4" orient="horz" pos="306">
          <p15:clr>
            <a:srgbClr val="FBAE40"/>
          </p15:clr>
        </p15:guide>
        <p15:guide id="5" orient="horz" pos="972">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iPhone Mockup 06">
    <p:spTree>
      <p:nvGrpSpPr>
        <p:cNvPr id="1" name=""/>
        <p:cNvGrpSpPr/>
        <p:nvPr/>
      </p:nvGrpSpPr>
      <p:grpSpPr>
        <a:xfrm>
          <a:off x="0" y="0"/>
          <a:ext cx="0" cy="0"/>
          <a:chOff x="0" y="0"/>
          <a:chExt cx="0" cy="0"/>
        </a:xfrm>
      </p:grpSpPr>
      <p:pic>
        <p:nvPicPr>
          <p:cNvPr id="15" name="Picture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851" y="247065"/>
            <a:ext cx="4172655" cy="6095209"/>
          </a:xfrm>
          <a:prstGeom prst="rect">
            <a:avLst/>
          </a:prstGeom>
        </p:spPr>
      </p:pic>
      <p:sp>
        <p:nvSpPr>
          <p:cNvPr id="10" name="Text Placeholder 9"/>
          <p:cNvSpPr>
            <a:spLocks noGrp="1"/>
          </p:cNvSpPr>
          <p:nvPr>
            <p:ph type="body" sz="quarter" idx="10"/>
          </p:nvPr>
        </p:nvSpPr>
        <p:spPr>
          <a:xfrm>
            <a:off x="4323645" y="767788"/>
            <a:ext cx="7059791" cy="511013"/>
          </a:xfrm>
          <a:prstGeom prst="rect">
            <a:avLst/>
          </a:prstGeom>
        </p:spPr>
        <p:txBody>
          <a:bodyPr lIns="0" tIns="0" rIns="0" bIns="0"/>
          <a:lstStyle>
            <a:lvl1pPr marL="0" indent="0" algn="l">
              <a:lnSpc>
                <a:spcPct val="100000"/>
              </a:lnSpc>
              <a:spcBef>
                <a:spcPts val="0"/>
              </a:spcBef>
              <a:buNone/>
              <a:defRPr sz="2933" b="0" cap="all" spc="67" baseline="0">
                <a:solidFill>
                  <a:schemeClr val="accent1"/>
                </a:solidFill>
                <a:latin typeface="Lato Black" panose="020F0A02020204030203" pitchFamily="34" charset="0"/>
                <a:ea typeface="Roboto" panose="02000000000000000000" pitchFamily="2" charset="0"/>
                <a:cs typeface="Open Sans" panose="020B0606030504020204" pitchFamily="34" charset="0"/>
              </a:defRPr>
            </a:lvl1pPr>
          </a:lstStyle>
          <a:p>
            <a:pPr lvl="0"/>
            <a:r>
              <a:rPr lang="en-US" dirty="0"/>
              <a:t>Click to edit Master text styles</a:t>
            </a:r>
          </a:p>
        </p:txBody>
      </p:sp>
      <p:sp>
        <p:nvSpPr>
          <p:cNvPr id="3" name="Text Placeholder 9"/>
          <p:cNvSpPr>
            <a:spLocks noGrp="1"/>
          </p:cNvSpPr>
          <p:nvPr>
            <p:ph type="body" sz="quarter" idx="11"/>
          </p:nvPr>
        </p:nvSpPr>
        <p:spPr>
          <a:xfrm>
            <a:off x="4323221" y="1278801"/>
            <a:ext cx="7072912" cy="188459"/>
          </a:xfrm>
          <a:prstGeom prst="rect">
            <a:avLst/>
          </a:prstGeom>
        </p:spPr>
        <p:txBody>
          <a:bodyPr lIns="0" tIns="0" rIns="0" bIns="0"/>
          <a:lstStyle>
            <a:lvl1pPr marL="0" indent="0" algn="l">
              <a:lnSpc>
                <a:spcPts val="1600"/>
              </a:lnSpc>
              <a:spcBef>
                <a:spcPts val="0"/>
              </a:spcBef>
              <a:buNone/>
              <a:defRPr sz="1200" b="0" cap="none" spc="0" baseline="0">
                <a:solidFill>
                  <a:schemeClr val="accent4"/>
                </a:solidFill>
                <a:latin typeface="Lato" panose="020F0502020204030203" pitchFamily="34" charset="0"/>
                <a:ea typeface="Roboto" panose="02000000000000000000" pitchFamily="2" charset="0"/>
                <a:cs typeface="Open Sans" panose="020B0606030504020204" pitchFamily="34" charset="0"/>
              </a:defRPr>
            </a:lvl1pPr>
          </a:lstStyle>
          <a:p>
            <a:pPr lvl="0"/>
            <a:r>
              <a:rPr lang="en-US" dirty="0"/>
              <a:t>Click to edit Master text styles</a:t>
            </a:r>
          </a:p>
        </p:txBody>
      </p:sp>
      <p:cxnSp>
        <p:nvCxnSpPr>
          <p:cNvPr id="5" name="Straight Connector 4"/>
          <p:cNvCxnSpPr/>
          <p:nvPr userDrawn="1"/>
        </p:nvCxnSpPr>
        <p:spPr>
          <a:xfrm>
            <a:off x="4323221" y="656089"/>
            <a:ext cx="121920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6" name="TextBox 25"/>
          <p:cNvSpPr txBox="1"/>
          <p:nvPr userDrawn="1"/>
        </p:nvSpPr>
        <p:spPr>
          <a:xfrm>
            <a:off x="10585897" y="6297122"/>
            <a:ext cx="275991" cy="164212"/>
          </a:xfrm>
          <a:prstGeom prst="rect">
            <a:avLst/>
          </a:prstGeom>
          <a:noFill/>
        </p:spPr>
        <p:txBody>
          <a:bodyPr wrap="square" lIns="0" tIns="0" rIns="0" bIns="0" rtlCol="0">
            <a:spAutoFit/>
          </a:bodyPr>
          <a:lstStyle/>
          <a:p>
            <a:pPr algn="r"/>
            <a:fld id="{27692F5A-FC14-4E83-B4CC-18F6C2D780A4}" type="slidenum">
              <a:rPr lang="en-US" sz="1067" b="0" spc="40" baseline="0" smtClean="0">
                <a:solidFill>
                  <a:schemeClr val="accent4"/>
                </a:solidFill>
                <a:latin typeface="Lato" panose="020F0502020204030203" pitchFamily="34" charset="0"/>
              </a:rPr>
              <a:pPr algn="r"/>
              <a:t>‹#›</a:t>
            </a:fld>
            <a:endParaRPr lang="en-US" sz="1067" b="0" spc="40" baseline="0" dirty="0">
              <a:solidFill>
                <a:schemeClr val="accent4"/>
              </a:solidFill>
              <a:latin typeface="Lato" panose="020F0502020204030203" pitchFamily="34" charset="0"/>
            </a:endParaRPr>
          </a:p>
        </p:txBody>
      </p:sp>
      <p:sp>
        <p:nvSpPr>
          <p:cNvPr id="27" name="Freeform 5">
            <a:hlinkClick r:id="" action="ppaction://hlinkshowjump?jump=nextslide"/>
          </p:cNvPr>
          <p:cNvSpPr>
            <a:spLocks noEditPoints="1"/>
          </p:cNvSpPr>
          <p:nvPr userDrawn="1"/>
        </p:nvSpPr>
        <p:spPr bwMode="auto">
          <a:xfrm>
            <a:off x="11209905" y="6284422"/>
            <a:ext cx="188345" cy="188345"/>
          </a:xfrm>
          <a:custGeom>
            <a:avLst/>
            <a:gdLst>
              <a:gd name="T0" fmla="*/ 883 w 2350"/>
              <a:gd name="T1" fmla="*/ 679 h 2350"/>
              <a:gd name="T2" fmla="*/ 1338 w 2350"/>
              <a:gd name="T3" fmla="*/ 1175 h 2350"/>
              <a:gd name="T4" fmla="*/ 883 w 2350"/>
              <a:gd name="T5" fmla="*/ 1671 h 2350"/>
              <a:gd name="T6" fmla="*/ 883 w 2350"/>
              <a:gd name="T7" fmla="*/ 1813 h 2350"/>
              <a:gd name="T8" fmla="*/ 1023 w 2350"/>
              <a:gd name="T9" fmla="*/ 1813 h 2350"/>
              <a:gd name="T10" fmla="*/ 1579 w 2350"/>
              <a:gd name="T11" fmla="*/ 1246 h 2350"/>
              <a:gd name="T12" fmla="*/ 1579 w 2350"/>
              <a:gd name="T13" fmla="*/ 1104 h 2350"/>
              <a:gd name="T14" fmla="*/ 1023 w 2350"/>
              <a:gd name="T15" fmla="*/ 537 h 2350"/>
              <a:gd name="T16" fmla="*/ 883 w 2350"/>
              <a:gd name="T17" fmla="*/ 537 h 2350"/>
              <a:gd name="T18" fmla="*/ 883 w 2350"/>
              <a:gd name="T19" fmla="*/ 679 h 2350"/>
              <a:gd name="T20" fmla="*/ 0 w 2350"/>
              <a:gd name="T21" fmla="*/ 1175 h 2350"/>
              <a:gd name="T22" fmla="*/ 1175 w 2350"/>
              <a:gd name="T23" fmla="*/ 2350 h 2350"/>
              <a:gd name="T24" fmla="*/ 2350 w 2350"/>
              <a:gd name="T25" fmla="*/ 1175 h 2350"/>
              <a:gd name="T26" fmla="*/ 1175 w 2350"/>
              <a:gd name="T27" fmla="*/ 0 h 2350"/>
              <a:gd name="T28" fmla="*/ 0 w 2350"/>
              <a:gd name="T29" fmla="*/ 1175 h 2350"/>
              <a:gd name="T30" fmla="*/ 2198 w 2350"/>
              <a:gd name="T31" fmla="*/ 1175 h 2350"/>
              <a:gd name="T32" fmla="*/ 1175 w 2350"/>
              <a:gd name="T33" fmla="*/ 2198 h 2350"/>
              <a:gd name="T34" fmla="*/ 152 w 2350"/>
              <a:gd name="T35" fmla="*/ 1175 h 2350"/>
              <a:gd name="T36" fmla="*/ 1175 w 2350"/>
              <a:gd name="T37" fmla="*/ 152 h 2350"/>
              <a:gd name="T38" fmla="*/ 2198 w 2350"/>
              <a:gd name="T39" fmla="*/ 1175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350" h="2350">
                <a:moveTo>
                  <a:pt x="883" y="679"/>
                </a:moveTo>
                <a:cubicBezTo>
                  <a:pt x="1338" y="1175"/>
                  <a:pt x="1338" y="1175"/>
                  <a:pt x="1338" y="1175"/>
                </a:cubicBezTo>
                <a:cubicBezTo>
                  <a:pt x="883" y="1671"/>
                  <a:pt x="883" y="1671"/>
                  <a:pt x="883" y="1671"/>
                </a:cubicBezTo>
                <a:cubicBezTo>
                  <a:pt x="844" y="1710"/>
                  <a:pt x="844" y="1774"/>
                  <a:pt x="883" y="1813"/>
                </a:cubicBezTo>
                <a:cubicBezTo>
                  <a:pt x="922" y="1852"/>
                  <a:pt x="985" y="1852"/>
                  <a:pt x="1023" y="1813"/>
                </a:cubicBezTo>
                <a:cubicBezTo>
                  <a:pt x="1579" y="1246"/>
                  <a:pt x="1579" y="1246"/>
                  <a:pt x="1579" y="1246"/>
                </a:cubicBezTo>
                <a:cubicBezTo>
                  <a:pt x="1618" y="1207"/>
                  <a:pt x="1618" y="1143"/>
                  <a:pt x="1579" y="1104"/>
                </a:cubicBezTo>
                <a:cubicBezTo>
                  <a:pt x="1023" y="537"/>
                  <a:pt x="1023" y="537"/>
                  <a:pt x="1023" y="537"/>
                </a:cubicBezTo>
                <a:cubicBezTo>
                  <a:pt x="985" y="498"/>
                  <a:pt x="922" y="498"/>
                  <a:pt x="883" y="537"/>
                </a:cubicBezTo>
                <a:cubicBezTo>
                  <a:pt x="844" y="576"/>
                  <a:pt x="844" y="640"/>
                  <a:pt x="883" y="679"/>
                </a:cubicBezTo>
                <a:close/>
                <a:moveTo>
                  <a:pt x="0" y="1175"/>
                </a:moveTo>
                <a:cubicBezTo>
                  <a:pt x="0" y="1824"/>
                  <a:pt x="526" y="2350"/>
                  <a:pt x="1175" y="2350"/>
                </a:cubicBezTo>
                <a:cubicBezTo>
                  <a:pt x="1824" y="2350"/>
                  <a:pt x="2350" y="1824"/>
                  <a:pt x="2350" y="1175"/>
                </a:cubicBezTo>
                <a:cubicBezTo>
                  <a:pt x="2350" y="526"/>
                  <a:pt x="1824" y="0"/>
                  <a:pt x="1175" y="0"/>
                </a:cubicBezTo>
                <a:cubicBezTo>
                  <a:pt x="526" y="0"/>
                  <a:pt x="0" y="526"/>
                  <a:pt x="0" y="1175"/>
                </a:cubicBezTo>
                <a:close/>
                <a:moveTo>
                  <a:pt x="2198" y="1175"/>
                </a:moveTo>
                <a:cubicBezTo>
                  <a:pt x="2198" y="1740"/>
                  <a:pt x="1740" y="2198"/>
                  <a:pt x="1175" y="2198"/>
                </a:cubicBezTo>
                <a:cubicBezTo>
                  <a:pt x="610" y="2198"/>
                  <a:pt x="152" y="1740"/>
                  <a:pt x="152" y="1175"/>
                </a:cubicBezTo>
                <a:cubicBezTo>
                  <a:pt x="152" y="610"/>
                  <a:pt x="610" y="152"/>
                  <a:pt x="1175" y="152"/>
                </a:cubicBezTo>
                <a:cubicBezTo>
                  <a:pt x="1740" y="152"/>
                  <a:pt x="2198" y="610"/>
                  <a:pt x="2198" y="1175"/>
                </a:cubicBezTo>
                <a:close/>
              </a:path>
            </a:pathLst>
          </a:custGeom>
          <a:solidFill>
            <a:schemeClr val="accent5"/>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8" name="Freeform 5">
            <a:hlinkClick r:id="" action="ppaction://hlinkshowjump?jump=previousslide"/>
          </p:cNvPr>
          <p:cNvSpPr>
            <a:spLocks noEditPoints="1"/>
          </p:cNvSpPr>
          <p:nvPr userDrawn="1"/>
        </p:nvSpPr>
        <p:spPr bwMode="auto">
          <a:xfrm>
            <a:off x="10992130" y="6284422"/>
            <a:ext cx="188345" cy="188345"/>
          </a:xfrm>
          <a:custGeom>
            <a:avLst/>
            <a:gdLst>
              <a:gd name="T0" fmla="*/ 1467 w 2350"/>
              <a:gd name="T1" fmla="*/ 1671 h 2350"/>
              <a:gd name="T2" fmla="*/ 1012 w 2350"/>
              <a:gd name="T3" fmla="*/ 1175 h 2350"/>
              <a:gd name="T4" fmla="*/ 1467 w 2350"/>
              <a:gd name="T5" fmla="*/ 679 h 2350"/>
              <a:gd name="T6" fmla="*/ 1467 w 2350"/>
              <a:gd name="T7" fmla="*/ 537 h 2350"/>
              <a:gd name="T8" fmla="*/ 1327 w 2350"/>
              <a:gd name="T9" fmla="*/ 537 h 2350"/>
              <a:gd name="T10" fmla="*/ 771 w 2350"/>
              <a:gd name="T11" fmla="*/ 1104 h 2350"/>
              <a:gd name="T12" fmla="*/ 771 w 2350"/>
              <a:gd name="T13" fmla="*/ 1246 h 2350"/>
              <a:gd name="T14" fmla="*/ 1327 w 2350"/>
              <a:gd name="T15" fmla="*/ 1813 h 2350"/>
              <a:gd name="T16" fmla="*/ 1467 w 2350"/>
              <a:gd name="T17" fmla="*/ 1813 h 2350"/>
              <a:gd name="T18" fmla="*/ 1467 w 2350"/>
              <a:gd name="T19" fmla="*/ 1671 h 2350"/>
              <a:gd name="T20" fmla="*/ 2350 w 2350"/>
              <a:gd name="T21" fmla="*/ 1175 h 2350"/>
              <a:gd name="T22" fmla="*/ 1175 w 2350"/>
              <a:gd name="T23" fmla="*/ 0 h 2350"/>
              <a:gd name="T24" fmla="*/ 0 w 2350"/>
              <a:gd name="T25" fmla="*/ 1175 h 2350"/>
              <a:gd name="T26" fmla="*/ 1175 w 2350"/>
              <a:gd name="T27" fmla="*/ 2350 h 2350"/>
              <a:gd name="T28" fmla="*/ 2350 w 2350"/>
              <a:gd name="T29" fmla="*/ 1175 h 2350"/>
              <a:gd name="T30" fmla="*/ 152 w 2350"/>
              <a:gd name="T31" fmla="*/ 1175 h 2350"/>
              <a:gd name="T32" fmla="*/ 1175 w 2350"/>
              <a:gd name="T33" fmla="*/ 152 h 2350"/>
              <a:gd name="T34" fmla="*/ 2198 w 2350"/>
              <a:gd name="T35" fmla="*/ 1175 h 2350"/>
              <a:gd name="T36" fmla="*/ 1175 w 2350"/>
              <a:gd name="T37" fmla="*/ 2198 h 2350"/>
              <a:gd name="T38" fmla="*/ 152 w 2350"/>
              <a:gd name="T39" fmla="*/ 1175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350" h="2350">
                <a:moveTo>
                  <a:pt x="1467" y="1671"/>
                </a:moveTo>
                <a:cubicBezTo>
                  <a:pt x="1012" y="1175"/>
                  <a:pt x="1012" y="1175"/>
                  <a:pt x="1012" y="1175"/>
                </a:cubicBezTo>
                <a:cubicBezTo>
                  <a:pt x="1467" y="679"/>
                  <a:pt x="1467" y="679"/>
                  <a:pt x="1467" y="679"/>
                </a:cubicBezTo>
                <a:cubicBezTo>
                  <a:pt x="1506" y="640"/>
                  <a:pt x="1506" y="576"/>
                  <a:pt x="1467" y="537"/>
                </a:cubicBezTo>
                <a:cubicBezTo>
                  <a:pt x="1428" y="498"/>
                  <a:pt x="1365" y="498"/>
                  <a:pt x="1327" y="537"/>
                </a:cubicBezTo>
                <a:cubicBezTo>
                  <a:pt x="771" y="1104"/>
                  <a:pt x="771" y="1104"/>
                  <a:pt x="771" y="1104"/>
                </a:cubicBezTo>
                <a:cubicBezTo>
                  <a:pt x="732" y="1143"/>
                  <a:pt x="732" y="1207"/>
                  <a:pt x="771" y="1246"/>
                </a:cubicBezTo>
                <a:cubicBezTo>
                  <a:pt x="1327" y="1813"/>
                  <a:pt x="1327" y="1813"/>
                  <a:pt x="1327" y="1813"/>
                </a:cubicBezTo>
                <a:cubicBezTo>
                  <a:pt x="1365" y="1852"/>
                  <a:pt x="1428" y="1852"/>
                  <a:pt x="1467" y="1813"/>
                </a:cubicBezTo>
                <a:cubicBezTo>
                  <a:pt x="1506" y="1774"/>
                  <a:pt x="1506" y="1710"/>
                  <a:pt x="1467" y="1671"/>
                </a:cubicBezTo>
                <a:close/>
                <a:moveTo>
                  <a:pt x="2350" y="1175"/>
                </a:moveTo>
                <a:cubicBezTo>
                  <a:pt x="2350" y="526"/>
                  <a:pt x="1824" y="0"/>
                  <a:pt x="1175" y="0"/>
                </a:cubicBezTo>
                <a:cubicBezTo>
                  <a:pt x="526" y="0"/>
                  <a:pt x="0" y="526"/>
                  <a:pt x="0" y="1175"/>
                </a:cubicBezTo>
                <a:cubicBezTo>
                  <a:pt x="0" y="1824"/>
                  <a:pt x="526" y="2350"/>
                  <a:pt x="1175" y="2350"/>
                </a:cubicBezTo>
                <a:cubicBezTo>
                  <a:pt x="1824" y="2350"/>
                  <a:pt x="2350" y="1824"/>
                  <a:pt x="2350" y="1175"/>
                </a:cubicBezTo>
                <a:close/>
                <a:moveTo>
                  <a:pt x="152" y="1175"/>
                </a:moveTo>
                <a:cubicBezTo>
                  <a:pt x="152" y="610"/>
                  <a:pt x="610" y="152"/>
                  <a:pt x="1175" y="152"/>
                </a:cubicBezTo>
                <a:cubicBezTo>
                  <a:pt x="1740" y="152"/>
                  <a:pt x="2198" y="610"/>
                  <a:pt x="2198" y="1175"/>
                </a:cubicBezTo>
                <a:cubicBezTo>
                  <a:pt x="2198" y="1740"/>
                  <a:pt x="1740" y="2198"/>
                  <a:pt x="1175" y="2198"/>
                </a:cubicBezTo>
                <a:cubicBezTo>
                  <a:pt x="610" y="2198"/>
                  <a:pt x="152" y="1740"/>
                  <a:pt x="152" y="1175"/>
                </a:cubicBezTo>
                <a:close/>
              </a:path>
            </a:pathLst>
          </a:custGeom>
          <a:solidFill>
            <a:schemeClr val="accent5"/>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3" name="Picture Placeholder 25"/>
          <p:cNvSpPr>
            <a:spLocks noGrp="1"/>
          </p:cNvSpPr>
          <p:nvPr>
            <p:ph type="pic" sz="quarter" idx="17"/>
          </p:nvPr>
        </p:nvSpPr>
        <p:spPr>
          <a:xfrm>
            <a:off x="1066681" y="1216603"/>
            <a:ext cx="2070528" cy="3890536"/>
          </a:xfrm>
          <a:custGeom>
            <a:avLst/>
            <a:gdLst>
              <a:gd name="connsiteX0" fmla="*/ 26656 w 4082023"/>
              <a:gd name="connsiteY0" fmla="*/ 0 h 7233920"/>
              <a:gd name="connsiteX1" fmla="*/ 4055367 w 4082023"/>
              <a:gd name="connsiteY1" fmla="*/ 0 h 7233920"/>
              <a:gd name="connsiteX2" fmla="*/ 4082023 w 4082023"/>
              <a:gd name="connsiteY2" fmla="*/ 26656 h 7233920"/>
              <a:gd name="connsiteX3" fmla="*/ 4082023 w 4082023"/>
              <a:gd name="connsiteY3" fmla="*/ 7207264 h 7233920"/>
              <a:gd name="connsiteX4" fmla="*/ 4055367 w 4082023"/>
              <a:gd name="connsiteY4" fmla="*/ 7233920 h 7233920"/>
              <a:gd name="connsiteX5" fmla="*/ 26656 w 4082023"/>
              <a:gd name="connsiteY5" fmla="*/ 7233920 h 7233920"/>
              <a:gd name="connsiteX6" fmla="*/ 0 w 4082023"/>
              <a:gd name="connsiteY6" fmla="*/ 7207264 h 7233920"/>
              <a:gd name="connsiteX7" fmla="*/ 0 w 4082023"/>
              <a:gd name="connsiteY7" fmla="*/ 26656 h 7233920"/>
              <a:gd name="connsiteX8" fmla="*/ 26656 w 4082023"/>
              <a:gd name="connsiteY8" fmla="*/ 0 h 7233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82023" h="7233920">
                <a:moveTo>
                  <a:pt x="26656" y="0"/>
                </a:moveTo>
                <a:lnTo>
                  <a:pt x="4055367" y="0"/>
                </a:lnTo>
                <a:cubicBezTo>
                  <a:pt x="4070091" y="0"/>
                  <a:pt x="4082023" y="11934"/>
                  <a:pt x="4082023" y="26656"/>
                </a:cubicBezTo>
                <a:lnTo>
                  <a:pt x="4082023" y="7207264"/>
                </a:lnTo>
                <a:cubicBezTo>
                  <a:pt x="4082023" y="7221986"/>
                  <a:pt x="4070091" y="7233920"/>
                  <a:pt x="4055367" y="7233920"/>
                </a:cubicBezTo>
                <a:lnTo>
                  <a:pt x="26656" y="7233920"/>
                </a:lnTo>
                <a:cubicBezTo>
                  <a:pt x="11934" y="7233920"/>
                  <a:pt x="0" y="7221986"/>
                  <a:pt x="0" y="7207264"/>
                </a:cubicBezTo>
                <a:lnTo>
                  <a:pt x="0" y="26656"/>
                </a:lnTo>
                <a:cubicBezTo>
                  <a:pt x="0" y="11934"/>
                  <a:pt x="11934" y="0"/>
                  <a:pt x="26656" y="0"/>
                </a:cubicBezTo>
                <a:close/>
              </a:path>
            </a:pathLst>
          </a:custGeom>
          <a:noFill/>
          <a:ln w="6350">
            <a:solidFill>
              <a:schemeClr val="accent1"/>
            </a:solidFill>
          </a:ln>
        </p:spPr>
        <p:txBody>
          <a:bodyPr wrap="square" lIns="0" tIns="0" rIns="0" bIns="0" anchor="ctr" anchorCtr="0">
            <a:noAutofit/>
          </a:bodyPr>
          <a:lstStyle>
            <a:lvl1pPr marL="0" indent="0" algn="ctr">
              <a:buFontTx/>
              <a:buNone/>
              <a:defRPr sz="1067">
                <a:solidFill>
                  <a:schemeClr val="accent5"/>
                </a:solidFill>
                <a:latin typeface="Lato" panose="020F0502020204030203" pitchFamily="34" charset="0"/>
                <a:ea typeface="Open Sans Light" panose="020B0306030504020204" pitchFamily="34" charset="0"/>
                <a:cs typeface="Open Sans Light" panose="020B0306030504020204" pitchFamily="34" charset="0"/>
              </a:defRPr>
            </a:lvl1pPr>
          </a:lstStyle>
          <a:p>
            <a:endParaRPr lang="en-US"/>
          </a:p>
        </p:txBody>
      </p:sp>
      <p:pic>
        <p:nvPicPr>
          <p:cNvPr id="12" name="Picture 11">
            <a:extLst>
              <a:ext uri="{FF2B5EF4-FFF2-40B4-BE49-F238E27FC236}">
                <a16:creationId xmlns:a16="http://schemas.microsoft.com/office/drawing/2014/main" id="{02E5A025-B9EC-4B3B-8A5A-78BE0B998494}"/>
              </a:ext>
            </a:extLst>
          </p:cNvPr>
          <p:cNvPicPr>
            <a:picLocks noChangeAspect="1"/>
          </p:cNvPicPr>
          <p:nvPr userDrawn="1"/>
        </p:nvPicPr>
        <p:blipFill>
          <a:blip r:embed="rId3"/>
          <a:stretch>
            <a:fillRect/>
          </a:stretch>
        </p:blipFill>
        <p:spPr>
          <a:xfrm>
            <a:off x="9311851" y="156465"/>
            <a:ext cx="2118996" cy="495873"/>
          </a:xfrm>
          <a:prstGeom prst="rect">
            <a:avLst/>
          </a:prstGeom>
        </p:spPr>
      </p:pic>
    </p:spTree>
    <p:extLst>
      <p:ext uri="{BB962C8B-B14F-4D97-AF65-F5344CB8AC3E}">
        <p14:creationId xmlns:p14="http://schemas.microsoft.com/office/powerpoint/2010/main" val="1087260605"/>
      </p:ext>
    </p:extLst>
  </p:cSld>
  <p:clrMapOvr>
    <a:masterClrMapping/>
  </p:clrMapOvr>
  <mc:AlternateContent xmlns:mc="http://schemas.openxmlformats.org/markup-compatibility/2006" xmlns:p14="http://schemas.microsoft.com/office/powerpoint/2010/main">
    <mc:Choice Requires="p14">
      <p:transition spd="slow" p14:dur="3500">
        <p14:window dir="vert"/>
      </p:transition>
    </mc:Choice>
    <mc:Fallback xmlns="">
      <p:transition spd="slow">
        <p:fade/>
      </p:transition>
    </mc:Fallback>
  </mc:AlternateContent>
  <p:extLst>
    <p:ext uri="{DCECCB84-F9BA-43D5-87BE-67443E8EF086}">
      <p15:sldGuideLst xmlns:p15="http://schemas.microsoft.com/office/powerpoint/2012/main">
        <p15:guide id="1" orient="horz" pos="2700">
          <p15:clr>
            <a:srgbClr val="FBAE40"/>
          </p15:clr>
        </p15:guide>
        <p15:guide id="2" pos="5384">
          <p15:clr>
            <a:srgbClr val="FBAE40"/>
          </p15:clr>
        </p15:guide>
        <p15:guide id="3" pos="374">
          <p15:clr>
            <a:srgbClr val="FBAE40"/>
          </p15:clr>
        </p15:guide>
        <p15:guide id="4" orient="horz" pos="306">
          <p15:clr>
            <a:srgbClr val="FBAE40"/>
          </p15:clr>
        </p15:guide>
        <p15:guide id="5" orient="horz" pos="972">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Web Browser &amp; iPhone Mockup">
    <p:spTree>
      <p:nvGrpSpPr>
        <p:cNvPr id="1" name=""/>
        <p:cNvGrpSpPr/>
        <p:nvPr/>
      </p:nvGrpSpPr>
      <p:grpSpPr>
        <a:xfrm>
          <a:off x="0" y="0"/>
          <a:ext cx="0" cy="0"/>
          <a:chOff x="0" y="0"/>
          <a:chExt cx="0" cy="0"/>
        </a:xfrm>
      </p:grpSpPr>
      <p:sp>
        <p:nvSpPr>
          <p:cNvPr id="2" name="Rectangle 1"/>
          <p:cNvSpPr/>
          <p:nvPr userDrawn="1"/>
        </p:nvSpPr>
        <p:spPr>
          <a:xfrm>
            <a:off x="0" y="0"/>
            <a:ext cx="12192000" cy="6858000"/>
          </a:xfrm>
          <a:prstGeom prst="rect">
            <a:avLst/>
          </a:prstGeom>
          <a:solidFill>
            <a:srgbClr val="CC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1" name="Text Placeholder 9"/>
          <p:cNvSpPr>
            <a:spLocks noGrp="1"/>
          </p:cNvSpPr>
          <p:nvPr>
            <p:ph type="body" sz="quarter" idx="10"/>
          </p:nvPr>
        </p:nvSpPr>
        <p:spPr>
          <a:xfrm>
            <a:off x="778936" y="767788"/>
            <a:ext cx="10604499" cy="511013"/>
          </a:xfrm>
          <a:prstGeom prst="rect">
            <a:avLst/>
          </a:prstGeom>
        </p:spPr>
        <p:txBody>
          <a:bodyPr lIns="0" tIns="0" rIns="0" bIns="0"/>
          <a:lstStyle>
            <a:lvl1pPr marL="0" indent="0" algn="l">
              <a:lnSpc>
                <a:spcPct val="100000"/>
              </a:lnSpc>
              <a:spcBef>
                <a:spcPts val="0"/>
              </a:spcBef>
              <a:buNone/>
              <a:defRPr sz="2933" b="0" cap="all" spc="67" baseline="0">
                <a:solidFill>
                  <a:schemeClr val="bg1"/>
                </a:solidFill>
                <a:latin typeface="Lato Black" panose="020F0A02020204030203" pitchFamily="34" charset="0"/>
                <a:ea typeface="Roboto" panose="02000000000000000000" pitchFamily="2" charset="0"/>
                <a:cs typeface="Open Sans" panose="020B0606030504020204" pitchFamily="34" charset="0"/>
              </a:defRPr>
            </a:lvl1pPr>
          </a:lstStyle>
          <a:p>
            <a:pPr lvl="0"/>
            <a:r>
              <a:rPr lang="en-US" dirty="0"/>
              <a:t>Click to edit Master text styles</a:t>
            </a:r>
          </a:p>
        </p:txBody>
      </p:sp>
      <p:sp>
        <p:nvSpPr>
          <p:cNvPr id="12" name="Text Placeholder 9"/>
          <p:cNvSpPr>
            <a:spLocks noGrp="1"/>
          </p:cNvSpPr>
          <p:nvPr>
            <p:ph type="body" sz="quarter" idx="11"/>
          </p:nvPr>
        </p:nvSpPr>
        <p:spPr>
          <a:xfrm>
            <a:off x="791633" y="1278801"/>
            <a:ext cx="10604499" cy="188459"/>
          </a:xfrm>
          <a:prstGeom prst="rect">
            <a:avLst/>
          </a:prstGeom>
        </p:spPr>
        <p:txBody>
          <a:bodyPr lIns="0" tIns="0" rIns="0" bIns="0"/>
          <a:lstStyle>
            <a:lvl1pPr marL="0" indent="0" algn="l">
              <a:lnSpc>
                <a:spcPts val="1600"/>
              </a:lnSpc>
              <a:spcBef>
                <a:spcPts val="0"/>
              </a:spcBef>
              <a:buNone/>
              <a:defRPr sz="1200" b="0" cap="none" spc="0" baseline="0">
                <a:solidFill>
                  <a:schemeClr val="bg1"/>
                </a:solidFill>
                <a:latin typeface="Lato" panose="020F0502020204030203" pitchFamily="34" charset="0"/>
                <a:ea typeface="Roboto" panose="02000000000000000000" pitchFamily="2" charset="0"/>
                <a:cs typeface="Open Sans" panose="020B0606030504020204" pitchFamily="34" charset="0"/>
              </a:defRPr>
            </a:lvl1pPr>
          </a:lstStyle>
          <a:p>
            <a:pPr lvl="0"/>
            <a:r>
              <a:rPr lang="en-US" dirty="0"/>
              <a:t>Click to edit Master text styles</a:t>
            </a:r>
          </a:p>
        </p:txBody>
      </p:sp>
      <p:cxnSp>
        <p:nvCxnSpPr>
          <p:cNvPr id="13" name="Straight Connector 12"/>
          <p:cNvCxnSpPr/>
          <p:nvPr userDrawn="1"/>
        </p:nvCxnSpPr>
        <p:spPr>
          <a:xfrm>
            <a:off x="791633" y="656089"/>
            <a:ext cx="121920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Picture Placeholder 33"/>
          <p:cNvSpPr>
            <a:spLocks noGrp="1"/>
          </p:cNvSpPr>
          <p:nvPr>
            <p:ph type="pic" sz="quarter" idx="12"/>
          </p:nvPr>
        </p:nvSpPr>
        <p:spPr>
          <a:xfrm>
            <a:off x="2152651" y="1962228"/>
            <a:ext cx="7886700" cy="4248073"/>
          </a:xfrm>
          <a:custGeom>
            <a:avLst/>
            <a:gdLst>
              <a:gd name="connsiteX0" fmla="*/ 0 w 5915025"/>
              <a:gd name="connsiteY0" fmla="*/ 0 h 3326159"/>
              <a:gd name="connsiteX1" fmla="*/ 5915025 w 5915025"/>
              <a:gd name="connsiteY1" fmla="*/ 0 h 3326159"/>
              <a:gd name="connsiteX2" fmla="*/ 5915025 w 5915025"/>
              <a:gd name="connsiteY2" fmla="*/ 3326159 h 3326159"/>
              <a:gd name="connsiteX3" fmla="*/ 0 w 5915025"/>
              <a:gd name="connsiteY3" fmla="*/ 3326159 h 3326159"/>
            </a:gdLst>
            <a:ahLst/>
            <a:cxnLst>
              <a:cxn ang="0">
                <a:pos x="connsiteX0" y="connsiteY0"/>
              </a:cxn>
              <a:cxn ang="0">
                <a:pos x="connsiteX1" y="connsiteY1"/>
              </a:cxn>
              <a:cxn ang="0">
                <a:pos x="connsiteX2" y="connsiteY2"/>
              </a:cxn>
              <a:cxn ang="0">
                <a:pos x="connsiteX3" y="connsiteY3"/>
              </a:cxn>
            </a:cxnLst>
            <a:rect l="l" t="t" r="r" b="b"/>
            <a:pathLst>
              <a:path w="5915025" h="3326159">
                <a:moveTo>
                  <a:pt x="0" y="0"/>
                </a:moveTo>
                <a:lnTo>
                  <a:pt x="5915025" y="0"/>
                </a:lnTo>
                <a:lnTo>
                  <a:pt x="5915025" y="3326159"/>
                </a:lnTo>
                <a:lnTo>
                  <a:pt x="0" y="3326159"/>
                </a:lnTo>
                <a:close/>
              </a:path>
            </a:pathLst>
          </a:custGeom>
        </p:spPr>
        <p:txBody>
          <a:bodyPr wrap="square" anchor="ctr" anchorCtr="0">
            <a:noAutofit/>
          </a:bodyPr>
          <a:lstStyle>
            <a:lvl1pPr marL="0" indent="0" algn="ctr">
              <a:buFontTx/>
              <a:buNone/>
              <a:defRPr sz="1333">
                <a:solidFill>
                  <a:schemeClr val="accent6"/>
                </a:solidFill>
                <a:latin typeface="Lato" panose="020F0502020204030203" pitchFamily="34" charset="0"/>
              </a:defRPr>
            </a:lvl1pPr>
          </a:lstStyle>
          <a:p>
            <a:endParaRPr lang="en-US"/>
          </a:p>
        </p:txBody>
      </p:sp>
      <p:sp>
        <p:nvSpPr>
          <p:cNvPr id="21" name="Freeform 20"/>
          <p:cNvSpPr/>
          <p:nvPr userDrawn="1"/>
        </p:nvSpPr>
        <p:spPr>
          <a:xfrm>
            <a:off x="2152651" y="1758045"/>
            <a:ext cx="7886700" cy="209019"/>
          </a:xfrm>
          <a:custGeom>
            <a:avLst/>
            <a:gdLst>
              <a:gd name="connsiteX0" fmla="*/ 116359 w 15763003"/>
              <a:gd name="connsiteY0" fmla="*/ 0 h 418038"/>
              <a:gd name="connsiteX1" fmla="*/ 15646645 w 15763003"/>
              <a:gd name="connsiteY1" fmla="*/ 0 h 418038"/>
              <a:gd name="connsiteX2" fmla="*/ 15763003 w 15763003"/>
              <a:gd name="connsiteY2" fmla="*/ 116359 h 418038"/>
              <a:gd name="connsiteX3" fmla="*/ 15763003 w 15763003"/>
              <a:gd name="connsiteY3" fmla="*/ 418038 h 418038"/>
              <a:gd name="connsiteX4" fmla="*/ 0 w 15763003"/>
              <a:gd name="connsiteY4" fmla="*/ 418038 h 418038"/>
              <a:gd name="connsiteX5" fmla="*/ 0 w 15763003"/>
              <a:gd name="connsiteY5" fmla="*/ 116359 h 418038"/>
              <a:gd name="connsiteX6" fmla="*/ 116359 w 15763003"/>
              <a:gd name="connsiteY6" fmla="*/ 0 h 418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763003" h="418038">
                <a:moveTo>
                  <a:pt x="116359" y="0"/>
                </a:moveTo>
                <a:lnTo>
                  <a:pt x="15646645" y="0"/>
                </a:lnTo>
                <a:cubicBezTo>
                  <a:pt x="15710907" y="0"/>
                  <a:pt x="15763003" y="52096"/>
                  <a:pt x="15763003" y="116359"/>
                </a:cubicBezTo>
                <a:lnTo>
                  <a:pt x="15763003" y="418038"/>
                </a:lnTo>
                <a:lnTo>
                  <a:pt x="0" y="418038"/>
                </a:lnTo>
                <a:lnTo>
                  <a:pt x="0" y="116359"/>
                </a:lnTo>
                <a:cubicBezTo>
                  <a:pt x="0" y="52096"/>
                  <a:pt x="52096" y="0"/>
                  <a:pt x="116359"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75"/>
          </a:p>
        </p:txBody>
      </p:sp>
      <p:sp>
        <p:nvSpPr>
          <p:cNvPr id="22" name="Oval 21"/>
          <p:cNvSpPr/>
          <p:nvPr userDrawn="1"/>
        </p:nvSpPr>
        <p:spPr>
          <a:xfrm>
            <a:off x="2282033" y="1823549"/>
            <a:ext cx="72231" cy="7223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75"/>
          </a:p>
        </p:txBody>
      </p:sp>
      <p:sp>
        <p:nvSpPr>
          <p:cNvPr id="23" name="Oval 22"/>
          <p:cNvSpPr/>
          <p:nvPr userDrawn="1"/>
        </p:nvSpPr>
        <p:spPr>
          <a:xfrm>
            <a:off x="2408814" y="1823549"/>
            <a:ext cx="72231" cy="72231"/>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75"/>
          </a:p>
        </p:txBody>
      </p:sp>
      <p:sp>
        <p:nvSpPr>
          <p:cNvPr id="24" name="Oval 23"/>
          <p:cNvSpPr/>
          <p:nvPr userDrawn="1"/>
        </p:nvSpPr>
        <p:spPr>
          <a:xfrm>
            <a:off x="2535597" y="1823549"/>
            <a:ext cx="72231" cy="72231"/>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75"/>
          </a:p>
        </p:txBody>
      </p:sp>
      <p:grpSp>
        <p:nvGrpSpPr>
          <p:cNvPr id="25" name="Group 24"/>
          <p:cNvGrpSpPr/>
          <p:nvPr userDrawn="1"/>
        </p:nvGrpSpPr>
        <p:grpSpPr>
          <a:xfrm>
            <a:off x="9539287" y="1821575"/>
            <a:ext cx="397403" cy="74204"/>
            <a:chOff x="19078575" y="3106739"/>
            <a:chExt cx="794804" cy="148407"/>
          </a:xfrm>
        </p:grpSpPr>
        <p:grpSp>
          <p:nvGrpSpPr>
            <p:cNvPr id="26" name="Group 25"/>
            <p:cNvGrpSpPr/>
            <p:nvPr/>
          </p:nvGrpSpPr>
          <p:grpSpPr>
            <a:xfrm>
              <a:off x="19736219" y="3106739"/>
              <a:ext cx="137160" cy="137160"/>
              <a:chOff x="19740165" y="3110684"/>
              <a:chExt cx="138113" cy="138113"/>
            </a:xfrm>
          </p:grpSpPr>
          <p:cxnSp>
            <p:nvCxnSpPr>
              <p:cNvPr id="29" name="Straight Connector 28"/>
              <p:cNvCxnSpPr/>
              <p:nvPr/>
            </p:nvCxnSpPr>
            <p:spPr>
              <a:xfrm>
                <a:off x="19740165" y="3110684"/>
                <a:ext cx="138113" cy="138113"/>
              </a:xfrm>
              <a:prstGeom prst="line">
                <a:avLst/>
              </a:prstGeom>
              <a:ln w="12700" cap="rnd">
                <a:solidFill>
                  <a:schemeClr val="bg1"/>
                </a:solidFill>
                <a:round/>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V="1">
                <a:off x="19740165" y="3110684"/>
                <a:ext cx="138113" cy="138113"/>
              </a:xfrm>
              <a:prstGeom prst="line">
                <a:avLst/>
              </a:prstGeom>
              <a:ln w="12700" cap="rnd">
                <a:solidFill>
                  <a:schemeClr val="bg1"/>
                </a:solidFill>
                <a:round/>
              </a:ln>
            </p:spPr>
            <p:style>
              <a:lnRef idx="1">
                <a:schemeClr val="accent1"/>
              </a:lnRef>
              <a:fillRef idx="0">
                <a:schemeClr val="accent1"/>
              </a:fillRef>
              <a:effectRef idx="0">
                <a:schemeClr val="accent1"/>
              </a:effectRef>
              <a:fontRef idx="minor">
                <a:schemeClr val="tx1"/>
              </a:fontRef>
            </p:style>
          </p:cxnSp>
        </p:grpSp>
        <p:sp>
          <p:nvSpPr>
            <p:cNvPr id="27" name="Rounded Rectangle 26"/>
            <p:cNvSpPr/>
            <p:nvPr/>
          </p:nvSpPr>
          <p:spPr>
            <a:xfrm>
              <a:off x="19415125" y="3110684"/>
              <a:ext cx="144462" cy="144462"/>
            </a:xfrm>
            <a:prstGeom prst="roundRect">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75"/>
            </a:p>
          </p:txBody>
        </p:sp>
        <p:cxnSp>
          <p:nvCxnSpPr>
            <p:cNvPr id="28" name="Straight Connector 27"/>
            <p:cNvCxnSpPr/>
            <p:nvPr/>
          </p:nvCxnSpPr>
          <p:spPr>
            <a:xfrm flipH="1">
              <a:off x="19078575" y="3255146"/>
              <a:ext cx="161925" cy="0"/>
            </a:xfrm>
            <a:prstGeom prst="line">
              <a:avLst/>
            </a:prstGeom>
            <a:ln w="12700" cap="rnd">
              <a:solidFill>
                <a:schemeClr val="bg1"/>
              </a:solidFill>
              <a:round/>
            </a:ln>
          </p:spPr>
          <p:style>
            <a:lnRef idx="1">
              <a:schemeClr val="accent1"/>
            </a:lnRef>
            <a:fillRef idx="0">
              <a:schemeClr val="accent1"/>
            </a:fillRef>
            <a:effectRef idx="0">
              <a:schemeClr val="accent1"/>
            </a:effectRef>
            <a:fontRef idx="minor">
              <a:schemeClr val="tx1"/>
            </a:fontRef>
          </p:style>
        </p:cxnSp>
      </p:grpSp>
      <p:sp>
        <p:nvSpPr>
          <p:cNvPr id="36" name="Picture Placeholder 35"/>
          <p:cNvSpPr>
            <a:spLocks noGrp="1"/>
          </p:cNvSpPr>
          <p:nvPr>
            <p:ph type="pic" sz="quarter" idx="17"/>
          </p:nvPr>
        </p:nvSpPr>
        <p:spPr>
          <a:xfrm>
            <a:off x="7825948" y="2841619"/>
            <a:ext cx="1740432" cy="3212479"/>
          </a:xfrm>
          <a:custGeom>
            <a:avLst/>
            <a:gdLst>
              <a:gd name="connsiteX0" fmla="*/ 8541 w 1308021"/>
              <a:gd name="connsiteY0" fmla="*/ 0 h 2409359"/>
              <a:gd name="connsiteX1" fmla="*/ 1299480 w 1308021"/>
              <a:gd name="connsiteY1" fmla="*/ 0 h 2409359"/>
              <a:gd name="connsiteX2" fmla="*/ 1308021 w 1308021"/>
              <a:gd name="connsiteY2" fmla="*/ 8878 h 2409359"/>
              <a:gd name="connsiteX3" fmla="*/ 1308021 w 1308021"/>
              <a:gd name="connsiteY3" fmla="*/ 2400481 h 2409359"/>
              <a:gd name="connsiteX4" fmla="*/ 1299480 w 1308021"/>
              <a:gd name="connsiteY4" fmla="*/ 2409359 h 2409359"/>
              <a:gd name="connsiteX5" fmla="*/ 8541 w 1308021"/>
              <a:gd name="connsiteY5" fmla="*/ 2409359 h 2409359"/>
              <a:gd name="connsiteX6" fmla="*/ 0 w 1308021"/>
              <a:gd name="connsiteY6" fmla="*/ 2400481 h 2409359"/>
              <a:gd name="connsiteX7" fmla="*/ 0 w 1308021"/>
              <a:gd name="connsiteY7" fmla="*/ 8878 h 2409359"/>
              <a:gd name="connsiteX8" fmla="*/ 8541 w 1308021"/>
              <a:gd name="connsiteY8" fmla="*/ 0 h 2409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8021" h="2409359">
                <a:moveTo>
                  <a:pt x="8541" y="0"/>
                </a:moveTo>
                <a:lnTo>
                  <a:pt x="1299480" y="0"/>
                </a:lnTo>
                <a:cubicBezTo>
                  <a:pt x="1304198" y="0"/>
                  <a:pt x="1308021" y="3975"/>
                  <a:pt x="1308021" y="8878"/>
                </a:cubicBezTo>
                <a:lnTo>
                  <a:pt x="1308021" y="2400481"/>
                </a:lnTo>
                <a:cubicBezTo>
                  <a:pt x="1308021" y="2405384"/>
                  <a:pt x="1304198" y="2409359"/>
                  <a:pt x="1299480" y="2409359"/>
                </a:cubicBezTo>
                <a:lnTo>
                  <a:pt x="8541" y="2409359"/>
                </a:lnTo>
                <a:cubicBezTo>
                  <a:pt x="3824" y="2409359"/>
                  <a:pt x="0" y="2405384"/>
                  <a:pt x="0" y="2400481"/>
                </a:cubicBezTo>
                <a:lnTo>
                  <a:pt x="0" y="8878"/>
                </a:lnTo>
                <a:cubicBezTo>
                  <a:pt x="0" y="3975"/>
                  <a:pt x="3824" y="0"/>
                  <a:pt x="8541" y="0"/>
                </a:cubicBezTo>
                <a:close/>
              </a:path>
            </a:pathLst>
          </a:custGeom>
          <a:noFill/>
          <a:ln w="6350">
            <a:solidFill>
              <a:schemeClr val="accent1"/>
            </a:solidFill>
          </a:ln>
        </p:spPr>
        <p:txBody>
          <a:bodyPr wrap="square" lIns="0" tIns="0" rIns="0" bIns="0" anchor="ctr" anchorCtr="0">
            <a:noAutofit/>
          </a:bodyPr>
          <a:lstStyle>
            <a:lvl1pPr marL="0" indent="0" algn="ctr">
              <a:buFontTx/>
              <a:buNone/>
              <a:defRPr sz="1067">
                <a:solidFill>
                  <a:schemeClr val="accent6"/>
                </a:solidFill>
                <a:latin typeface="Lato" panose="020F0502020204030203" pitchFamily="34" charset="0"/>
                <a:ea typeface="Open Sans Light" panose="020B0306030504020204" pitchFamily="34" charset="0"/>
                <a:cs typeface="Open Sans Light" panose="020B0306030504020204" pitchFamily="34" charset="0"/>
              </a:defRPr>
            </a:lvl1pPr>
          </a:lstStyle>
          <a:p>
            <a:endParaRPr lang="en-US"/>
          </a:p>
        </p:txBody>
      </p:sp>
      <p:pic>
        <p:nvPicPr>
          <p:cNvPr id="18" name="Picture 17">
            <a:extLst>
              <a:ext uri="{FF2B5EF4-FFF2-40B4-BE49-F238E27FC236}">
                <a16:creationId xmlns:a16="http://schemas.microsoft.com/office/drawing/2014/main" id="{02E5A025-B9EC-4B3B-8A5A-78BE0B998494}"/>
              </a:ext>
            </a:extLst>
          </p:cNvPr>
          <p:cNvPicPr>
            <a:picLocks noChangeAspect="1"/>
          </p:cNvPicPr>
          <p:nvPr userDrawn="1"/>
        </p:nvPicPr>
        <p:blipFill>
          <a:blip r:embed="rId2"/>
          <a:stretch>
            <a:fillRect/>
          </a:stretch>
        </p:blipFill>
        <p:spPr>
          <a:xfrm>
            <a:off x="9311851" y="156465"/>
            <a:ext cx="2118996" cy="495873"/>
          </a:xfrm>
          <a:prstGeom prst="rect">
            <a:avLst/>
          </a:prstGeom>
        </p:spPr>
      </p:pic>
    </p:spTree>
    <p:extLst>
      <p:ext uri="{BB962C8B-B14F-4D97-AF65-F5344CB8AC3E}">
        <p14:creationId xmlns:p14="http://schemas.microsoft.com/office/powerpoint/2010/main" val="184289594"/>
      </p:ext>
    </p:extLst>
  </p:cSld>
  <p:clrMapOvr>
    <a:masterClrMapping/>
  </p:clrMapOvr>
  <mc:AlternateContent xmlns:mc="http://schemas.openxmlformats.org/markup-compatibility/2006" xmlns:p14="http://schemas.microsoft.com/office/powerpoint/2010/main">
    <mc:Choice Requires="p14">
      <p:transition spd="slow" p14:dur="3500">
        <p14:window dir="vert"/>
      </p:transition>
    </mc:Choice>
    <mc:Fallback xmlns="">
      <p:transition spd="slow">
        <p:fade/>
      </p:transition>
    </mc:Fallback>
  </mc:AlternateContent>
  <p:extLst>
    <p:ext uri="{DCECCB84-F9BA-43D5-87BE-67443E8EF086}">
      <p15:sldGuideLst xmlns:p15="http://schemas.microsoft.com/office/powerpoint/2012/main">
        <p15:guide id="1" orient="horz" pos="2934">
          <p15:clr>
            <a:srgbClr val="FBAE40"/>
          </p15:clr>
        </p15:guide>
        <p15:guide id="2" pos="5384">
          <p15:clr>
            <a:srgbClr val="FBAE40"/>
          </p15:clr>
        </p15:guide>
        <p15:guide id="3" pos="374">
          <p15:clr>
            <a:srgbClr val="FBAE40"/>
          </p15:clr>
        </p15:guide>
        <p15:guide id="4" orient="horz" pos="306">
          <p15:clr>
            <a:srgbClr val="FBAE40"/>
          </p15:clr>
        </p15:guide>
        <p15:guide id="5" orient="horz" pos="972">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Laptop Mockup">
    <p:spTree>
      <p:nvGrpSpPr>
        <p:cNvPr id="1" name=""/>
        <p:cNvGrpSpPr/>
        <p:nvPr/>
      </p:nvGrpSpPr>
      <p:grpSpPr>
        <a:xfrm>
          <a:off x="0" y="0"/>
          <a:ext cx="0" cy="0"/>
          <a:chOff x="0" y="0"/>
          <a:chExt cx="0" cy="0"/>
        </a:xfrm>
      </p:grpSpPr>
      <p:sp>
        <p:nvSpPr>
          <p:cNvPr id="19" name="Rectangle 18"/>
          <p:cNvSpPr/>
          <p:nvPr userDrawn="1"/>
        </p:nvSpPr>
        <p:spPr>
          <a:xfrm>
            <a:off x="793752" y="2579511"/>
            <a:ext cx="10604499" cy="2496773"/>
          </a:xfrm>
          <a:prstGeom prst="rect">
            <a:avLst/>
          </a:prstGeom>
          <a:solidFill>
            <a:srgbClr val="CC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13" name="Picture 1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682047" y="1909514"/>
            <a:ext cx="6703101" cy="4066455"/>
          </a:xfrm>
          <a:prstGeom prst="rect">
            <a:avLst/>
          </a:prstGeom>
        </p:spPr>
      </p:pic>
      <p:sp>
        <p:nvSpPr>
          <p:cNvPr id="10" name="Text Placeholder 9"/>
          <p:cNvSpPr>
            <a:spLocks noGrp="1"/>
          </p:cNvSpPr>
          <p:nvPr>
            <p:ph type="body" sz="quarter" idx="10"/>
          </p:nvPr>
        </p:nvSpPr>
        <p:spPr>
          <a:xfrm>
            <a:off x="778936" y="767788"/>
            <a:ext cx="10604499" cy="511013"/>
          </a:xfrm>
          <a:prstGeom prst="rect">
            <a:avLst/>
          </a:prstGeom>
        </p:spPr>
        <p:txBody>
          <a:bodyPr lIns="0" tIns="0" rIns="0" bIns="0"/>
          <a:lstStyle>
            <a:lvl1pPr marL="0" indent="0" algn="l">
              <a:lnSpc>
                <a:spcPct val="100000"/>
              </a:lnSpc>
              <a:spcBef>
                <a:spcPts val="0"/>
              </a:spcBef>
              <a:buNone/>
              <a:defRPr sz="2933" b="0" cap="all" spc="67" baseline="0">
                <a:solidFill>
                  <a:schemeClr val="accent1"/>
                </a:solidFill>
                <a:latin typeface="Lato Black" panose="020F0A02020204030203" pitchFamily="34" charset="0"/>
                <a:ea typeface="Roboto" panose="02000000000000000000" pitchFamily="2" charset="0"/>
                <a:cs typeface="Open Sans" panose="020B0606030504020204" pitchFamily="34" charset="0"/>
              </a:defRPr>
            </a:lvl1pPr>
          </a:lstStyle>
          <a:p>
            <a:pPr lvl="0"/>
            <a:r>
              <a:rPr lang="en-US" dirty="0"/>
              <a:t>Click to edit Master text styles</a:t>
            </a:r>
          </a:p>
        </p:txBody>
      </p:sp>
      <p:sp>
        <p:nvSpPr>
          <p:cNvPr id="3" name="Text Placeholder 9"/>
          <p:cNvSpPr>
            <a:spLocks noGrp="1"/>
          </p:cNvSpPr>
          <p:nvPr>
            <p:ph type="body" sz="quarter" idx="11"/>
          </p:nvPr>
        </p:nvSpPr>
        <p:spPr>
          <a:xfrm>
            <a:off x="791633" y="1278801"/>
            <a:ext cx="10604499" cy="188459"/>
          </a:xfrm>
          <a:prstGeom prst="rect">
            <a:avLst/>
          </a:prstGeom>
        </p:spPr>
        <p:txBody>
          <a:bodyPr lIns="0" tIns="0" rIns="0" bIns="0"/>
          <a:lstStyle>
            <a:lvl1pPr marL="0" indent="0" algn="l">
              <a:lnSpc>
                <a:spcPts val="1600"/>
              </a:lnSpc>
              <a:spcBef>
                <a:spcPts val="0"/>
              </a:spcBef>
              <a:buNone/>
              <a:defRPr sz="1200" b="0" cap="none" spc="0" baseline="0">
                <a:solidFill>
                  <a:schemeClr val="accent4"/>
                </a:solidFill>
                <a:latin typeface="Lato" panose="020F0502020204030203" pitchFamily="34" charset="0"/>
                <a:ea typeface="Roboto" panose="02000000000000000000" pitchFamily="2" charset="0"/>
                <a:cs typeface="Open Sans" panose="020B0606030504020204" pitchFamily="34" charset="0"/>
              </a:defRPr>
            </a:lvl1pPr>
          </a:lstStyle>
          <a:p>
            <a:pPr lvl="0"/>
            <a:r>
              <a:rPr lang="en-US" dirty="0"/>
              <a:t>Click to edit Master text styles</a:t>
            </a:r>
          </a:p>
        </p:txBody>
      </p:sp>
      <p:cxnSp>
        <p:nvCxnSpPr>
          <p:cNvPr id="5" name="Straight Connector 4"/>
          <p:cNvCxnSpPr/>
          <p:nvPr userDrawn="1"/>
        </p:nvCxnSpPr>
        <p:spPr>
          <a:xfrm>
            <a:off x="791633" y="656089"/>
            <a:ext cx="121920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Box 22"/>
          <p:cNvSpPr txBox="1"/>
          <p:nvPr userDrawn="1"/>
        </p:nvSpPr>
        <p:spPr>
          <a:xfrm>
            <a:off x="10585897" y="6297122"/>
            <a:ext cx="275991" cy="164212"/>
          </a:xfrm>
          <a:prstGeom prst="rect">
            <a:avLst/>
          </a:prstGeom>
          <a:noFill/>
        </p:spPr>
        <p:txBody>
          <a:bodyPr wrap="square" lIns="0" tIns="0" rIns="0" bIns="0" rtlCol="0">
            <a:spAutoFit/>
          </a:bodyPr>
          <a:lstStyle/>
          <a:p>
            <a:pPr algn="r"/>
            <a:fld id="{27692F5A-FC14-4E83-B4CC-18F6C2D780A4}" type="slidenum">
              <a:rPr lang="en-US" sz="1067" b="0" spc="40" baseline="0" smtClean="0">
                <a:solidFill>
                  <a:schemeClr val="accent4"/>
                </a:solidFill>
                <a:latin typeface="Lato" panose="020F0502020204030203" pitchFamily="34" charset="0"/>
              </a:rPr>
              <a:pPr algn="r"/>
              <a:t>‹#›</a:t>
            </a:fld>
            <a:endParaRPr lang="en-US" sz="1067" b="0" spc="40" baseline="0" dirty="0">
              <a:solidFill>
                <a:schemeClr val="accent4"/>
              </a:solidFill>
              <a:latin typeface="Lato" panose="020F0502020204030203" pitchFamily="34" charset="0"/>
            </a:endParaRPr>
          </a:p>
        </p:txBody>
      </p:sp>
      <p:sp>
        <p:nvSpPr>
          <p:cNvPr id="11" name="Freeform 5">
            <a:hlinkClick r:id="" action="ppaction://hlinkshowjump?jump=nextslide"/>
          </p:cNvPr>
          <p:cNvSpPr>
            <a:spLocks noEditPoints="1"/>
          </p:cNvSpPr>
          <p:nvPr userDrawn="1"/>
        </p:nvSpPr>
        <p:spPr bwMode="auto">
          <a:xfrm>
            <a:off x="11209905" y="6284422"/>
            <a:ext cx="188345" cy="188345"/>
          </a:xfrm>
          <a:custGeom>
            <a:avLst/>
            <a:gdLst>
              <a:gd name="T0" fmla="*/ 883 w 2350"/>
              <a:gd name="T1" fmla="*/ 679 h 2350"/>
              <a:gd name="T2" fmla="*/ 1338 w 2350"/>
              <a:gd name="T3" fmla="*/ 1175 h 2350"/>
              <a:gd name="T4" fmla="*/ 883 w 2350"/>
              <a:gd name="T5" fmla="*/ 1671 h 2350"/>
              <a:gd name="T6" fmla="*/ 883 w 2350"/>
              <a:gd name="T7" fmla="*/ 1813 h 2350"/>
              <a:gd name="T8" fmla="*/ 1023 w 2350"/>
              <a:gd name="T9" fmla="*/ 1813 h 2350"/>
              <a:gd name="T10" fmla="*/ 1579 w 2350"/>
              <a:gd name="T11" fmla="*/ 1246 h 2350"/>
              <a:gd name="T12" fmla="*/ 1579 w 2350"/>
              <a:gd name="T13" fmla="*/ 1104 h 2350"/>
              <a:gd name="T14" fmla="*/ 1023 w 2350"/>
              <a:gd name="T15" fmla="*/ 537 h 2350"/>
              <a:gd name="T16" fmla="*/ 883 w 2350"/>
              <a:gd name="T17" fmla="*/ 537 h 2350"/>
              <a:gd name="T18" fmla="*/ 883 w 2350"/>
              <a:gd name="T19" fmla="*/ 679 h 2350"/>
              <a:gd name="T20" fmla="*/ 0 w 2350"/>
              <a:gd name="T21" fmla="*/ 1175 h 2350"/>
              <a:gd name="T22" fmla="*/ 1175 w 2350"/>
              <a:gd name="T23" fmla="*/ 2350 h 2350"/>
              <a:gd name="T24" fmla="*/ 2350 w 2350"/>
              <a:gd name="T25" fmla="*/ 1175 h 2350"/>
              <a:gd name="T26" fmla="*/ 1175 w 2350"/>
              <a:gd name="T27" fmla="*/ 0 h 2350"/>
              <a:gd name="T28" fmla="*/ 0 w 2350"/>
              <a:gd name="T29" fmla="*/ 1175 h 2350"/>
              <a:gd name="T30" fmla="*/ 2198 w 2350"/>
              <a:gd name="T31" fmla="*/ 1175 h 2350"/>
              <a:gd name="T32" fmla="*/ 1175 w 2350"/>
              <a:gd name="T33" fmla="*/ 2198 h 2350"/>
              <a:gd name="T34" fmla="*/ 152 w 2350"/>
              <a:gd name="T35" fmla="*/ 1175 h 2350"/>
              <a:gd name="T36" fmla="*/ 1175 w 2350"/>
              <a:gd name="T37" fmla="*/ 152 h 2350"/>
              <a:gd name="T38" fmla="*/ 2198 w 2350"/>
              <a:gd name="T39" fmla="*/ 1175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350" h="2350">
                <a:moveTo>
                  <a:pt x="883" y="679"/>
                </a:moveTo>
                <a:cubicBezTo>
                  <a:pt x="1338" y="1175"/>
                  <a:pt x="1338" y="1175"/>
                  <a:pt x="1338" y="1175"/>
                </a:cubicBezTo>
                <a:cubicBezTo>
                  <a:pt x="883" y="1671"/>
                  <a:pt x="883" y="1671"/>
                  <a:pt x="883" y="1671"/>
                </a:cubicBezTo>
                <a:cubicBezTo>
                  <a:pt x="844" y="1710"/>
                  <a:pt x="844" y="1774"/>
                  <a:pt x="883" y="1813"/>
                </a:cubicBezTo>
                <a:cubicBezTo>
                  <a:pt x="922" y="1852"/>
                  <a:pt x="985" y="1852"/>
                  <a:pt x="1023" y="1813"/>
                </a:cubicBezTo>
                <a:cubicBezTo>
                  <a:pt x="1579" y="1246"/>
                  <a:pt x="1579" y="1246"/>
                  <a:pt x="1579" y="1246"/>
                </a:cubicBezTo>
                <a:cubicBezTo>
                  <a:pt x="1618" y="1207"/>
                  <a:pt x="1618" y="1143"/>
                  <a:pt x="1579" y="1104"/>
                </a:cubicBezTo>
                <a:cubicBezTo>
                  <a:pt x="1023" y="537"/>
                  <a:pt x="1023" y="537"/>
                  <a:pt x="1023" y="537"/>
                </a:cubicBezTo>
                <a:cubicBezTo>
                  <a:pt x="985" y="498"/>
                  <a:pt x="922" y="498"/>
                  <a:pt x="883" y="537"/>
                </a:cubicBezTo>
                <a:cubicBezTo>
                  <a:pt x="844" y="576"/>
                  <a:pt x="844" y="640"/>
                  <a:pt x="883" y="679"/>
                </a:cubicBezTo>
                <a:close/>
                <a:moveTo>
                  <a:pt x="0" y="1175"/>
                </a:moveTo>
                <a:cubicBezTo>
                  <a:pt x="0" y="1824"/>
                  <a:pt x="526" y="2350"/>
                  <a:pt x="1175" y="2350"/>
                </a:cubicBezTo>
                <a:cubicBezTo>
                  <a:pt x="1824" y="2350"/>
                  <a:pt x="2350" y="1824"/>
                  <a:pt x="2350" y="1175"/>
                </a:cubicBezTo>
                <a:cubicBezTo>
                  <a:pt x="2350" y="526"/>
                  <a:pt x="1824" y="0"/>
                  <a:pt x="1175" y="0"/>
                </a:cubicBezTo>
                <a:cubicBezTo>
                  <a:pt x="526" y="0"/>
                  <a:pt x="0" y="526"/>
                  <a:pt x="0" y="1175"/>
                </a:cubicBezTo>
                <a:close/>
                <a:moveTo>
                  <a:pt x="2198" y="1175"/>
                </a:moveTo>
                <a:cubicBezTo>
                  <a:pt x="2198" y="1740"/>
                  <a:pt x="1740" y="2198"/>
                  <a:pt x="1175" y="2198"/>
                </a:cubicBezTo>
                <a:cubicBezTo>
                  <a:pt x="610" y="2198"/>
                  <a:pt x="152" y="1740"/>
                  <a:pt x="152" y="1175"/>
                </a:cubicBezTo>
                <a:cubicBezTo>
                  <a:pt x="152" y="610"/>
                  <a:pt x="610" y="152"/>
                  <a:pt x="1175" y="152"/>
                </a:cubicBezTo>
                <a:cubicBezTo>
                  <a:pt x="1740" y="152"/>
                  <a:pt x="2198" y="610"/>
                  <a:pt x="2198" y="1175"/>
                </a:cubicBezTo>
                <a:close/>
              </a:path>
            </a:pathLst>
          </a:custGeom>
          <a:solidFill>
            <a:schemeClr val="accent5"/>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2" name="Freeform 5">
            <a:hlinkClick r:id="" action="ppaction://hlinkshowjump?jump=previousslide"/>
          </p:cNvPr>
          <p:cNvSpPr>
            <a:spLocks noEditPoints="1"/>
          </p:cNvSpPr>
          <p:nvPr userDrawn="1"/>
        </p:nvSpPr>
        <p:spPr bwMode="auto">
          <a:xfrm>
            <a:off x="10992130" y="6284422"/>
            <a:ext cx="188345" cy="188345"/>
          </a:xfrm>
          <a:custGeom>
            <a:avLst/>
            <a:gdLst>
              <a:gd name="T0" fmla="*/ 1467 w 2350"/>
              <a:gd name="T1" fmla="*/ 1671 h 2350"/>
              <a:gd name="T2" fmla="*/ 1012 w 2350"/>
              <a:gd name="T3" fmla="*/ 1175 h 2350"/>
              <a:gd name="T4" fmla="*/ 1467 w 2350"/>
              <a:gd name="T5" fmla="*/ 679 h 2350"/>
              <a:gd name="T6" fmla="*/ 1467 w 2350"/>
              <a:gd name="T7" fmla="*/ 537 h 2350"/>
              <a:gd name="T8" fmla="*/ 1327 w 2350"/>
              <a:gd name="T9" fmla="*/ 537 h 2350"/>
              <a:gd name="T10" fmla="*/ 771 w 2350"/>
              <a:gd name="T11" fmla="*/ 1104 h 2350"/>
              <a:gd name="T12" fmla="*/ 771 w 2350"/>
              <a:gd name="T13" fmla="*/ 1246 h 2350"/>
              <a:gd name="T14" fmla="*/ 1327 w 2350"/>
              <a:gd name="T15" fmla="*/ 1813 h 2350"/>
              <a:gd name="T16" fmla="*/ 1467 w 2350"/>
              <a:gd name="T17" fmla="*/ 1813 h 2350"/>
              <a:gd name="T18" fmla="*/ 1467 w 2350"/>
              <a:gd name="T19" fmla="*/ 1671 h 2350"/>
              <a:gd name="T20" fmla="*/ 2350 w 2350"/>
              <a:gd name="T21" fmla="*/ 1175 h 2350"/>
              <a:gd name="T22" fmla="*/ 1175 w 2350"/>
              <a:gd name="T23" fmla="*/ 0 h 2350"/>
              <a:gd name="T24" fmla="*/ 0 w 2350"/>
              <a:gd name="T25" fmla="*/ 1175 h 2350"/>
              <a:gd name="T26" fmla="*/ 1175 w 2350"/>
              <a:gd name="T27" fmla="*/ 2350 h 2350"/>
              <a:gd name="T28" fmla="*/ 2350 w 2350"/>
              <a:gd name="T29" fmla="*/ 1175 h 2350"/>
              <a:gd name="T30" fmla="*/ 152 w 2350"/>
              <a:gd name="T31" fmla="*/ 1175 h 2350"/>
              <a:gd name="T32" fmla="*/ 1175 w 2350"/>
              <a:gd name="T33" fmla="*/ 152 h 2350"/>
              <a:gd name="T34" fmla="*/ 2198 w 2350"/>
              <a:gd name="T35" fmla="*/ 1175 h 2350"/>
              <a:gd name="T36" fmla="*/ 1175 w 2350"/>
              <a:gd name="T37" fmla="*/ 2198 h 2350"/>
              <a:gd name="T38" fmla="*/ 152 w 2350"/>
              <a:gd name="T39" fmla="*/ 1175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350" h="2350">
                <a:moveTo>
                  <a:pt x="1467" y="1671"/>
                </a:moveTo>
                <a:cubicBezTo>
                  <a:pt x="1012" y="1175"/>
                  <a:pt x="1012" y="1175"/>
                  <a:pt x="1012" y="1175"/>
                </a:cubicBezTo>
                <a:cubicBezTo>
                  <a:pt x="1467" y="679"/>
                  <a:pt x="1467" y="679"/>
                  <a:pt x="1467" y="679"/>
                </a:cubicBezTo>
                <a:cubicBezTo>
                  <a:pt x="1506" y="640"/>
                  <a:pt x="1506" y="576"/>
                  <a:pt x="1467" y="537"/>
                </a:cubicBezTo>
                <a:cubicBezTo>
                  <a:pt x="1428" y="498"/>
                  <a:pt x="1365" y="498"/>
                  <a:pt x="1327" y="537"/>
                </a:cubicBezTo>
                <a:cubicBezTo>
                  <a:pt x="771" y="1104"/>
                  <a:pt x="771" y="1104"/>
                  <a:pt x="771" y="1104"/>
                </a:cubicBezTo>
                <a:cubicBezTo>
                  <a:pt x="732" y="1143"/>
                  <a:pt x="732" y="1207"/>
                  <a:pt x="771" y="1246"/>
                </a:cubicBezTo>
                <a:cubicBezTo>
                  <a:pt x="1327" y="1813"/>
                  <a:pt x="1327" y="1813"/>
                  <a:pt x="1327" y="1813"/>
                </a:cubicBezTo>
                <a:cubicBezTo>
                  <a:pt x="1365" y="1852"/>
                  <a:pt x="1428" y="1852"/>
                  <a:pt x="1467" y="1813"/>
                </a:cubicBezTo>
                <a:cubicBezTo>
                  <a:pt x="1506" y="1774"/>
                  <a:pt x="1506" y="1710"/>
                  <a:pt x="1467" y="1671"/>
                </a:cubicBezTo>
                <a:close/>
                <a:moveTo>
                  <a:pt x="2350" y="1175"/>
                </a:moveTo>
                <a:cubicBezTo>
                  <a:pt x="2350" y="526"/>
                  <a:pt x="1824" y="0"/>
                  <a:pt x="1175" y="0"/>
                </a:cubicBezTo>
                <a:cubicBezTo>
                  <a:pt x="526" y="0"/>
                  <a:pt x="0" y="526"/>
                  <a:pt x="0" y="1175"/>
                </a:cubicBezTo>
                <a:cubicBezTo>
                  <a:pt x="0" y="1824"/>
                  <a:pt x="526" y="2350"/>
                  <a:pt x="1175" y="2350"/>
                </a:cubicBezTo>
                <a:cubicBezTo>
                  <a:pt x="1824" y="2350"/>
                  <a:pt x="2350" y="1824"/>
                  <a:pt x="2350" y="1175"/>
                </a:cubicBezTo>
                <a:close/>
                <a:moveTo>
                  <a:pt x="152" y="1175"/>
                </a:moveTo>
                <a:cubicBezTo>
                  <a:pt x="152" y="610"/>
                  <a:pt x="610" y="152"/>
                  <a:pt x="1175" y="152"/>
                </a:cubicBezTo>
                <a:cubicBezTo>
                  <a:pt x="1740" y="152"/>
                  <a:pt x="2198" y="610"/>
                  <a:pt x="2198" y="1175"/>
                </a:cubicBezTo>
                <a:cubicBezTo>
                  <a:pt x="2198" y="1740"/>
                  <a:pt x="1740" y="2198"/>
                  <a:pt x="1175" y="2198"/>
                </a:cubicBezTo>
                <a:cubicBezTo>
                  <a:pt x="610" y="2198"/>
                  <a:pt x="152" y="1740"/>
                  <a:pt x="152" y="1175"/>
                </a:cubicBezTo>
                <a:close/>
              </a:path>
            </a:pathLst>
          </a:custGeom>
          <a:solidFill>
            <a:schemeClr val="accent5"/>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4" name="Picture Placeholder 2"/>
          <p:cNvSpPr>
            <a:spLocks noGrp="1"/>
          </p:cNvSpPr>
          <p:nvPr>
            <p:ph type="pic" sz="quarter" idx="12"/>
          </p:nvPr>
        </p:nvSpPr>
        <p:spPr>
          <a:xfrm>
            <a:off x="2610015" y="2286000"/>
            <a:ext cx="4847167" cy="3098800"/>
          </a:xfrm>
          <a:prstGeom prst="rect">
            <a:avLst/>
          </a:prstGeom>
        </p:spPr>
        <p:txBody>
          <a:bodyPr anchor="ctr" anchorCtr="0"/>
          <a:lstStyle>
            <a:lvl1pPr marL="0" indent="0" algn="ctr">
              <a:buFontTx/>
              <a:buNone/>
              <a:defRPr sz="1067">
                <a:solidFill>
                  <a:schemeClr val="accent5"/>
                </a:solidFill>
                <a:latin typeface="Lato" panose="020F0502020204030203" pitchFamily="34" charset="0"/>
              </a:defRPr>
            </a:lvl1pPr>
          </a:lstStyle>
          <a:p>
            <a:endParaRPr lang="en-US"/>
          </a:p>
        </p:txBody>
      </p:sp>
      <p:pic>
        <p:nvPicPr>
          <p:cNvPr id="15" name="Picture 14">
            <a:extLst>
              <a:ext uri="{FF2B5EF4-FFF2-40B4-BE49-F238E27FC236}">
                <a16:creationId xmlns:a16="http://schemas.microsoft.com/office/drawing/2014/main" id="{02E5A025-B9EC-4B3B-8A5A-78BE0B998494}"/>
              </a:ext>
            </a:extLst>
          </p:cNvPr>
          <p:cNvPicPr>
            <a:picLocks noChangeAspect="1"/>
          </p:cNvPicPr>
          <p:nvPr userDrawn="1"/>
        </p:nvPicPr>
        <p:blipFill>
          <a:blip r:embed="rId3"/>
          <a:stretch>
            <a:fillRect/>
          </a:stretch>
        </p:blipFill>
        <p:spPr>
          <a:xfrm>
            <a:off x="9311851" y="156465"/>
            <a:ext cx="2118996" cy="495873"/>
          </a:xfrm>
          <a:prstGeom prst="rect">
            <a:avLst/>
          </a:prstGeom>
        </p:spPr>
      </p:pic>
    </p:spTree>
    <p:extLst>
      <p:ext uri="{BB962C8B-B14F-4D97-AF65-F5344CB8AC3E}">
        <p14:creationId xmlns:p14="http://schemas.microsoft.com/office/powerpoint/2010/main" val="4236448056"/>
      </p:ext>
    </p:extLst>
  </p:cSld>
  <p:clrMapOvr>
    <a:masterClrMapping/>
  </p:clrMapOvr>
  <mc:AlternateContent xmlns:mc="http://schemas.openxmlformats.org/markup-compatibility/2006" xmlns:p14="http://schemas.microsoft.com/office/powerpoint/2010/main">
    <mc:Choice Requires="p14">
      <p:transition spd="slow" p14:dur="3500">
        <p14:window dir="vert"/>
      </p:transition>
    </mc:Choice>
    <mc:Fallback xmlns="">
      <p:transition spd="slow">
        <p:fade/>
      </p:transition>
    </mc:Fallback>
  </mc:AlternateContent>
  <p:extLst>
    <p:ext uri="{DCECCB84-F9BA-43D5-87BE-67443E8EF086}">
      <p15:sldGuideLst xmlns:p15="http://schemas.microsoft.com/office/powerpoint/2012/main">
        <p15:guide id="1" orient="horz" pos="2700">
          <p15:clr>
            <a:srgbClr val="FBAE40"/>
          </p15:clr>
        </p15:guide>
        <p15:guide id="2" pos="5384">
          <p15:clr>
            <a:srgbClr val="FBAE40"/>
          </p15:clr>
        </p15:guide>
        <p15:guide id="3" pos="374">
          <p15:clr>
            <a:srgbClr val="FBAE40"/>
          </p15:clr>
        </p15:guide>
        <p15:guide id="4" orient="horz" pos="306">
          <p15:clr>
            <a:srgbClr val="FBAE40"/>
          </p15:clr>
        </p15:guide>
        <p15:guide id="5" orient="horz" pos="972">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Section Break Page">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0" y="0"/>
            <a:ext cx="12192000" cy="6858000"/>
          </a:xfrm>
          <a:prstGeom prst="rect">
            <a:avLst/>
          </a:prstGeom>
        </p:spPr>
        <p:txBody>
          <a:bodyPr anchor="ctr" anchorCtr="0"/>
          <a:lstStyle>
            <a:lvl1pPr marL="0" indent="0" algn="ctr">
              <a:buNone/>
              <a:defRPr sz="1600">
                <a:solidFill>
                  <a:schemeClr val="accent5"/>
                </a:solidFill>
                <a:latin typeface="Lato" panose="020F0502020204030203" pitchFamily="34" charset="0"/>
              </a:defRPr>
            </a:lvl1pPr>
          </a:lstStyle>
          <a:p>
            <a:endParaRPr lang="en-US" dirty="0"/>
          </a:p>
        </p:txBody>
      </p:sp>
    </p:spTree>
    <p:extLst>
      <p:ext uri="{BB962C8B-B14F-4D97-AF65-F5344CB8AC3E}">
        <p14:creationId xmlns:p14="http://schemas.microsoft.com/office/powerpoint/2010/main" val="2832282738"/>
      </p:ext>
    </p:extLst>
  </p:cSld>
  <p:clrMapOvr>
    <a:masterClrMapping/>
  </p:clrMapOvr>
  <mc:AlternateContent xmlns:mc="http://schemas.openxmlformats.org/markup-compatibility/2006" xmlns:p14="http://schemas.microsoft.com/office/powerpoint/2010/main">
    <mc:Choice Requires="p14">
      <p:transition spd="slow" p14:dur="3500">
        <p14:window dir="vert"/>
      </p:transition>
    </mc:Choice>
    <mc:Fallback xmlns="">
      <p:transition spd="slow">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Company History Page 1">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778936" y="767788"/>
            <a:ext cx="10604499" cy="511013"/>
          </a:xfrm>
          <a:prstGeom prst="rect">
            <a:avLst/>
          </a:prstGeom>
        </p:spPr>
        <p:txBody>
          <a:bodyPr lIns="0" tIns="0" rIns="0" bIns="0"/>
          <a:lstStyle>
            <a:lvl1pPr marL="0" indent="0" algn="l">
              <a:lnSpc>
                <a:spcPct val="100000"/>
              </a:lnSpc>
              <a:spcBef>
                <a:spcPts val="0"/>
              </a:spcBef>
              <a:buNone/>
              <a:defRPr sz="2933" b="0" cap="all" spc="67" baseline="0">
                <a:solidFill>
                  <a:schemeClr val="accent1"/>
                </a:solidFill>
                <a:latin typeface="Lato Black" panose="020F0A02020204030203" pitchFamily="34" charset="0"/>
                <a:ea typeface="Roboto" panose="02000000000000000000" pitchFamily="2" charset="0"/>
                <a:cs typeface="Open Sans" panose="020B0606030504020204" pitchFamily="34" charset="0"/>
              </a:defRPr>
            </a:lvl1pPr>
          </a:lstStyle>
          <a:p>
            <a:pPr lvl="0"/>
            <a:r>
              <a:rPr lang="en-US" dirty="0"/>
              <a:t>Click to edit Master text styles</a:t>
            </a:r>
          </a:p>
        </p:txBody>
      </p:sp>
      <p:sp>
        <p:nvSpPr>
          <p:cNvPr id="3" name="Text Placeholder 9"/>
          <p:cNvSpPr>
            <a:spLocks noGrp="1"/>
          </p:cNvSpPr>
          <p:nvPr>
            <p:ph type="body" sz="quarter" idx="11"/>
          </p:nvPr>
        </p:nvSpPr>
        <p:spPr>
          <a:xfrm>
            <a:off x="791633" y="1278801"/>
            <a:ext cx="10604499" cy="188459"/>
          </a:xfrm>
          <a:prstGeom prst="rect">
            <a:avLst/>
          </a:prstGeom>
        </p:spPr>
        <p:txBody>
          <a:bodyPr lIns="0" tIns="0" rIns="0" bIns="0"/>
          <a:lstStyle>
            <a:lvl1pPr marL="0" indent="0" algn="l">
              <a:lnSpc>
                <a:spcPts val="1600"/>
              </a:lnSpc>
              <a:spcBef>
                <a:spcPts val="0"/>
              </a:spcBef>
              <a:buNone/>
              <a:defRPr sz="1200" b="0" cap="none" spc="0" baseline="0">
                <a:solidFill>
                  <a:schemeClr val="accent4"/>
                </a:solidFill>
                <a:latin typeface="Lato" panose="020F0502020204030203" pitchFamily="34" charset="0"/>
                <a:ea typeface="Roboto" panose="02000000000000000000" pitchFamily="2" charset="0"/>
                <a:cs typeface="Open Sans" panose="020B0606030504020204" pitchFamily="34" charset="0"/>
              </a:defRPr>
            </a:lvl1pPr>
          </a:lstStyle>
          <a:p>
            <a:pPr lvl="0"/>
            <a:r>
              <a:rPr lang="en-US" dirty="0"/>
              <a:t>Click to edit Master text styles</a:t>
            </a:r>
          </a:p>
        </p:txBody>
      </p:sp>
      <p:cxnSp>
        <p:nvCxnSpPr>
          <p:cNvPr id="5" name="Straight Connector 4"/>
          <p:cNvCxnSpPr/>
          <p:nvPr userDrawn="1"/>
        </p:nvCxnSpPr>
        <p:spPr>
          <a:xfrm>
            <a:off x="791633" y="656089"/>
            <a:ext cx="121920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19" name="Picture Placeholder 9"/>
          <p:cNvSpPr>
            <a:spLocks noGrp="1"/>
          </p:cNvSpPr>
          <p:nvPr>
            <p:ph type="pic" sz="quarter" idx="12"/>
          </p:nvPr>
        </p:nvSpPr>
        <p:spPr>
          <a:xfrm>
            <a:off x="5586012" y="2120015"/>
            <a:ext cx="1380952" cy="1380952"/>
          </a:xfrm>
          <a:prstGeom prst="ellipse">
            <a:avLst/>
          </a:prstGeom>
          <a:noFill/>
          <a:ln w="12700">
            <a:solidFill>
              <a:schemeClr val="bg1"/>
            </a:solidFill>
          </a:ln>
        </p:spPr>
        <p:txBody>
          <a:bodyPr anchor="ctr" anchorCtr="0"/>
          <a:lstStyle>
            <a:lvl1pPr marL="0" indent="0" algn="ctr">
              <a:buFontTx/>
              <a:buNone/>
              <a:defRPr sz="1067">
                <a:solidFill>
                  <a:schemeClr val="accent5"/>
                </a:solidFill>
                <a:latin typeface="Lato" panose="020F0502020204030203" pitchFamily="34" charset="0"/>
              </a:defRPr>
            </a:lvl1pPr>
          </a:lstStyle>
          <a:p>
            <a:endParaRPr lang="en-US" dirty="0"/>
          </a:p>
        </p:txBody>
      </p:sp>
      <p:sp>
        <p:nvSpPr>
          <p:cNvPr id="20" name="Picture Placeholder 9"/>
          <p:cNvSpPr>
            <a:spLocks noGrp="1"/>
          </p:cNvSpPr>
          <p:nvPr>
            <p:ph type="pic" sz="quarter" idx="13"/>
          </p:nvPr>
        </p:nvSpPr>
        <p:spPr>
          <a:xfrm>
            <a:off x="2027145" y="4311469"/>
            <a:ext cx="1380952" cy="1380952"/>
          </a:xfrm>
          <a:prstGeom prst="ellipse">
            <a:avLst/>
          </a:prstGeom>
          <a:noFill/>
          <a:ln w="12700">
            <a:solidFill>
              <a:schemeClr val="bg1"/>
            </a:solidFill>
          </a:ln>
        </p:spPr>
        <p:txBody>
          <a:bodyPr anchor="ctr" anchorCtr="0"/>
          <a:lstStyle>
            <a:lvl1pPr marL="0" indent="0" algn="ctr">
              <a:buFontTx/>
              <a:buNone/>
              <a:defRPr sz="1067">
                <a:solidFill>
                  <a:schemeClr val="accent5"/>
                </a:solidFill>
                <a:latin typeface="Lato" panose="020F0502020204030203" pitchFamily="34" charset="0"/>
              </a:defRPr>
            </a:lvl1pPr>
          </a:lstStyle>
          <a:p>
            <a:endParaRPr lang="en-US" dirty="0"/>
          </a:p>
        </p:txBody>
      </p:sp>
      <p:sp>
        <p:nvSpPr>
          <p:cNvPr id="21" name="Picture Placeholder 9"/>
          <p:cNvSpPr>
            <a:spLocks noGrp="1"/>
          </p:cNvSpPr>
          <p:nvPr>
            <p:ph type="pic" sz="quarter" idx="14"/>
          </p:nvPr>
        </p:nvSpPr>
        <p:spPr>
          <a:xfrm>
            <a:off x="9209745" y="4311469"/>
            <a:ext cx="1380952" cy="1380952"/>
          </a:xfrm>
          <a:prstGeom prst="ellipse">
            <a:avLst/>
          </a:prstGeom>
          <a:noFill/>
          <a:ln w="12700">
            <a:solidFill>
              <a:schemeClr val="bg1"/>
            </a:solidFill>
          </a:ln>
        </p:spPr>
        <p:txBody>
          <a:bodyPr anchor="ctr" anchorCtr="0"/>
          <a:lstStyle>
            <a:lvl1pPr marL="0" indent="0" algn="ctr">
              <a:buFontTx/>
              <a:buNone/>
              <a:defRPr sz="1067">
                <a:solidFill>
                  <a:schemeClr val="accent5"/>
                </a:solidFill>
                <a:latin typeface="Lato" panose="020F0502020204030203" pitchFamily="34" charset="0"/>
              </a:defRPr>
            </a:lvl1pPr>
          </a:lstStyle>
          <a:p>
            <a:endParaRPr lang="en-US" dirty="0"/>
          </a:p>
        </p:txBody>
      </p:sp>
      <p:sp>
        <p:nvSpPr>
          <p:cNvPr id="12" name="TextBox 11"/>
          <p:cNvSpPr txBox="1"/>
          <p:nvPr userDrawn="1"/>
        </p:nvSpPr>
        <p:spPr>
          <a:xfrm>
            <a:off x="10585897" y="6297122"/>
            <a:ext cx="275991" cy="164212"/>
          </a:xfrm>
          <a:prstGeom prst="rect">
            <a:avLst/>
          </a:prstGeom>
          <a:noFill/>
        </p:spPr>
        <p:txBody>
          <a:bodyPr wrap="square" lIns="0" tIns="0" rIns="0" bIns="0" rtlCol="0">
            <a:spAutoFit/>
          </a:bodyPr>
          <a:lstStyle/>
          <a:p>
            <a:pPr algn="r"/>
            <a:fld id="{27692F5A-FC14-4E83-B4CC-18F6C2D780A4}" type="slidenum">
              <a:rPr lang="en-US" sz="1067" b="0" spc="40" baseline="0" smtClean="0">
                <a:solidFill>
                  <a:schemeClr val="accent4"/>
                </a:solidFill>
                <a:latin typeface="Lato" panose="020F0502020204030203" pitchFamily="34" charset="0"/>
              </a:rPr>
              <a:pPr algn="r"/>
              <a:t>‹#›</a:t>
            </a:fld>
            <a:endParaRPr lang="en-US" sz="1067" b="0" spc="40" baseline="0" dirty="0">
              <a:solidFill>
                <a:schemeClr val="accent4"/>
              </a:solidFill>
              <a:latin typeface="Lato" panose="020F0502020204030203" pitchFamily="34" charset="0"/>
            </a:endParaRPr>
          </a:p>
        </p:txBody>
      </p:sp>
      <p:sp>
        <p:nvSpPr>
          <p:cNvPr id="17" name="Freeform 5">
            <a:hlinkClick r:id="" action="ppaction://hlinkshowjump?jump=nextslide"/>
          </p:cNvPr>
          <p:cNvSpPr>
            <a:spLocks noEditPoints="1"/>
          </p:cNvSpPr>
          <p:nvPr userDrawn="1"/>
        </p:nvSpPr>
        <p:spPr bwMode="auto">
          <a:xfrm>
            <a:off x="11209905" y="6284422"/>
            <a:ext cx="188345" cy="188345"/>
          </a:xfrm>
          <a:custGeom>
            <a:avLst/>
            <a:gdLst>
              <a:gd name="T0" fmla="*/ 883 w 2350"/>
              <a:gd name="T1" fmla="*/ 679 h 2350"/>
              <a:gd name="T2" fmla="*/ 1338 w 2350"/>
              <a:gd name="T3" fmla="*/ 1175 h 2350"/>
              <a:gd name="T4" fmla="*/ 883 w 2350"/>
              <a:gd name="T5" fmla="*/ 1671 h 2350"/>
              <a:gd name="T6" fmla="*/ 883 w 2350"/>
              <a:gd name="T7" fmla="*/ 1813 h 2350"/>
              <a:gd name="T8" fmla="*/ 1023 w 2350"/>
              <a:gd name="T9" fmla="*/ 1813 h 2350"/>
              <a:gd name="T10" fmla="*/ 1579 w 2350"/>
              <a:gd name="T11" fmla="*/ 1246 h 2350"/>
              <a:gd name="T12" fmla="*/ 1579 w 2350"/>
              <a:gd name="T13" fmla="*/ 1104 h 2350"/>
              <a:gd name="T14" fmla="*/ 1023 w 2350"/>
              <a:gd name="T15" fmla="*/ 537 h 2350"/>
              <a:gd name="T16" fmla="*/ 883 w 2350"/>
              <a:gd name="T17" fmla="*/ 537 h 2350"/>
              <a:gd name="T18" fmla="*/ 883 w 2350"/>
              <a:gd name="T19" fmla="*/ 679 h 2350"/>
              <a:gd name="T20" fmla="*/ 0 w 2350"/>
              <a:gd name="T21" fmla="*/ 1175 h 2350"/>
              <a:gd name="T22" fmla="*/ 1175 w 2350"/>
              <a:gd name="T23" fmla="*/ 2350 h 2350"/>
              <a:gd name="T24" fmla="*/ 2350 w 2350"/>
              <a:gd name="T25" fmla="*/ 1175 h 2350"/>
              <a:gd name="T26" fmla="*/ 1175 w 2350"/>
              <a:gd name="T27" fmla="*/ 0 h 2350"/>
              <a:gd name="T28" fmla="*/ 0 w 2350"/>
              <a:gd name="T29" fmla="*/ 1175 h 2350"/>
              <a:gd name="T30" fmla="*/ 2198 w 2350"/>
              <a:gd name="T31" fmla="*/ 1175 h 2350"/>
              <a:gd name="T32" fmla="*/ 1175 w 2350"/>
              <a:gd name="T33" fmla="*/ 2198 h 2350"/>
              <a:gd name="T34" fmla="*/ 152 w 2350"/>
              <a:gd name="T35" fmla="*/ 1175 h 2350"/>
              <a:gd name="T36" fmla="*/ 1175 w 2350"/>
              <a:gd name="T37" fmla="*/ 152 h 2350"/>
              <a:gd name="T38" fmla="*/ 2198 w 2350"/>
              <a:gd name="T39" fmla="*/ 1175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350" h="2350">
                <a:moveTo>
                  <a:pt x="883" y="679"/>
                </a:moveTo>
                <a:cubicBezTo>
                  <a:pt x="1338" y="1175"/>
                  <a:pt x="1338" y="1175"/>
                  <a:pt x="1338" y="1175"/>
                </a:cubicBezTo>
                <a:cubicBezTo>
                  <a:pt x="883" y="1671"/>
                  <a:pt x="883" y="1671"/>
                  <a:pt x="883" y="1671"/>
                </a:cubicBezTo>
                <a:cubicBezTo>
                  <a:pt x="844" y="1710"/>
                  <a:pt x="844" y="1774"/>
                  <a:pt x="883" y="1813"/>
                </a:cubicBezTo>
                <a:cubicBezTo>
                  <a:pt x="922" y="1852"/>
                  <a:pt x="985" y="1852"/>
                  <a:pt x="1023" y="1813"/>
                </a:cubicBezTo>
                <a:cubicBezTo>
                  <a:pt x="1579" y="1246"/>
                  <a:pt x="1579" y="1246"/>
                  <a:pt x="1579" y="1246"/>
                </a:cubicBezTo>
                <a:cubicBezTo>
                  <a:pt x="1618" y="1207"/>
                  <a:pt x="1618" y="1143"/>
                  <a:pt x="1579" y="1104"/>
                </a:cubicBezTo>
                <a:cubicBezTo>
                  <a:pt x="1023" y="537"/>
                  <a:pt x="1023" y="537"/>
                  <a:pt x="1023" y="537"/>
                </a:cubicBezTo>
                <a:cubicBezTo>
                  <a:pt x="985" y="498"/>
                  <a:pt x="922" y="498"/>
                  <a:pt x="883" y="537"/>
                </a:cubicBezTo>
                <a:cubicBezTo>
                  <a:pt x="844" y="576"/>
                  <a:pt x="844" y="640"/>
                  <a:pt x="883" y="679"/>
                </a:cubicBezTo>
                <a:close/>
                <a:moveTo>
                  <a:pt x="0" y="1175"/>
                </a:moveTo>
                <a:cubicBezTo>
                  <a:pt x="0" y="1824"/>
                  <a:pt x="526" y="2350"/>
                  <a:pt x="1175" y="2350"/>
                </a:cubicBezTo>
                <a:cubicBezTo>
                  <a:pt x="1824" y="2350"/>
                  <a:pt x="2350" y="1824"/>
                  <a:pt x="2350" y="1175"/>
                </a:cubicBezTo>
                <a:cubicBezTo>
                  <a:pt x="2350" y="526"/>
                  <a:pt x="1824" y="0"/>
                  <a:pt x="1175" y="0"/>
                </a:cubicBezTo>
                <a:cubicBezTo>
                  <a:pt x="526" y="0"/>
                  <a:pt x="0" y="526"/>
                  <a:pt x="0" y="1175"/>
                </a:cubicBezTo>
                <a:close/>
                <a:moveTo>
                  <a:pt x="2198" y="1175"/>
                </a:moveTo>
                <a:cubicBezTo>
                  <a:pt x="2198" y="1740"/>
                  <a:pt x="1740" y="2198"/>
                  <a:pt x="1175" y="2198"/>
                </a:cubicBezTo>
                <a:cubicBezTo>
                  <a:pt x="610" y="2198"/>
                  <a:pt x="152" y="1740"/>
                  <a:pt x="152" y="1175"/>
                </a:cubicBezTo>
                <a:cubicBezTo>
                  <a:pt x="152" y="610"/>
                  <a:pt x="610" y="152"/>
                  <a:pt x="1175" y="152"/>
                </a:cubicBezTo>
                <a:cubicBezTo>
                  <a:pt x="1740" y="152"/>
                  <a:pt x="2198" y="610"/>
                  <a:pt x="2198" y="1175"/>
                </a:cubicBezTo>
                <a:close/>
              </a:path>
            </a:pathLst>
          </a:custGeom>
          <a:solidFill>
            <a:schemeClr val="accent5"/>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8" name="Freeform 5">
            <a:hlinkClick r:id="" action="ppaction://hlinkshowjump?jump=previousslide"/>
          </p:cNvPr>
          <p:cNvSpPr>
            <a:spLocks noEditPoints="1"/>
          </p:cNvSpPr>
          <p:nvPr userDrawn="1"/>
        </p:nvSpPr>
        <p:spPr bwMode="auto">
          <a:xfrm>
            <a:off x="10992130" y="6284422"/>
            <a:ext cx="188345" cy="188345"/>
          </a:xfrm>
          <a:custGeom>
            <a:avLst/>
            <a:gdLst>
              <a:gd name="T0" fmla="*/ 1467 w 2350"/>
              <a:gd name="T1" fmla="*/ 1671 h 2350"/>
              <a:gd name="T2" fmla="*/ 1012 w 2350"/>
              <a:gd name="T3" fmla="*/ 1175 h 2350"/>
              <a:gd name="T4" fmla="*/ 1467 w 2350"/>
              <a:gd name="T5" fmla="*/ 679 h 2350"/>
              <a:gd name="T6" fmla="*/ 1467 w 2350"/>
              <a:gd name="T7" fmla="*/ 537 h 2350"/>
              <a:gd name="T8" fmla="*/ 1327 w 2350"/>
              <a:gd name="T9" fmla="*/ 537 h 2350"/>
              <a:gd name="T10" fmla="*/ 771 w 2350"/>
              <a:gd name="T11" fmla="*/ 1104 h 2350"/>
              <a:gd name="T12" fmla="*/ 771 w 2350"/>
              <a:gd name="T13" fmla="*/ 1246 h 2350"/>
              <a:gd name="T14" fmla="*/ 1327 w 2350"/>
              <a:gd name="T15" fmla="*/ 1813 h 2350"/>
              <a:gd name="T16" fmla="*/ 1467 w 2350"/>
              <a:gd name="T17" fmla="*/ 1813 h 2350"/>
              <a:gd name="T18" fmla="*/ 1467 w 2350"/>
              <a:gd name="T19" fmla="*/ 1671 h 2350"/>
              <a:gd name="T20" fmla="*/ 2350 w 2350"/>
              <a:gd name="T21" fmla="*/ 1175 h 2350"/>
              <a:gd name="T22" fmla="*/ 1175 w 2350"/>
              <a:gd name="T23" fmla="*/ 0 h 2350"/>
              <a:gd name="T24" fmla="*/ 0 w 2350"/>
              <a:gd name="T25" fmla="*/ 1175 h 2350"/>
              <a:gd name="T26" fmla="*/ 1175 w 2350"/>
              <a:gd name="T27" fmla="*/ 2350 h 2350"/>
              <a:gd name="T28" fmla="*/ 2350 w 2350"/>
              <a:gd name="T29" fmla="*/ 1175 h 2350"/>
              <a:gd name="T30" fmla="*/ 152 w 2350"/>
              <a:gd name="T31" fmla="*/ 1175 h 2350"/>
              <a:gd name="T32" fmla="*/ 1175 w 2350"/>
              <a:gd name="T33" fmla="*/ 152 h 2350"/>
              <a:gd name="T34" fmla="*/ 2198 w 2350"/>
              <a:gd name="T35" fmla="*/ 1175 h 2350"/>
              <a:gd name="T36" fmla="*/ 1175 w 2350"/>
              <a:gd name="T37" fmla="*/ 2198 h 2350"/>
              <a:gd name="T38" fmla="*/ 152 w 2350"/>
              <a:gd name="T39" fmla="*/ 1175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350" h="2350">
                <a:moveTo>
                  <a:pt x="1467" y="1671"/>
                </a:moveTo>
                <a:cubicBezTo>
                  <a:pt x="1012" y="1175"/>
                  <a:pt x="1012" y="1175"/>
                  <a:pt x="1012" y="1175"/>
                </a:cubicBezTo>
                <a:cubicBezTo>
                  <a:pt x="1467" y="679"/>
                  <a:pt x="1467" y="679"/>
                  <a:pt x="1467" y="679"/>
                </a:cubicBezTo>
                <a:cubicBezTo>
                  <a:pt x="1506" y="640"/>
                  <a:pt x="1506" y="576"/>
                  <a:pt x="1467" y="537"/>
                </a:cubicBezTo>
                <a:cubicBezTo>
                  <a:pt x="1428" y="498"/>
                  <a:pt x="1365" y="498"/>
                  <a:pt x="1327" y="537"/>
                </a:cubicBezTo>
                <a:cubicBezTo>
                  <a:pt x="771" y="1104"/>
                  <a:pt x="771" y="1104"/>
                  <a:pt x="771" y="1104"/>
                </a:cubicBezTo>
                <a:cubicBezTo>
                  <a:pt x="732" y="1143"/>
                  <a:pt x="732" y="1207"/>
                  <a:pt x="771" y="1246"/>
                </a:cubicBezTo>
                <a:cubicBezTo>
                  <a:pt x="1327" y="1813"/>
                  <a:pt x="1327" y="1813"/>
                  <a:pt x="1327" y="1813"/>
                </a:cubicBezTo>
                <a:cubicBezTo>
                  <a:pt x="1365" y="1852"/>
                  <a:pt x="1428" y="1852"/>
                  <a:pt x="1467" y="1813"/>
                </a:cubicBezTo>
                <a:cubicBezTo>
                  <a:pt x="1506" y="1774"/>
                  <a:pt x="1506" y="1710"/>
                  <a:pt x="1467" y="1671"/>
                </a:cubicBezTo>
                <a:close/>
                <a:moveTo>
                  <a:pt x="2350" y="1175"/>
                </a:moveTo>
                <a:cubicBezTo>
                  <a:pt x="2350" y="526"/>
                  <a:pt x="1824" y="0"/>
                  <a:pt x="1175" y="0"/>
                </a:cubicBezTo>
                <a:cubicBezTo>
                  <a:pt x="526" y="0"/>
                  <a:pt x="0" y="526"/>
                  <a:pt x="0" y="1175"/>
                </a:cubicBezTo>
                <a:cubicBezTo>
                  <a:pt x="0" y="1824"/>
                  <a:pt x="526" y="2350"/>
                  <a:pt x="1175" y="2350"/>
                </a:cubicBezTo>
                <a:cubicBezTo>
                  <a:pt x="1824" y="2350"/>
                  <a:pt x="2350" y="1824"/>
                  <a:pt x="2350" y="1175"/>
                </a:cubicBezTo>
                <a:close/>
                <a:moveTo>
                  <a:pt x="152" y="1175"/>
                </a:moveTo>
                <a:cubicBezTo>
                  <a:pt x="152" y="610"/>
                  <a:pt x="610" y="152"/>
                  <a:pt x="1175" y="152"/>
                </a:cubicBezTo>
                <a:cubicBezTo>
                  <a:pt x="1740" y="152"/>
                  <a:pt x="2198" y="610"/>
                  <a:pt x="2198" y="1175"/>
                </a:cubicBezTo>
                <a:cubicBezTo>
                  <a:pt x="2198" y="1740"/>
                  <a:pt x="1740" y="2198"/>
                  <a:pt x="1175" y="2198"/>
                </a:cubicBezTo>
                <a:cubicBezTo>
                  <a:pt x="610" y="2198"/>
                  <a:pt x="152" y="1740"/>
                  <a:pt x="152" y="1175"/>
                </a:cubicBezTo>
                <a:close/>
              </a:path>
            </a:pathLst>
          </a:custGeom>
          <a:solidFill>
            <a:schemeClr val="accent5"/>
          </a:solidFill>
          <a:ln>
            <a:noFill/>
          </a:ln>
        </p:spPr>
        <p:txBody>
          <a:bodyPr vert="horz" wrap="square" lIns="121920" tIns="60960" rIns="121920" bIns="60960" numCol="1" anchor="t" anchorCtr="0" compatLnSpc="1">
            <a:prstTxWarp prst="textNoShape">
              <a:avLst/>
            </a:prstTxWarp>
          </a:bodyPr>
          <a:lstStyle/>
          <a:p>
            <a:endParaRPr lang="en-US" sz="2400"/>
          </a:p>
        </p:txBody>
      </p:sp>
    </p:spTree>
    <p:extLst>
      <p:ext uri="{BB962C8B-B14F-4D97-AF65-F5344CB8AC3E}">
        <p14:creationId xmlns:p14="http://schemas.microsoft.com/office/powerpoint/2010/main" val="2515491144"/>
      </p:ext>
    </p:extLst>
  </p:cSld>
  <p:clrMapOvr>
    <a:masterClrMapping/>
  </p:clrMapOvr>
  <mc:AlternateContent xmlns:mc="http://schemas.openxmlformats.org/markup-compatibility/2006" xmlns:p14="http://schemas.microsoft.com/office/powerpoint/2010/main">
    <mc:Choice Requires="p14">
      <p:transition spd="slow" p14:dur="3500">
        <p14:window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0">
                                            <p:txEl>
                                              <p:pRg st="0" end="0"/>
                                            </p:txEl>
                                          </p:spTgt>
                                        </p:tgtEl>
                                        <p:attrNameLst>
                                          <p:attrName>style.visibility</p:attrName>
                                        </p:attrNameLst>
                                      </p:cBhvr>
                                      <p:to>
                                        <p:strVal val="visible"/>
                                      </p:to>
                                    </p:set>
                                    <p:animEffect transition="in" filter="fade">
                                      <p:cBhvr>
                                        <p:cTn id="11" dur="500"/>
                                        <p:tgtEl>
                                          <p:spTgt spid="10">
                                            <p:txEl>
                                              <p:pRg st="0" end="0"/>
                                            </p:tx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Effect transition="in" filter="fade">
                                      <p:cBhvr>
                                        <p:cTn id="15"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tmplLst>
          <p:tmpl lvl="1">
            <p:tnLst>
              <p:par>
                <p:cTn presetID="10" presetClass="entr" presetSubtype="0" fill="hold" nodeType="after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fade">
                      <p:cBhvr>
                        <p:cTn dur="500"/>
                        <p:tgtEl>
                          <p:spTgt spid="10"/>
                        </p:tgtEl>
                      </p:cBhvr>
                    </p:animEffect>
                  </p:childTnLst>
                </p:cTn>
              </p:par>
            </p:tnLst>
          </p:tmpl>
        </p:tmplLst>
      </p:bldP>
      <p:bldP spid="3" grpId="0" build="p">
        <p:tmplLst>
          <p:tmpl lvl="1">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extLst>
    <p:ext uri="{DCECCB84-F9BA-43D5-87BE-67443E8EF086}">
      <p15:sldGuideLst xmlns:p15="http://schemas.microsoft.com/office/powerpoint/2012/main">
        <p15:guide id="1" orient="horz" pos="2700">
          <p15:clr>
            <a:srgbClr val="FBAE40"/>
          </p15:clr>
        </p15:guide>
        <p15:guide id="2" pos="5384">
          <p15:clr>
            <a:srgbClr val="FBAE40"/>
          </p15:clr>
        </p15:guide>
        <p15:guide id="3" pos="374">
          <p15:clr>
            <a:srgbClr val="FBAE40"/>
          </p15:clr>
        </p15:guide>
        <p15:guide id="4" orient="horz" pos="306">
          <p15:clr>
            <a:srgbClr val="FBAE40"/>
          </p15:clr>
        </p15:guide>
        <p15:guide id="5" orient="horz" pos="972">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Meet Our Team Page">
    <p:spTree>
      <p:nvGrpSpPr>
        <p:cNvPr id="1" name=""/>
        <p:cNvGrpSpPr/>
        <p:nvPr/>
      </p:nvGrpSpPr>
      <p:grpSpPr>
        <a:xfrm>
          <a:off x="0" y="0"/>
          <a:ext cx="0" cy="0"/>
          <a:chOff x="0" y="0"/>
          <a:chExt cx="0" cy="0"/>
        </a:xfrm>
      </p:grpSpPr>
      <p:sp>
        <p:nvSpPr>
          <p:cNvPr id="16" name="Picture Placeholder 9"/>
          <p:cNvSpPr>
            <a:spLocks noGrp="1"/>
          </p:cNvSpPr>
          <p:nvPr>
            <p:ph type="pic" sz="quarter" idx="11"/>
          </p:nvPr>
        </p:nvSpPr>
        <p:spPr>
          <a:xfrm>
            <a:off x="1114893" y="1988357"/>
            <a:ext cx="1193803" cy="1193803"/>
          </a:xfrm>
          <a:prstGeom prst="ellipse">
            <a:avLst/>
          </a:prstGeom>
          <a:ln w="12700">
            <a:solidFill>
              <a:schemeClr val="bg1"/>
            </a:solidFill>
          </a:ln>
        </p:spPr>
        <p:txBody>
          <a:bodyPr anchor="ctr" anchorCtr="0"/>
          <a:lstStyle>
            <a:lvl1pPr marL="0" indent="0" algn="ctr">
              <a:buFontTx/>
              <a:buNone/>
              <a:defRPr sz="1067">
                <a:solidFill>
                  <a:schemeClr val="accent5"/>
                </a:solidFill>
                <a:latin typeface="Lato" panose="020F0502020204030203" pitchFamily="34" charset="0"/>
              </a:defRPr>
            </a:lvl1pPr>
          </a:lstStyle>
          <a:p>
            <a:endParaRPr lang="en-US"/>
          </a:p>
        </p:txBody>
      </p:sp>
      <p:sp>
        <p:nvSpPr>
          <p:cNvPr id="17" name="Picture Placeholder 9"/>
          <p:cNvSpPr>
            <a:spLocks noGrp="1"/>
          </p:cNvSpPr>
          <p:nvPr>
            <p:ph type="pic" sz="quarter" idx="12"/>
          </p:nvPr>
        </p:nvSpPr>
        <p:spPr>
          <a:xfrm>
            <a:off x="3306707" y="1988357"/>
            <a:ext cx="1193803" cy="1193803"/>
          </a:xfrm>
          <a:prstGeom prst="ellipse">
            <a:avLst/>
          </a:prstGeom>
          <a:ln w="12700">
            <a:solidFill>
              <a:schemeClr val="bg1"/>
            </a:solidFill>
          </a:ln>
        </p:spPr>
        <p:txBody>
          <a:bodyPr anchor="ctr" anchorCtr="0"/>
          <a:lstStyle>
            <a:lvl1pPr marL="0" indent="0" algn="ctr">
              <a:buFontTx/>
              <a:buNone/>
              <a:defRPr sz="1067">
                <a:solidFill>
                  <a:schemeClr val="accent5"/>
                </a:solidFill>
                <a:latin typeface="Lato" panose="020F0502020204030203" pitchFamily="34" charset="0"/>
              </a:defRPr>
            </a:lvl1pPr>
          </a:lstStyle>
          <a:p>
            <a:endParaRPr lang="en-US"/>
          </a:p>
        </p:txBody>
      </p:sp>
      <p:sp>
        <p:nvSpPr>
          <p:cNvPr id="18" name="Picture Placeholder 9"/>
          <p:cNvSpPr>
            <a:spLocks noGrp="1"/>
          </p:cNvSpPr>
          <p:nvPr>
            <p:ph type="pic" sz="quarter" idx="13"/>
          </p:nvPr>
        </p:nvSpPr>
        <p:spPr>
          <a:xfrm>
            <a:off x="5498520" y="1988357"/>
            <a:ext cx="1193803" cy="1193803"/>
          </a:xfrm>
          <a:prstGeom prst="ellipse">
            <a:avLst/>
          </a:prstGeom>
          <a:ln w="12700">
            <a:solidFill>
              <a:schemeClr val="bg1"/>
            </a:solidFill>
          </a:ln>
        </p:spPr>
        <p:txBody>
          <a:bodyPr anchor="ctr" anchorCtr="0"/>
          <a:lstStyle>
            <a:lvl1pPr marL="0" indent="0" algn="ctr">
              <a:buFontTx/>
              <a:buNone/>
              <a:defRPr sz="1067">
                <a:solidFill>
                  <a:schemeClr val="accent5"/>
                </a:solidFill>
                <a:latin typeface="Lato" panose="020F0502020204030203" pitchFamily="34" charset="0"/>
              </a:defRPr>
            </a:lvl1pPr>
          </a:lstStyle>
          <a:p>
            <a:endParaRPr lang="en-US"/>
          </a:p>
        </p:txBody>
      </p:sp>
      <p:sp>
        <p:nvSpPr>
          <p:cNvPr id="19" name="Picture Placeholder 9"/>
          <p:cNvSpPr>
            <a:spLocks noGrp="1"/>
          </p:cNvSpPr>
          <p:nvPr>
            <p:ph type="pic" sz="quarter" idx="14"/>
          </p:nvPr>
        </p:nvSpPr>
        <p:spPr>
          <a:xfrm>
            <a:off x="7690333" y="1988357"/>
            <a:ext cx="1193803" cy="1193803"/>
          </a:xfrm>
          <a:prstGeom prst="ellipse">
            <a:avLst/>
          </a:prstGeom>
          <a:ln w="12700">
            <a:solidFill>
              <a:schemeClr val="bg1"/>
            </a:solidFill>
          </a:ln>
        </p:spPr>
        <p:txBody>
          <a:bodyPr anchor="ctr" anchorCtr="0"/>
          <a:lstStyle>
            <a:lvl1pPr marL="0" indent="0" algn="ctr">
              <a:buFontTx/>
              <a:buNone/>
              <a:defRPr sz="1067">
                <a:solidFill>
                  <a:schemeClr val="accent5"/>
                </a:solidFill>
                <a:latin typeface="Lato" panose="020F0502020204030203" pitchFamily="34" charset="0"/>
              </a:defRPr>
            </a:lvl1pPr>
          </a:lstStyle>
          <a:p>
            <a:endParaRPr lang="en-US"/>
          </a:p>
        </p:txBody>
      </p:sp>
      <p:sp>
        <p:nvSpPr>
          <p:cNvPr id="20" name="Picture Placeholder 9"/>
          <p:cNvSpPr>
            <a:spLocks noGrp="1"/>
          </p:cNvSpPr>
          <p:nvPr>
            <p:ph type="pic" sz="quarter" idx="15"/>
          </p:nvPr>
        </p:nvSpPr>
        <p:spPr>
          <a:xfrm>
            <a:off x="9882148" y="1988357"/>
            <a:ext cx="1193803" cy="1193803"/>
          </a:xfrm>
          <a:prstGeom prst="ellipse">
            <a:avLst/>
          </a:prstGeom>
          <a:ln w="12700">
            <a:solidFill>
              <a:schemeClr val="bg1"/>
            </a:solidFill>
          </a:ln>
        </p:spPr>
        <p:txBody>
          <a:bodyPr anchor="ctr" anchorCtr="0"/>
          <a:lstStyle>
            <a:lvl1pPr marL="0" indent="0" algn="ctr">
              <a:buFontTx/>
              <a:buNone/>
              <a:defRPr sz="1067">
                <a:solidFill>
                  <a:schemeClr val="accent5"/>
                </a:solidFill>
                <a:latin typeface="Lato" panose="020F0502020204030203" pitchFamily="34" charset="0"/>
              </a:defRPr>
            </a:lvl1pPr>
          </a:lstStyle>
          <a:p>
            <a:endParaRPr lang="en-US"/>
          </a:p>
        </p:txBody>
      </p:sp>
      <p:sp>
        <p:nvSpPr>
          <p:cNvPr id="21" name="Picture Placeholder 9"/>
          <p:cNvSpPr>
            <a:spLocks noGrp="1"/>
          </p:cNvSpPr>
          <p:nvPr>
            <p:ph type="pic" sz="quarter" idx="16"/>
          </p:nvPr>
        </p:nvSpPr>
        <p:spPr>
          <a:xfrm>
            <a:off x="1114893" y="3987361"/>
            <a:ext cx="1193803" cy="1193803"/>
          </a:xfrm>
          <a:prstGeom prst="ellipse">
            <a:avLst/>
          </a:prstGeom>
          <a:ln w="12700">
            <a:solidFill>
              <a:schemeClr val="bg1"/>
            </a:solidFill>
          </a:ln>
        </p:spPr>
        <p:txBody>
          <a:bodyPr anchor="ctr" anchorCtr="0"/>
          <a:lstStyle>
            <a:lvl1pPr marL="0" indent="0" algn="ctr">
              <a:buFontTx/>
              <a:buNone/>
              <a:defRPr sz="1067">
                <a:solidFill>
                  <a:schemeClr val="accent5"/>
                </a:solidFill>
                <a:latin typeface="Lato" panose="020F0502020204030203" pitchFamily="34" charset="0"/>
              </a:defRPr>
            </a:lvl1pPr>
          </a:lstStyle>
          <a:p>
            <a:endParaRPr lang="en-US" dirty="0"/>
          </a:p>
        </p:txBody>
      </p:sp>
      <p:sp>
        <p:nvSpPr>
          <p:cNvPr id="22" name="Picture Placeholder 9"/>
          <p:cNvSpPr>
            <a:spLocks noGrp="1"/>
          </p:cNvSpPr>
          <p:nvPr>
            <p:ph type="pic" sz="quarter" idx="17"/>
          </p:nvPr>
        </p:nvSpPr>
        <p:spPr>
          <a:xfrm>
            <a:off x="3306707" y="3987361"/>
            <a:ext cx="1193803" cy="1193803"/>
          </a:xfrm>
          <a:prstGeom prst="ellipse">
            <a:avLst/>
          </a:prstGeom>
          <a:ln w="12700">
            <a:solidFill>
              <a:schemeClr val="bg1"/>
            </a:solidFill>
          </a:ln>
        </p:spPr>
        <p:txBody>
          <a:bodyPr anchor="ctr" anchorCtr="0"/>
          <a:lstStyle>
            <a:lvl1pPr marL="0" indent="0" algn="ctr">
              <a:buFontTx/>
              <a:buNone/>
              <a:defRPr sz="1067">
                <a:solidFill>
                  <a:schemeClr val="accent5"/>
                </a:solidFill>
                <a:latin typeface="Lato" panose="020F0502020204030203" pitchFamily="34" charset="0"/>
              </a:defRPr>
            </a:lvl1pPr>
          </a:lstStyle>
          <a:p>
            <a:endParaRPr lang="en-US"/>
          </a:p>
        </p:txBody>
      </p:sp>
      <p:sp>
        <p:nvSpPr>
          <p:cNvPr id="23" name="Picture Placeholder 9"/>
          <p:cNvSpPr>
            <a:spLocks noGrp="1"/>
          </p:cNvSpPr>
          <p:nvPr>
            <p:ph type="pic" sz="quarter" idx="18"/>
          </p:nvPr>
        </p:nvSpPr>
        <p:spPr>
          <a:xfrm>
            <a:off x="5498520" y="3987361"/>
            <a:ext cx="1193803" cy="1193803"/>
          </a:xfrm>
          <a:prstGeom prst="ellipse">
            <a:avLst/>
          </a:prstGeom>
          <a:ln w="12700">
            <a:solidFill>
              <a:schemeClr val="bg1"/>
            </a:solidFill>
          </a:ln>
        </p:spPr>
        <p:txBody>
          <a:bodyPr anchor="ctr" anchorCtr="0"/>
          <a:lstStyle>
            <a:lvl1pPr marL="0" indent="0" algn="ctr">
              <a:buFontTx/>
              <a:buNone/>
              <a:defRPr sz="1067">
                <a:solidFill>
                  <a:schemeClr val="accent5"/>
                </a:solidFill>
                <a:latin typeface="Lato" panose="020F0502020204030203" pitchFamily="34" charset="0"/>
              </a:defRPr>
            </a:lvl1pPr>
          </a:lstStyle>
          <a:p>
            <a:endParaRPr lang="en-US"/>
          </a:p>
        </p:txBody>
      </p:sp>
      <p:sp>
        <p:nvSpPr>
          <p:cNvPr id="24" name="Picture Placeholder 9"/>
          <p:cNvSpPr>
            <a:spLocks noGrp="1"/>
          </p:cNvSpPr>
          <p:nvPr>
            <p:ph type="pic" sz="quarter" idx="19"/>
          </p:nvPr>
        </p:nvSpPr>
        <p:spPr>
          <a:xfrm>
            <a:off x="7690333" y="3987361"/>
            <a:ext cx="1193803" cy="1193803"/>
          </a:xfrm>
          <a:prstGeom prst="ellipse">
            <a:avLst/>
          </a:prstGeom>
          <a:ln w="12700">
            <a:solidFill>
              <a:schemeClr val="bg1"/>
            </a:solidFill>
          </a:ln>
        </p:spPr>
        <p:txBody>
          <a:bodyPr anchor="ctr" anchorCtr="0"/>
          <a:lstStyle>
            <a:lvl1pPr marL="0" indent="0" algn="ctr">
              <a:buFontTx/>
              <a:buNone/>
              <a:defRPr sz="1067">
                <a:solidFill>
                  <a:schemeClr val="accent5"/>
                </a:solidFill>
                <a:latin typeface="Lato" panose="020F0502020204030203" pitchFamily="34" charset="0"/>
              </a:defRPr>
            </a:lvl1pPr>
          </a:lstStyle>
          <a:p>
            <a:endParaRPr lang="en-US"/>
          </a:p>
        </p:txBody>
      </p:sp>
      <p:sp>
        <p:nvSpPr>
          <p:cNvPr id="25" name="Picture Placeholder 9"/>
          <p:cNvSpPr>
            <a:spLocks noGrp="1"/>
          </p:cNvSpPr>
          <p:nvPr>
            <p:ph type="pic" sz="quarter" idx="20"/>
          </p:nvPr>
        </p:nvSpPr>
        <p:spPr>
          <a:xfrm>
            <a:off x="9882148" y="3987361"/>
            <a:ext cx="1193803" cy="1193803"/>
          </a:xfrm>
          <a:prstGeom prst="ellipse">
            <a:avLst/>
          </a:prstGeom>
          <a:ln w="12700">
            <a:solidFill>
              <a:schemeClr val="bg1"/>
            </a:solidFill>
          </a:ln>
        </p:spPr>
        <p:txBody>
          <a:bodyPr anchor="ctr" anchorCtr="0"/>
          <a:lstStyle>
            <a:lvl1pPr marL="0" indent="0" algn="ctr">
              <a:buFontTx/>
              <a:buNone/>
              <a:defRPr sz="1067">
                <a:solidFill>
                  <a:schemeClr val="accent5"/>
                </a:solidFill>
                <a:latin typeface="Lato" panose="020F0502020204030203" pitchFamily="34" charset="0"/>
              </a:defRPr>
            </a:lvl1pPr>
          </a:lstStyle>
          <a:p>
            <a:endParaRPr lang="en-US"/>
          </a:p>
        </p:txBody>
      </p:sp>
      <p:sp>
        <p:nvSpPr>
          <p:cNvPr id="28" name="TextBox 27"/>
          <p:cNvSpPr txBox="1"/>
          <p:nvPr userDrawn="1"/>
        </p:nvSpPr>
        <p:spPr>
          <a:xfrm>
            <a:off x="10585897" y="6297122"/>
            <a:ext cx="275991" cy="164212"/>
          </a:xfrm>
          <a:prstGeom prst="rect">
            <a:avLst/>
          </a:prstGeom>
          <a:noFill/>
        </p:spPr>
        <p:txBody>
          <a:bodyPr wrap="square" lIns="0" tIns="0" rIns="0" bIns="0" rtlCol="0">
            <a:spAutoFit/>
          </a:bodyPr>
          <a:lstStyle/>
          <a:p>
            <a:pPr algn="r"/>
            <a:fld id="{27692F5A-FC14-4E83-B4CC-18F6C2D780A4}" type="slidenum">
              <a:rPr lang="en-US" sz="1067" b="0" spc="40" baseline="0" smtClean="0">
                <a:solidFill>
                  <a:schemeClr val="accent4"/>
                </a:solidFill>
                <a:latin typeface="Lato" panose="020F0502020204030203" pitchFamily="34" charset="0"/>
              </a:rPr>
              <a:pPr algn="r"/>
              <a:t>‹#›</a:t>
            </a:fld>
            <a:endParaRPr lang="en-US" sz="1067" b="0" spc="40" baseline="0" dirty="0">
              <a:solidFill>
                <a:schemeClr val="accent4"/>
              </a:solidFill>
              <a:latin typeface="Lato" panose="020F0502020204030203" pitchFamily="34" charset="0"/>
            </a:endParaRPr>
          </a:p>
        </p:txBody>
      </p:sp>
      <p:sp>
        <p:nvSpPr>
          <p:cNvPr id="32" name="Text Placeholder 9"/>
          <p:cNvSpPr>
            <a:spLocks noGrp="1"/>
          </p:cNvSpPr>
          <p:nvPr>
            <p:ph type="body" sz="quarter" idx="10"/>
          </p:nvPr>
        </p:nvSpPr>
        <p:spPr>
          <a:xfrm>
            <a:off x="778936" y="767788"/>
            <a:ext cx="10604499" cy="511013"/>
          </a:xfrm>
          <a:prstGeom prst="rect">
            <a:avLst/>
          </a:prstGeom>
        </p:spPr>
        <p:txBody>
          <a:bodyPr lIns="0" tIns="0" rIns="0" bIns="0"/>
          <a:lstStyle>
            <a:lvl1pPr marL="0" indent="0" algn="l">
              <a:lnSpc>
                <a:spcPct val="100000"/>
              </a:lnSpc>
              <a:spcBef>
                <a:spcPts val="0"/>
              </a:spcBef>
              <a:buNone/>
              <a:defRPr sz="2933" b="0" cap="all" spc="67" baseline="0">
                <a:solidFill>
                  <a:schemeClr val="accent1"/>
                </a:solidFill>
                <a:latin typeface="Lato Black" panose="020F0A02020204030203" pitchFamily="34" charset="0"/>
                <a:ea typeface="Roboto" panose="02000000000000000000" pitchFamily="2" charset="0"/>
                <a:cs typeface="Open Sans" panose="020B0606030504020204" pitchFamily="34" charset="0"/>
              </a:defRPr>
            </a:lvl1pPr>
          </a:lstStyle>
          <a:p>
            <a:pPr lvl="0"/>
            <a:r>
              <a:rPr lang="en-US" dirty="0"/>
              <a:t>Click to edit Master text styles</a:t>
            </a:r>
          </a:p>
        </p:txBody>
      </p:sp>
      <p:sp>
        <p:nvSpPr>
          <p:cNvPr id="33" name="Text Placeholder 9"/>
          <p:cNvSpPr>
            <a:spLocks noGrp="1"/>
          </p:cNvSpPr>
          <p:nvPr>
            <p:ph type="body" sz="quarter" idx="21"/>
          </p:nvPr>
        </p:nvSpPr>
        <p:spPr>
          <a:xfrm>
            <a:off x="791633" y="1278801"/>
            <a:ext cx="10604499" cy="188459"/>
          </a:xfrm>
          <a:prstGeom prst="rect">
            <a:avLst/>
          </a:prstGeom>
        </p:spPr>
        <p:txBody>
          <a:bodyPr lIns="0" tIns="0" rIns="0" bIns="0"/>
          <a:lstStyle>
            <a:lvl1pPr marL="0" indent="0" algn="l">
              <a:lnSpc>
                <a:spcPts val="1600"/>
              </a:lnSpc>
              <a:spcBef>
                <a:spcPts val="0"/>
              </a:spcBef>
              <a:buNone/>
              <a:defRPr sz="1200" b="0" cap="none" spc="0" baseline="0">
                <a:solidFill>
                  <a:schemeClr val="accent4"/>
                </a:solidFill>
                <a:latin typeface="Lato" panose="020F0502020204030203" pitchFamily="34" charset="0"/>
                <a:ea typeface="Roboto" panose="02000000000000000000" pitchFamily="2" charset="0"/>
                <a:cs typeface="Open Sans" panose="020B0606030504020204" pitchFamily="34" charset="0"/>
              </a:defRPr>
            </a:lvl1pPr>
          </a:lstStyle>
          <a:p>
            <a:pPr lvl="0"/>
            <a:r>
              <a:rPr lang="en-US" dirty="0"/>
              <a:t>Click to edit Master text styles</a:t>
            </a:r>
          </a:p>
        </p:txBody>
      </p:sp>
      <p:cxnSp>
        <p:nvCxnSpPr>
          <p:cNvPr id="34" name="Straight Connector 33"/>
          <p:cNvCxnSpPr/>
          <p:nvPr userDrawn="1"/>
        </p:nvCxnSpPr>
        <p:spPr>
          <a:xfrm>
            <a:off x="791633" y="656089"/>
            <a:ext cx="121920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35" name="Freeform 5">
            <a:hlinkClick r:id="" action="ppaction://hlinkshowjump?jump=nextslide"/>
          </p:cNvPr>
          <p:cNvSpPr>
            <a:spLocks noEditPoints="1"/>
          </p:cNvSpPr>
          <p:nvPr userDrawn="1"/>
        </p:nvSpPr>
        <p:spPr bwMode="auto">
          <a:xfrm>
            <a:off x="11209905" y="6284422"/>
            <a:ext cx="188345" cy="188345"/>
          </a:xfrm>
          <a:custGeom>
            <a:avLst/>
            <a:gdLst>
              <a:gd name="T0" fmla="*/ 883 w 2350"/>
              <a:gd name="T1" fmla="*/ 679 h 2350"/>
              <a:gd name="T2" fmla="*/ 1338 w 2350"/>
              <a:gd name="T3" fmla="*/ 1175 h 2350"/>
              <a:gd name="T4" fmla="*/ 883 w 2350"/>
              <a:gd name="T5" fmla="*/ 1671 h 2350"/>
              <a:gd name="T6" fmla="*/ 883 w 2350"/>
              <a:gd name="T7" fmla="*/ 1813 h 2350"/>
              <a:gd name="T8" fmla="*/ 1023 w 2350"/>
              <a:gd name="T9" fmla="*/ 1813 h 2350"/>
              <a:gd name="T10" fmla="*/ 1579 w 2350"/>
              <a:gd name="T11" fmla="*/ 1246 h 2350"/>
              <a:gd name="T12" fmla="*/ 1579 w 2350"/>
              <a:gd name="T13" fmla="*/ 1104 h 2350"/>
              <a:gd name="T14" fmla="*/ 1023 w 2350"/>
              <a:gd name="T15" fmla="*/ 537 h 2350"/>
              <a:gd name="T16" fmla="*/ 883 w 2350"/>
              <a:gd name="T17" fmla="*/ 537 h 2350"/>
              <a:gd name="T18" fmla="*/ 883 w 2350"/>
              <a:gd name="T19" fmla="*/ 679 h 2350"/>
              <a:gd name="T20" fmla="*/ 0 w 2350"/>
              <a:gd name="T21" fmla="*/ 1175 h 2350"/>
              <a:gd name="T22" fmla="*/ 1175 w 2350"/>
              <a:gd name="T23" fmla="*/ 2350 h 2350"/>
              <a:gd name="T24" fmla="*/ 2350 w 2350"/>
              <a:gd name="T25" fmla="*/ 1175 h 2350"/>
              <a:gd name="T26" fmla="*/ 1175 w 2350"/>
              <a:gd name="T27" fmla="*/ 0 h 2350"/>
              <a:gd name="T28" fmla="*/ 0 w 2350"/>
              <a:gd name="T29" fmla="*/ 1175 h 2350"/>
              <a:gd name="T30" fmla="*/ 2198 w 2350"/>
              <a:gd name="T31" fmla="*/ 1175 h 2350"/>
              <a:gd name="T32" fmla="*/ 1175 w 2350"/>
              <a:gd name="T33" fmla="*/ 2198 h 2350"/>
              <a:gd name="T34" fmla="*/ 152 w 2350"/>
              <a:gd name="T35" fmla="*/ 1175 h 2350"/>
              <a:gd name="T36" fmla="*/ 1175 w 2350"/>
              <a:gd name="T37" fmla="*/ 152 h 2350"/>
              <a:gd name="T38" fmla="*/ 2198 w 2350"/>
              <a:gd name="T39" fmla="*/ 1175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350" h="2350">
                <a:moveTo>
                  <a:pt x="883" y="679"/>
                </a:moveTo>
                <a:cubicBezTo>
                  <a:pt x="1338" y="1175"/>
                  <a:pt x="1338" y="1175"/>
                  <a:pt x="1338" y="1175"/>
                </a:cubicBezTo>
                <a:cubicBezTo>
                  <a:pt x="883" y="1671"/>
                  <a:pt x="883" y="1671"/>
                  <a:pt x="883" y="1671"/>
                </a:cubicBezTo>
                <a:cubicBezTo>
                  <a:pt x="844" y="1710"/>
                  <a:pt x="844" y="1774"/>
                  <a:pt x="883" y="1813"/>
                </a:cubicBezTo>
                <a:cubicBezTo>
                  <a:pt x="922" y="1852"/>
                  <a:pt x="985" y="1852"/>
                  <a:pt x="1023" y="1813"/>
                </a:cubicBezTo>
                <a:cubicBezTo>
                  <a:pt x="1579" y="1246"/>
                  <a:pt x="1579" y="1246"/>
                  <a:pt x="1579" y="1246"/>
                </a:cubicBezTo>
                <a:cubicBezTo>
                  <a:pt x="1618" y="1207"/>
                  <a:pt x="1618" y="1143"/>
                  <a:pt x="1579" y="1104"/>
                </a:cubicBezTo>
                <a:cubicBezTo>
                  <a:pt x="1023" y="537"/>
                  <a:pt x="1023" y="537"/>
                  <a:pt x="1023" y="537"/>
                </a:cubicBezTo>
                <a:cubicBezTo>
                  <a:pt x="985" y="498"/>
                  <a:pt x="922" y="498"/>
                  <a:pt x="883" y="537"/>
                </a:cubicBezTo>
                <a:cubicBezTo>
                  <a:pt x="844" y="576"/>
                  <a:pt x="844" y="640"/>
                  <a:pt x="883" y="679"/>
                </a:cubicBezTo>
                <a:close/>
                <a:moveTo>
                  <a:pt x="0" y="1175"/>
                </a:moveTo>
                <a:cubicBezTo>
                  <a:pt x="0" y="1824"/>
                  <a:pt x="526" y="2350"/>
                  <a:pt x="1175" y="2350"/>
                </a:cubicBezTo>
                <a:cubicBezTo>
                  <a:pt x="1824" y="2350"/>
                  <a:pt x="2350" y="1824"/>
                  <a:pt x="2350" y="1175"/>
                </a:cubicBezTo>
                <a:cubicBezTo>
                  <a:pt x="2350" y="526"/>
                  <a:pt x="1824" y="0"/>
                  <a:pt x="1175" y="0"/>
                </a:cubicBezTo>
                <a:cubicBezTo>
                  <a:pt x="526" y="0"/>
                  <a:pt x="0" y="526"/>
                  <a:pt x="0" y="1175"/>
                </a:cubicBezTo>
                <a:close/>
                <a:moveTo>
                  <a:pt x="2198" y="1175"/>
                </a:moveTo>
                <a:cubicBezTo>
                  <a:pt x="2198" y="1740"/>
                  <a:pt x="1740" y="2198"/>
                  <a:pt x="1175" y="2198"/>
                </a:cubicBezTo>
                <a:cubicBezTo>
                  <a:pt x="610" y="2198"/>
                  <a:pt x="152" y="1740"/>
                  <a:pt x="152" y="1175"/>
                </a:cubicBezTo>
                <a:cubicBezTo>
                  <a:pt x="152" y="610"/>
                  <a:pt x="610" y="152"/>
                  <a:pt x="1175" y="152"/>
                </a:cubicBezTo>
                <a:cubicBezTo>
                  <a:pt x="1740" y="152"/>
                  <a:pt x="2198" y="610"/>
                  <a:pt x="2198" y="1175"/>
                </a:cubicBezTo>
                <a:close/>
              </a:path>
            </a:pathLst>
          </a:custGeom>
          <a:solidFill>
            <a:schemeClr val="accent5"/>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36" name="Freeform 5">
            <a:hlinkClick r:id="" action="ppaction://hlinkshowjump?jump=previousslide"/>
          </p:cNvPr>
          <p:cNvSpPr>
            <a:spLocks noEditPoints="1"/>
          </p:cNvSpPr>
          <p:nvPr userDrawn="1"/>
        </p:nvSpPr>
        <p:spPr bwMode="auto">
          <a:xfrm>
            <a:off x="10992130" y="6284422"/>
            <a:ext cx="188345" cy="188345"/>
          </a:xfrm>
          <a:custGeom>
            <a:avLst/>
            <a:gdLst>
              <a:gd name="T0" fmla="*/ 1467 w 2350"/>
              <a:gd name="T1" fmla="*/ 1671 h 2350"/>
              <a:gd name="T2" fmla="*/ 1012 w 2350"/>
              <a:gd name="T3" fmla="*/ 1175 h 2350"/>
              <a:gd name="T4" fmla="*/ 1467 w 2350"/>
              <a:gd name="T5" fmla="*/ 679 h 2350"/>
              <a:gd name="T6" fmla="*/ 1467 w 2350"/>
              <a:gd name="T7" fmla="*/ 537 h 2350"/>
              <a:gd name="T8" fmla="*/ 1327 w 2350"/>
              <a:gd name="T9" fmla="*/ 537 h 2350"/>
              <a:gd name="T10" fmla="*/ 771 w 2350"/>
              <a:gd name="T11" fmla="*/ 1104 h 2350"/>
              <a:gd name="T12" fmla="*/ 771 w 2350"/>
              <a:gd name="T13" fmla="*/ 1246 h 2350"/>
              <a:gd name="T14" fmla="*/ 1327 w 2350"/>
              <a:gd name="T15" fmla="*/ 1813 h 2350"/>
              <a:gd name="T16" fmla="*/ 1467 w 2350"/>
              <a:gd name="T17" fmla="*/ 1813 h 2350"/>
              <a:gd name="T18" fmla="*/ 1467 w 2350"/>
              <a:gd name="T19" fmla="*/ 1671 h 2350"/>
              <a:gd name="T20" fmla="*/ 2350 w 2350"/>
              <a:gd name="T21" fmla="*/ 1175 h 2350"/>
              <a:gd name="T22" fmla="*/ 1175 w 2350"/>
              <a:gd name="T23" fmla="*/ 0 h 2350"/>
              <a:gd name="T24" fmla="*/ 0 w 2350"/>
              <a:gd name="T25" fmla="*/ 1175 h 2350"/>
              <a:gd name="T26" fmla="*/ 1175 w 2350"/>
              <a:gd name="T27" fmla="*/ 2350 h 2350"/>
              <a:gd name="T28" fmla="*/ 2350 w 2350"/>
              <a:gd name="T29" fmla="*/ 1175 h 2350"/>
              <a:gd name="T30" fmla="*/ 152 w 2350"/>
              <a:gd name="T31" fmla="*/ 1175 h 2350"/>
              <a:gd name="T32" fmla="*/ 1175 w 2350"/>
              <a:gd name="T33" fmla="*/ 152 h 2350"/>
              <a:gd name="T34" fmla="*/ 2198 w 2350"/>
              <a:gd name="T35" fmla="*/ 1175 h 2350"/>
              <a:gd name="T36" fmla="*/ 1175 w 2350"/>
              <a:gd name="T37" fmla="*/ 2198 h 2350"/>
              <a:gd name="T38" fmla="*/ 152 w 2350"/>
              <a:gd name="T39" fmla="*/ 1175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350" h="2350">
                <a:moveTo>
                  <a:pt x="1467" y="1671"/>
                </a:moveTo>
                <a:cubicBezTo>
                  <a:pt x="1012" y="1175"/>
                  <a:pt x="1012" y="1175"/>
                  <a:pt x="1012" y="1175"/>
                </a:cubicBezTo>
                <a:cubicBezTo>
                  <a:pt x="1467" y="679"/>
                  <a:pt x="1467" y="679"/>
                  <a:pt x="1467" y="679"/>
                </a:cubicBezTo>
                <a:cubicBezTo>
                  <a:pt x="1506" y="640"/>
                  <a:pt x="1506" y="576"/>
                  <a:pt x="1467" y="537"/>
                </a:cubicBezTo>
                <a:cubicBezTo>
                  <a:pt x="1428" y="498"/>
                  <a:pt x="1365" y="498"/>
                  <a:pt x="1327" y="537"/>
                </a:cubicBezTo>
                <a:cubicBezTo>
                  <a:pt x="771" y="1104"/>
                  <a:pt x="771" y="1104"/>
                  <a:pt x="771" y="1104"/>
                </a:cubicBezTo>
                <a:cubicBezTo>
                  <a:pt x="732" y="1143"/>
                  <a:pt x="732" y="1207"/>
                  <a:pt x="771" y="1246"/>
                </a:cubicBezTo>
                <a:cubicBezTo>
                  <a:pt x="1327" y="1813"/>
                  <a:pt x="1327" y="1813"/>
                  <a:pt x="1327" y="1813"/>
                </a:cubicBezTo>
                <a:cubicBezTo>
                  <a:pt x="1365" y="1852"/>
                  <a:pt x="1428" y="1852"/>
                  <a:pt x="1467" y="1813"/>
                </a:cubicBezTo>
                <a:cubicBezTo>
                  <a:pt x="1506" y="1774"/>
                  <a:pt x="1506" y="1710"/>
                  <a:pt x="1467" y="1671"/>
                </a:cubicBezTo>
                <a:close/>
                <a:moveTo>
                  <a:pt x="2350" y="1175"/>
                </a:moveTo>
                <a:cubicBezTo>
                  <a:pt x="2350" y="526"/>
                  <a:pt x="1824" y="0"/>
                  <a:pt x="1175" y="0"/>
                </a:cubicBezTo>
                <a:cubicBezTo>
                  <a:pt x="526" y="0"/>
                  <a:pt x="0" y="526"/>
                  <a:pt x="0" y="1175"/>
                </a:cubicBezTo>
                <a:cubicBezTo>
                  <a:pt x="0" y="1824"/>
                  <a:pt x="526" y="2350"/>
                  <a:pt x="1175" y="2350"/>
                </a:cubicBezTo>
                <a:cubicBezTo>
                  <a:pt x="1824" y="2350"/>
                  <a:pt x="2350" y="1824"/>
                  <a:pt x="2350" y="1175"/>
                </a:cubicBezTo>
                <a:close/>
                <a:moveTo>
                  <a:pt x="152" y="1175"/>
                </a:moveTo>
                <a:cubicBezTo>
                  <a:pt x="152" y="610"/>
                  <a:pt x="610" y="152"/>
                  <a:pt x="1175" y="152"/>
                </a:cubicBezTo>
                <a:cubicBezTo>
                  <a:pt x="1740" y="152"/>
                  <a:pt x="2198" y="610"/>
                  <a:pt x="2198" y="1175"/>
                </a:cubicBezTo>
                <a:cubicBezTo>
                  <a:pt x="2198" y="1740"/>
                  <a:pt x="1740" y="2198"/>
                  <a:pt x="1175" y="2198"/>
                </a:cubicBezTo>
                <a:cubicBezTo>
                  <a:pt x="610" y="2198"/>
                  <a:pt x="152" y="1740"/>
                  <a:pt x="152" y="1175"/>
                </a:cubicBezTo>
                <a:close/>
              </a:path>
            </a:pathLst>
          </a:custGeom>
          <a:solidFill>
            <a:schemeClr val="accent5"/>
          </a:solidFill>
          <a:ln>
            <a:noFill/>
          </a:ln>
        </p:spPr>
        <p:txBody>
          <a:bodyPr vert="horz" wrap="square" lIns="121920" tIns="60960" rIns="121920" bIns="60960" numCol="1" anchor="t" anchorCtr="0" compatLnSpc="1">
            <a:prstTxWarp prst="textNoShape">
              <a:avLst/>
            </a:prstTxWarp>
          </a:bodyPr>
          <a:lstStyle/>
          <a:p>
            <a:endParaRPr lang="en-US" sz="2400"/>
          </a:p>
        </p:txBody>
      </p:sp>
    </p:spTree>
    <p:extLst>
      <p:ext uri="{BB962C8B-B14F-4D97-AF65-F5344CB8AC3E}">
        <p14:creationId xmlns:p14="http://schemas.microsoft.com/office/powerpoint/2010/main" val="148695132"/>
      </p:ext>
    </p:extLst>
  </p:cSld>
  <p:clrMapOvr>
    <a:masterClrMapping/>
  </p:clrMapOvr>
  <mc:AlternateContent xmlns:mc="http://schemas.openxmlformats.org/markup-compatibility/2006" xmlns:p14="http://schemas.microsoft.com/office/powerpoint/2010/main">
    <mc:Choice Requires="p14">
      <p:transition spd="slow" p14:dur="3500">
        <p14:window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500"/>
                                        <p:tgtEl>
                                          <p:spTgt spid="3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2">
                                            <p:txEl>
                                              <p:pRg st="0" end="0"/>
                                            </p:txEl>
                                          </p:spTgt>
                                        </p:tgtEl>
                                        <p:attrNameLst>
                                          <p:attrName>style.visibility</p:attrName>
                                        </p:attrNameLst>
                                      </p:cBhvr>
                                      <p:to>
                                        <p:strVal val="visible"/>
                                      </p:to>
                                    </p:set>
                                    <p:animEffect transition="in" filter="fade">
                                      <p:cBhvr>
                                        <p:cTn id="11" dur="500"/>
                                        <p:tgtEl>
                                          <p:spTgt spid="32">
                                            <p:txEl>
                                              <p:pRg st="0" end="0"/>
                                            </p:tx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33">
                                            <p:txEl>
                                              <p:pRg st="0" end="0"/>
                                            </p:txEl>
                                          </p:spTgt>
                                        </p:tgtEl>
                                        <p:attrNameLst>
                                          <p:attrName>style.visibility</p:attrName>
                                        </p:attrNameLst>
                                      </p:cBhvr>
                                      <p:to>
                                        <p:strVal val="visible"/>
                                      </p:to>
                                    </p:set>
                                    <p:animEffect transition="in" filter="fade">
                                      <p:cBhvr>
                                        <p:cTn id="15" dur="500"/>
                                        <p:tgtEl>
                                          <p:spTgt spid="3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build="p">
        <p:tmplLst>
          <p:tmpl lvl="1">
            <p:tnLst>
              <p:par>
                <p:cTn presetID="10" presetClass="entr" presetSubtype="0" fill="hold" nodeType="afterEffect">
                  <p:stCondLst>
                    <p:cond delay="0"/>
                  </p:stCondLst>
                  <p:childTnLst>
                    <p:set>
                      <p:cBhvr>
                        <p:cTn dur="1" fill="hold">
                          <p:stCondLst>
                            <p:cond delay="0"/>
                          </p:stCondLst>
                        </p:cTn>
                        <p:tgtEl>
                          <p:spTgt spid="32"/>
                        </p:tgtEl>
                        <p:attrNameLst>
                          <p:attrName>style.visibility</p:attrName>
                        </p:attrNameLst>
                      </p:cBhvr>
                      <p:to>
                        <p:strVal val="visible"/>
                      </p:to>
                    </p:set>
                    <p:animEffect transition="in" filter="fade">
                      <p:cBhvr>
                        <p:cTn dur="500"/>
                        <p:tgtEl>
                          <p:spTgt spid="32"/>
                        </p:tgtEl>
                      </p:cBhvr>
                    </p:animEffect>
                  </p:childTnLst>
                </p:cTn>
              </p:par>
            </p:tnLst>
          </p:tmpl>
        </p:tmplLst>
      </p:bldP>
      <p:bldP spid="33" grpId="0" build="p">
        <p:tmplLst>
          <p:tmpl lvl="1">
            <p:tnLst>
              <p:par>
                <p:cTn presetID="10" presetClass="entr" presetSubtype="0" fill="hold" nodeType="afterEffect">
                  <p:stCondLst>
                    <p:cond delay="0"/>
                  </p:stCondLst>
                  <p:childTnLst>
                    <p:set>
                      <p:cBhvr>
                        <p:cTn dur="1" fill="hold">
                          <p:stCondLst>
                            <p:cond delay="0"/>
                          </p:stCondLst>
                        </p:cTn>
                        <p:tgtEl>
                          <p:spTgt spid="33"/>
                        </p:tgtEl>
                        <p:attrNameLst>
                          <p:attrName>style.visibility</p:attrName>
                        </p:attrNameLst>
                      </p:cBhvr>
                      <p:to>
                        <p:strVal val="visible"/>
                      </p:to>
                    </p:set>
                    <p:animEffect transition="in" filter="fade">
                      <p:cBhvr>
                        <p:cTn dur="500"/>
                        <p:tgtEl>
                          <p:spTgt spid="33"/>
                        </p:tgtEl>
                      </p:cBhvr>
                    </p:animEffect>
                  </p:childTnLst>
                </p:cTn>
              </p:par>
            </p:tnLst>
          </p:tmpl>
        </p:tmplLst>
      </p:bldP>
    </p:bld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Right Half Pictgure in Page">
    <p:spTree>
      <p:nvGrpSpPr>
        <p:cNvPr id="1" name=""/>
        <p:cNvGrpSpPr/>
        <p:nvPr/>
      </p:nvGrpSpPr>
      <p:grpSpPr>
        <a:xfrm>
          <a:off x="0" y="0"/>
          <a:ext cx="0" cy="0"/>
          <a:chOff x="0" y="0"/>
          <a:chExt cx="0" cy="0"/>
        </a:xfrm>
      </p:grpSpPr>
      <p:sp>
        <p:nvSpPr>
          <p:cNvPr id="7" name="Picture Placeholder 3"/>
          <p:cNvSpPr>
            <a:spLocks noGrp="1"/>
          </p:cNvSpPr>
          <p:nvPr>
            <p:ph type="pic" sz="quarter" idx="10"/>
          </p:nvPr>
        </p:nvSpPr>
        <p:spPr>
          <a:xfrm>
            <a:off x="6096000" y="1"/>
            <a:ext cx="6096000" cy="6857999"/>
          </a:xfrm>
          <a:prstGeom prst="rect">
            <a:avLst/>
          </a:prstGeom>
          <a:ln w="9525">
            <a:noFill/>
          </a:ln>
        </p:spPr>
        <p:txBody>
          <a:bodyPr anchor="ctr" anchorCtr="0"/>
          <a:lstStyle>
            <a:lvl1pPr marL="0" indent="0" algn="ctr">
              <a:buFontTx/>
              <a:buNone/>
              <a:defRPr sz="1333">
                <a:solidFill>
                  <a:schemeClr val="accent5"/>
                </a:solidFill>
                <a:latin typeface="Lato" panose="020F0502020204030203" pitchFamily="34" charset="0"/>
              </a:defRPr>
            </a:lvl1pPr>
          </a:lstStyle>
          <a:p>
            <a:endParaRPr lang="en-US"/>
          </a:p>
        </p:txBody>
      </p:sp>
      <p:sp>
        <p:nvSpPr>
          <p:cNvPr id="3" name="Text Placeholder 9"/>
          <p:cNvSpPr>
            <a:spLocks noGrp="1"/>
          </p:cNvSpPr>
          <p:nvPr>
            <p:ph type="body" sz="quarter" idx="11"/>
          </p:nvPr>
        </p:nvSpPr>
        <p:spPr>
          <a:xfrm>
            <a:off x="778937" y="767788"/>
            <a:ext cx="4441457" cy="511013"/>
          </a:xfrm>
          <a:prstGeom prst="rect">
            <a:avLst/>
          </a:prstGeom>
        </p:spPr>
        <p:txBody>
          <a:bodyPr lIns="0" tIns="0" rIns="0" bIns="0"/>
          <a:lstStyle>
            <a:lvl1pPr marL="0" indent="0" algn="l">
              <a:lnSpc>
                <a:spcPct val="100000"/>
              </a:lnSpc>
              <a:spcBef>
                <a:spcPts val="0"/>
              </a:spcBef>
              <a:buNone/>
              <a:defRPr sz="2933" b="0" cap="all" spc="67" baseline="0">
                <a:solidFill>
                  <a:schemeClr val="accent1"/>
                </a:solidFill>
                <a:latin typeface="Lato Black" panose="020F0A02020204030203" pitchFamily="34" charset="0"/>
                <a:ea typeface="Roboto" panose="02000000000000000000" pitchFamily="2" charset="0"/>
                <a:cs typeface="Open Sans" panose="020B0606030504020204" pitchFamily="34" charset="0"/>
              </a:defRPr>
            </a:lvl1pPr>
          </a:lstStyle>
          <a:p>
            <a:pPr lvl="0"/>
            <a:r>
              <a:rPr lang="en-US" dirty="0"/>
              <a:t>Click to edit Master text styles</a:t>
            </a:r>
          </a:p>
        </p:txBody>
      </p:sp>
      <p:sp>
        <p:nvSpPr>
          <p:cNvPr id="4" name="Text Placeholder 9"/>
          <p:cNvSpPr>
            <a:spLocks noGrp="1"/>
          </p:cNvSpPr>
          <p:nvPr>
            <p:ph type="body" sz="quarter" idx="12"/>
          </p:nvPr>
        </p:nvSpPr>
        <p:spPr>
          <a:xfrm>
            <a:off x="791634" y="1278801"/>
            <a:ext cx="4441457" cy="188459"/>
          </a:xfrm>
          <a:prstGeom prst="rect">
            <a:avLst/>
          </a:prstGeom>
        </p:spPr>
        <p:txBody>
          <a:bodyPr lIns="0" tIns="0" rIns="0" bIns="0"/>
          <a:lstStyle>
            <a:lvl1pPr marL="0" indent="0" algn="l">
              <a:lnSpc>
                <a:spcPts val="1600"/>
              </a:lnSpc>
              <a:spcBef>
                <a:spcPts val="0"/>
              </a:spcBef>
              <a:buNone/>
              <a:defRPr sz="1200" b="0" cap="none" spc="0" baseline="0">
                <a:solidFill>
                  <a:schemeClr val="accent4"/>
                </a:solidFill>
                <a:latin typeface="Lato" panose="020F0502020204030203" pitchFamily="34" charset="0"/>
                <a:ea typeface="Roboto" panose="02000000000000000000" pitchFamily="2" charset="0"/>
                <a:cs typeface="Open Sans" panose="020B0606030504020204" pitchFamily="34" charset="0"/>
              </a:defRPr>
            </a:lvl1pPr>
          </a:lstStyle>
          <a:p>
            <a:pPr lvl="0"/>
            <a:r>
              <a:rPr lang="en-US" dirty="0"/>
              <a:t>Click to edit Master text styles</a:t>
            </a:r>
          </a:p>
        </p:txBody>
      </p:sp>
      <p:cxnSp>
        <p:nvCxnSpPr>
          <p:cNvPr id="5" name="Straight Connector 4"/>
          <p:cNvCxnSpPr/>
          <p:nvPr userDrawn="1"/>
        </p:nvCxnSpPr>
        <p:spPr>
          <a:xfrm>
            <a:off x="791633" y="656089"/>
            <a:ext cx="121920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82803570"/>
      </p:ext>
    </p:extLst>
  </p:cSld>
  <p:clrMapOvr>
    <a:masterClrMapping/>
  </p:clrMapOvr>
  <mc:AlternateContent xmlns:mc="http://schemas.openxmlformats.org/markup-compatibility/2006" xmlns:p14="http://schemas.microsoft.com/office/powerpoint/2010/main">
    <mc:Choice Requires="p14">
      <p:transition spd="slow" p14:dur="3500">
        <p14:window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fade">
                                      <p:cBhvr>
                                        <p:cTn id="11" dur="500"/>
                                        <p:tgtEl>
                                          <p:spTgt spid="3">
                                            <p:txEl>
                                              <p:pRg st="0" end="0"/>
                                            </p:tx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animEffect transition="in" filter="fade">
                                      <p:cBhvr>
                                        <p:cTn id="15"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P spid="4" grpId="0" build="p">
        <p:tmplLst>
          <p:tmpl lvl="1">
            <p:tnLst>
              <p:par>
                <p:cTn presetID="10" presetClass="entr" presetSubtype="0" fill="hold" nodeType="after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500"/>
                        <p:tgtEl>
                          <p:spTgt spid="4"/>
                        </p:tgtEl>
                      </p:cBhvr>
                    </p:animEffect>
                  </p:childTnLst>
                </p:cTn>
              </p:par>
            </p:tnLst>
          </p:tmpl>
        </p:tmplLst>
      </p:bldP>
    </p:bld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Our Creative Force 2">
    <p:spTree>
      <p:nvGrpSpPr>
        <p:cNvPr id="1" name=""/>
        <p:cNvGrpSpPr/>
        <p:nvPr/>
      </p:nvGrpSpPr>
      <p:grpSpPr>
        <a:xfrm>
          <a:off x="0" y="0"/>
          <a:ext cx="0" cy="0"/>
          <a:chOff x="0" y="0"/>
          <a:chExt cx="0" cy="0"/>
        </a:xfrm>
      </p:grpSpPr>
      <p:sp>
        <p:nvSpPr>
          <p:cNvPr id="23" name="TextBox 22"/>
          <p:cNvSpPr txBox="1"/>
          <p:nvPr userDrawn="1"/>
        </p:nvSpPr>
        <p:spPr>
          <a:xfrm>
            <a:off x="10585897" y="6297122"/>
            <a:ext cx="275991" cy="164212"/>
          </a:xfrm>
          <a:prstGeom prst="rect">
            <a:avLst/>
          </a:prstGeom>
          <a:noFill/>
        </p:spPr>
        <p:txBody>
          <a:bodyPr wrap="square" lIns="0" tIns="0" rIns="0" bIns="0" rtlCol="0">
            <a:spAutoFit/>
          </a:bodyPr>
          <a:lstStyle/>
          <a:p>
            <a:pPr algn="r"/>
            <a:fld id="{27692F5A-FC14-4E83-B4CC-18F6C2D780A4}" type="slidenum">
              <a:rPr lang="en-US" sz="1067" b="0" spc="40" baseline="0" smtClean="0">
                <a:solidFill>
                  <a:schemeClr val="accent4"/>
                </a:solidFill>
                <a:latin typeface="Lato" panose="020F0502020204030203" pitchFamily="34" charset="0"/>
              </a:rPr>
              <a:pPr algn="r"/>
              <a:t>‹#›</a:t>
            </a:fld>
            <a:endParaRPr lang="en-US" sz="1067" b="0" spc="40" baseline="0" dirty="0">
              <a:solidFill>
                <a:schemeClr val="accent4"/>
              </a:solidFill>
              <a:latin typeface="Lato" panose="020F0502020204030203" pitchFamily="34" charset="0"/>
            </a:endParaRPr>
          </a:p>
        </p:txBody>
      </p:sp>
      <p:sp>
        <p:nvSpPr>
          <p:cNvPr id="20" name="Picture Placeholder 3"/>
          <p:cNvSpPr>
            <a:spLocks noGrp="1"/>
          </p:cNvSpPr>
          <p:nvPr>
            <p:ph type="pic" sz="quarter" idx="12"/>
          </p:nvPr>
        </p:nvSpPr>
        <p:spPr>
          <a:xfrm>
            <a:off x="791633" y="2057400"/>
            <a:ext cx="3310848" cy="2656840"/>
          </a:xfrm>
          <a:prstGeom prst="rect">
            <a:avLst/>
          </a:prstGeom>
          <a:ln w="6350">
            <a:noFill/>
          </a:ln>
        </p:spPr>
        <p:txBody>
          <a:bodyPr anchor="ctr" anchorCtr="0"/>
          <a:lstStyle>
            <a:lvl1pPr marL="0" indent="0" algn="ctr">
              <a:buNone/>
              <a:defRPr sz="1333">
                <a:solidFill>
                  <a:schemeClr val="accent5"/>
                </a:solidFill>
                <a:latin typeface="Lato" panose="020F0502020204030203" pitchFamily="34" charset="0"/>
              </a:defRPr>
            </a:lvl1pPr>
          </a:lstStyle>
          <a:p>
            <a:endParaRPr lang="en-US" dirty="0"/>
          </a:p>
        </p:txBody>
      </p:sp>
      <p:sp>
        <p:nvSpPr>
          <p:cNvPr id="14" name="Text Placeholder 9"/>
          <p:cNvSpPr>
            <a:spLocks noGrp="1"/>
          </p:cNvSpPr>
          <p:nvPr>
            <p:ph type="body" sz="quarter" idx="10"/>
          </p:nvPr>
        </p:nvSpPr>
        <p:spPr>
          <a:xfrm>
            <a:off x="778936" y="767788"/>
            <a:ext cx="10604499" cy="511013"/>
          </a:xfrm>
          <a:prstGeom prst="rect">
            <a:avLst/>
          </a:prstGeom>
        </p:spPr>
        <p:txBody>
          <a:bodyPr lIns="0" tIns="0" rIns="0" bIns="0"/>
          <a:lstStyle>
            <a:lvl1pPr marL="0" indent="0" algn="l">
              <a:lnSpc>
                <a:spcPct val="100000"/>
              </a:lnSpc>
              <a:spcBef>
                <a:spcPts val="0"/>
              </a:spcBef>
              <a:buNone/>
              <a:defRPr sz="2933" b="0" cap="all" spc="67" baseline="0">
                <a:solidFill>
                  <a:schemeClr val="accent1"/>
                </a:solidFill>
                <a:latin typeface="Lato Black" panose="020F0A02020204030203" pitchFamily="34" charset="0"/>
                <a:ea typeface="Roboto" panose="02000000000000000000" pitchFamily="2" charset="0"/>
                <a:cs typeface="Open Sans" panose="020B0606030504020204" pitchFamily="34" charset="0"/>
              </a:defRPr>
            </a:lvl1pPr>
          </a:lstStyle>
          <a:p>
            <a:pPr lvl="0"/>
            <a:r>
              <a:rPr lang="en-US" dirty="0"/>
              <a:t>Click to edit Master text styles</a:t>
            </a:r>
          </a:p>
        </p:txBody>
      </p:sp>
      <p:sp>
        <p:nvSpPr>
          <p:cNvPr id="15" name="Text Placeholder 9"/>
          <p:cNvSpPr>
            <a:spLocks noGrp="1"/>
          </p:cNvSpPr>
          <p:nvPr>
            <p:ph type="body" sz="quarter" idx="11"/>
          </p:nvPr>
        </p:nvSpPr>
        <p:spPr>
          <a:xfrm>
            <a:off x="791633" y="1278801"/>
            <a:ext cx="10604499" cy="188459"/>
          </a:xfrm>
          <a:prstGeom prst="rect">
            <a:avLst/>
          </a:prstGeom>
        </p:spPr>
        <p:txBody>
          <a:bodyPr lIns="0" tIns="0" rIns="0" bIns="0"/>
          <a:lstStyle>
            <a:lvl1pPr marL="0" indent="0" algn="l">
              <a:lnSpc>
                <a:spcPts val="1600"/>
              </a:lnSpc>
              <a:spcBef>
                <a:spcPts val="0"/>
              </a:spcBef>
              <a:buNone/>
              <a:defRPr sz="1200" b="0" cap="none" spc="0" baseline="0">
                <a:solidFill>
                  <a:schemeClr val="accent4"/>
                </a:solidFill>
                <a:latin typeface="Lato" panose="020F0502020204030203" pitchFamily="34" charset="0"/>
                <a:ea typeface="Roboto" panose="02000000000000000000" pitchFamily="2" charset="0"/>
                <a:cs typeface="Open Sans" panose="020B0606030504020204" pitchFamily="34" charset="0"/>
              </a:defRPr>
            </a:lvl1pPr>
          </a:lstStyle>
          <a:p>
            <a:pPr lvl="0"/>
            <a:r>
              <a:rPr lang="en-US" dirty="0"/>
              <a:t>Click to edit Master text styles</a:t>
            </a:r>
          </a:p>
        </p:txBody>
      </p:sp>
      <p:cxnSp>
        <p:nvCxnSpPr>
          <p:cNvPr id="18" name="Straight Connector 17"/>
          <p:cNvCxnSpPr/>
          <p:nvPr userDrawn="1"/>
        </p:nvCxnSpPr>
        <p:spPr>
          <a:xfrm>
            <a:off x="791633" y="656089"/>
            <a:ext cx="121920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5" name="Picture Placeholder 3"/>
          <p:cNvSpPr>
            <a:spLocks noGrp="1"/>
          </p:cNvSpPr>
          <p:nvPr>
            <p:ph type="pic" sz="quarter" idx="13"/>
          </p:nvPr>
        </p:nvSpPr>
        <p:spPr>
          <a:xfrm>
            <a:off x="4438459" y="2057400"/>
            <a:ext cx="3310848" cy="2656840"/>
          </a:xfrm>
          <a:prstGeom prst="rect">
            <a:avLst/>
          </a:prstGeom>
          <a:ln w="6350">
            <a:noFill/>
          </a:ln>
        </p:spPr>
        <p:txBody>
          <a:bodyPr anchor="ctr" anchorCtr="0"/>
          <a:lstStyle>
            <a:lvl1pPr marL="0" indent="0" algn="ctr">
              <a:buNone/>
              <a:defRPr sz="1333">
                <a:solidFill>
                  <a:schemeClr val="accent5"/>
                </a:solidFill>
                <a:latin typeface="Lato" panose="020F0502020204030203" pitchFamily="34" charset="0"/>
              </a:defRPr>
            </a:lvl1pPr>
          </a:lstStyle>
          <a:p>
            <a:endParaRPr lang="en-US" dirty="0"/>
          </a:p>
        </p:txBody>
      </p:sp>
      <p:sp>
        <p:nvSpPr>
          <p:cNvPr id="26" name="Picture Placeholder 3"/>
          <p:cNvSpPr>
            <a:spLocks noGrp="1"/>
          </p:cNvSpPr>
          <p:nvPr>
            <p:ph type="pic" sz="quarter" idx="14"/>
          </p:nvPr>
        </p:nvSpPr>
        <p:spPr>
          <a:xfrm>
            <a:off x="8085285" y="2057400"/>
            <a:ext cx="3310848" cy="2656840"/>
          </a:xfrm>
          <a:prstGeom prst="rect">
            <a:avLst/>
          </a:prstGeom>
          <a:ln w="6350">
            <a:noFill/>
          </a:ln>
        </p:spPr>
        <p:txBody>
          <a:bodyPr anchor="ctr" anchorCtr="0"/>
          <a:lstStyle>
            <a:lvl1pPr marL="0" indent="0" algn="ctr">
              <a:buNone/>
              <a:defRPr sz="1333">
                <a:solidFill>
                  <a:schemeClr val="accent5"/>
                </a:solidFill>
                <a:latin typeface="Lato" panose="020F0502020204030203" pitchFamily="34" charset="0"/>
              </a:defRPr>
            </a:lvl1pPr>
          </a:lstStyle>
          <a:p>
            <a:endParaRPr lang="en-US" dirty="0"/>
          </a:p>
        </p:txBody>
      </p:sp>
      <p:sp>
        <p:nvSpPr>
          <p:cNvPr id="19" name="Freeform 5">
            <a:hlinkClick r:id="" action="ppaction://hlinkshowjump?jump=nextslide"/>
          </p:cNvPr>
          <p:cNvSpPr>
            <a:spLocks noEditPoints="1"/>
          </p:cNvSpPr>
          <p:nvPr userDrawn="1"/>
        </p:nvSpPr>
        <p:spPr bwMode="auto">
          <a:xfrm>
            <a:off x="11209905" y="6284422"/>
            <a:ext cx="188345" cy="188345"/>
          </a:xfrm>
          <a:custGeom>
            <a:avLst/>
            <a:gdLst>
              <a:gd name="T0" fmla="*/ 883 w 2350"/>
              <a:gd name="T1" fmla="*/ 679 h 2350"/>
              <a:gd name="T2" fmla="*/ 1338 w 2350"/>
              <a:gd name="T3" fmla="*/ 1175 h 2350"/>
              <a:gd name="T4" fmla="*/ 883 w 2350"/>
              <a:gd name="T5" fmla="*/ 1671 h 2350"/>
              <a:gd name="T6" fmla="*/ 883 w 2350"/>
              <a:gd name="T7" fmla="*/ 1813 h 2350"/>
              <a:gd name="T8" fmla="*/ 1023 w 2350"/>
              <a:gd name="T9" fmla="*/ 1813 h 2350"/>
              <a:gd name="T10" fmla="*/ 1579 w 2350"/>
              <a:gd name="T11" fmla="*/ 1246 h 2350"/>
              <a:gd name="T12" fmla="*/ 1579 w 2350"/>
              <a:gd name="T13" fmla="*/ 1104 h 2350"/>
              <a:gd name="T14" fmla="*/ 1023 w 2350"/>
              <a:gd name="T15" fmla="*/ 537 h 2350"/>
              <a:gd name="T16" fmla="*/ 883 w 2350"/>
              <a:gd name="T17" fmla="*/ 537 h 2350"/>
              <a:gd name="T18" fmla="*/ 883 w 2350"/>
              <a:gd name="T19" fmla="*/ 679 h 2350"/>
              <a:gd name="T20" fmla="*/ 0 w 2350"/>
              <a:gd name="T21" fmla="*/ 1175 h 2350"/>
              <a:gd name="T22" fmla="*/ 1175 w 2350"/>
              <a:gd name="T23" fmla="*/ 2350 h 2350"/>
              <a:gd name="T24" fmla="*/ 2350 w 2350"/>
              <a:gd name="T25" fmla="*/ 1175 h 2350"/>
              <a:gd name="T26" fmla="*/ 1175 w 2350"/>
              <a:gd name="T27" fmla="*/ 0 h 2350"/>
              <a:gd name="T28" fmla="*/ 0 w 2350"/>
              <a:gd name="T29" fmla="*/ 1175 h 2350"/>
              <a:gd name="T30" fmla="*/ 2198 w 2350"/>
              <a:gd name="T31" fmla="*/ 1175 h 2350"/>
              <a:gd name="T32" fmla="*/ 1175 w 2350"/>
              <a:gd name="T33" fmla="*/ 2198 h 2350"/>
              <a:gd name="T34" fmla="*/ 152 w 2350"/>
              <a:gd name="T35" fmla="*/ 1175 h 2350"/>
              <a:gd name="T36" fmla="*/ 1175 w 2350"/>
              <a:gd name="T37" fmla="*/ 152 h 2350"/>
              <a:gd name="T38" fmla="*/ 2198 w 2350"/>
              <a:gd name="T39" fmla="*/ 1175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350" h="2350">
                <a:moveTo>
                  <a:pt x="883" y="679"/>
                </a:moveTo>
                <a:cubicBezTo>
                  <a:pt x="1338" y="1175"/>
                  <a:pt x="1338" y="1175"/>
                  <a:pt x="1338" y="1175"/>
                </a:cubicBezTo>
                <a:cubicBezTo>
                  <a:pt x="883" y="1671"/>
                  <a:pt x="883" y="1671"/>
                  <a:pt x="883" y="1671"/>
                </a:cubicBezTo>
                <a:cubicBezTo>
                  <a:pt x="844" y="1710"/>
                  <a:pt x="844" y="1774"/>
                  <a:pt x="883" y="1813"/>
                </a:cubicBezTo>
                <a:cubicBezTo>
                  <a:pt x="922" y="1852"/>
                  <a:pt x="985" y="1852"/>
                  <a:pt x="1023" y="1813"/>
                </a:cubicBezTo>
                <a:cubicBezTo>
                  <a:pt x="1579" y="1246"/>
                  <a:pt x="1579" y="1246"/>
                  <a:pt x="1579" y="1246"/>
                </a:cubicBezTo>
                <a:cubicBezTo>
                  <a:pt x="1618" y="1207"/>
                  <a:pt x="1618" y="1143"/>
                  <a:pt x="1579" y="1104"/>
                </a:cubicBezTo>
                <a:cubicBezTo>
                  <a:pt x="1023" y="537"/>
                  <a:pt x="1023" y="537"/>
                  <a:pt x="1023" y="537"/>
                </a:cubicBezTo>
                <a:cubicBezTo>
                  <a:pt x="985" y="498"/>
                  <a:pt x="922" y="498"/>
                  <a:pt x="883" y="537"/>
                </a:cubicBezTo>
                <a:cubicBezTo>
                  <a:pt x="844" y="576"/>
                  <a:pt x="844" y="640"/>
                  <a:pt x="883" y="679"/>
                </a:cubicBezTo>
                <a:close/>
                <a:moveTo>
                  <a:pt x="0" y="1175"/>
                </a:moveTo>
                <a:cubicBezTo>
                  <a:pt x="0" y="1824"/>
                  <a:pt x="526" y="2350"/>
                  <a:pt x="1175" y="2350"/>
                </a:cubicBezTo>
                <a:cubicBezTo>
                  <a:pt x="1824" y="2350"/>
                  <a:pt x="2350" y="1824"/>
                  <a:pt x="2350" y="1175"/>
                </a:cubicBezTo>
                <a:cubicBezTo>
                  <a:pt x="2350" y="526"/>
                  <a:pt x="1824" y="0"/>
                  <a:pt x="1175" y="0"/>
                </a:cubicBezTo>
                <a:cubicBezTo>
                  <a:pt x="526" y="0"/>
                  <a:pt x="0" y="526"/>
                  <a:pt x="0" y="1175"/>
                </a:cubicBezTo>
                <a:close/>
                <a:moveTo>
                  <a:pt x="2198" y="1175"/>
                </a:moveTo>
                <a:cubicBezTo>
                  <a:pt x="2198" y="1740"/>
                  <a:pt x="1740" y="2198"/>
                  <a:pt x="1175" y="2198"/>
                </a:cubicBezTo>
                <a:cubicBezTo>
                  <a:pt x="610" y="2198"/>
                  <a:pt x="152" y="1740"/>
                  <a:pt x="152" y="1175"/>
                </a:cubicBezTo>
                <a:cubicBezTo>
                  <a:pt x="152" y="610"/>
                  <a:pt x="610" y="152"/>
                  <a:pt x="1175" y="152"/>
                </a:cubicBezTo>
                <a:cubicBezTo>
                  <a:pt x="1740" y="152"/>
                  <a:pt x="2198" y="610"/>
                  <a:pt x="2198" y="1175"/>
                </a:cubicBezTo>
                <a:close/>
              </a:path>
            </a:pathLst>
          </a:custGeom>
          <a:solidFill>
            <a:schemeClr val="accent5"/>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1" name="Freeform 5">
            <a:hlinkClick r:id="" action="ppaction://hlinkshowjump?jump=previousslide"/>
          </p:cNvPr>
          <p:cNvSpPr>
            <a:spLocks noEditPoints="1"/>
          </p:cNvSpPr>
          <p:nvPr userDrawn="1"/>
        </p:nvSpPr>
        <p:spPr bwMode="auto">
          <a:xfrm>
            <a:off x="10992130" y="6284422"/>
            <a:ext cx="188345" cy="188345"/>
          </a:xfrm>
          <a:custGeom>
            <a:avLst/>
            <a:gdLst>
              <a:gd name="T0" fmla="*/ 1467 w 2350"/>
              <a:gd name="T1" fmla="*/ 1671 h 2350"/>
              <a:gd name="T2" fmla="*/ 1012 w 2350"/>
              <a:gd name="T3" fmla="*/ 1175 h 2350"/>
              <a:gd name="T4" fmla="*/ 1467 w 2350"/>
              <a:gd name="T5" fmla="*/ 679 h 2350"/>
              <a:gd name="T6" fmla="*/ 1467 w 2350"/>
              <a:gd name="T7" fmla="*/ 537 h 2350"/>
              <a:gd name="T8" fmla="*/ 1327 w 2350"/>
              <a:gd name="T9" fmla="*/ 537 h 2350"/>
              <a:gd name="T10" fmla="*/ 771 w 2350"/>
              <a:gd name="T11" fmla="*/ 1104 h 2350"/>
              <a:gd name="T12" fmla="*/ 771 w 2350"/>
              <a:gd name="T13" fmla="*/ 1246 h 2350"/>
              <a:gd name="T14" fmla="*/ 1327 w 2350"/>
              <a:gd name="T15" fmla="*/ 1813 h 2350"/>
              <a:gd name="T16" fmla="*/ 1467 w 2350"/>
              <a:gd name="T17" fmla="*/ 1813 h 2350"/>
              <a:gd name="T18" fmla="*/ 1467 w 2350"/>
              <a:gd name="T19" fmla="*/ 1671 h 2350"/>
              <a:gd name="T20" fmla="*/ 2350 w 2350"/>
              <a:gd name="T21" fmla="*/ 1175 h 2350"/>
              <a:gd name="T22" fmla="*/ 1175 w 2350"/>
              <a:gd name="T23" fmla="*/ 0 h 2350"/>
              <a:gd name="T24" fmla="*/ 0 w 2350"/>
              <a:gd name="T25" fmla="*/ 1175 h 2350"/>
              <a:gd name="T26" fmla="*/ 1175 w 2350"/>
              <a:gd name="T27" fmla="*/ 2350 h 2350"/>
              <a:gd name="T28" fmla="*/ 2350 w 2350"/>
              <a:gd name="T29" fmla="*/ 1175 h 2350"/>
              <a:gd name="T30" fmla="*/ 152 w 2350"/>
              <a:gd name="T31" fmla="*/ 1175 h 2350"/>
              <a:gd name="T32" fmla="*/ 1175 w 2350"/>
              <a:gd name="T33" fmla="*/ 152 h 2350"/>
              <a:gd name="T34" fmla="*/ 2198 w 2350"/>
              <a:gd name="T35" fmla="*/ 1175 h 2350"/>
              <a:gd name="T36" fmla="*/ 1175 w 2350"/>
              <a:gd name="T37" fmla="*/ 2198 h 2350"/>
              <a:gd name="T38" fmla="*/ 152 w 2350"/>
              <a:gd name="T39" fmla="*/ 1175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350" h="2350">
                <a:moveTo>
                  <a:pt x="1467" y="1671"/>
                </a:moveTo>
                <a:cubicBezTo>
                  <a:pt x="1012" y="1175"/>
                  <a:pt x="1012" y="1175"/>
                  <a:pt x="1012" y="1175"/>
                </a:cubicBezTo>
                <a:cubicBezTo>
                  <a:pt x="1467" y="679"/>
                  <a:pt x="1467" y="679"/>
                  <a:pt x="1467" y="679"/>
                </a:cubicBezTo>
                <a:cubicBezTo>
                  <a:pt x="1506" y="640"/>
                  <a:pt x="1506" y="576"/>
                  <a:pt x="1467" y="537"/>
                </a:cubicBezTo>
                <a:cubicBezTo>
                  <a:pt x="1428" y="498"/>
                  <a:pt x="1365" y="498"/>
                  <a:pt x="1327" y="537"/>
                </a:cubicBezTo>
                <a:cubicBezTo>
                  <a:pt x="771" y="1104"/>
                  <a:pt x="771" y="1104"/>
                  <a:pt x="771" y="1104"/>
                </a:cubicBezTo>
                <a:cubicBezTo>
                  <a:pt x="732" y="1143"/>
                  <a:pt x="732" y="1207"/>
                  <a:pt x="771" y="1246"/>
                </a:cubicBezTo>
                <a:cubicBezTo>
                  <a:pt x="1327" y="1813"/>
                  <a:pt x="1327" y="1813"/>
                  <a:pt x="1327" y="1813"/>
                </a:cubicBezTo>
                <a:cubicBezTo>
                  <a:pt x="1365" y="1852"/>
                  <a:pt x="1428" y="1852"/>
                  <a:pt x="1467" y="1813"/>
                </a:cubicBezTo>
                <a:cubicBezTo>
                  <a:pt x="1506" y="1774"/>
                  <a:pt x="1506" y="1710"/>
                  <a:pt x="1467" y="1671"/>
                </a:cubicBezTo>
                <a:close/>
                <a:moveTo>
                  <a:pt x="2350" y="1175"/>
                </a:moveTo>
                <a:cubicBezTo>
                  <a:pt x="2350" y="526"/>
                  <a:pt x="1824" y="0"/>
                  <a:pt x="1175" y="0"/>
                </a:cubicBezTo>
                <a:cubicBezTo>
                  <a:pt x="526" y="0"/>
                  <a:pt x="0" y="526"/>
                  <a:pt x="0" y="1175"/>
                </a:cubicBezTo>
                <a:cubicBezTo>
                  <a:pt x="0" y="1824"/>
                  <a:pt x="526" y="2350"/>
                  <a:pt x="1175" y="2350"/>
                </a:cubicBezTo>
                <a:cubicBezTo>
                  <a:pt x="1824" y="2350"/>
                  <a:pt x="2350" y="1824"/>
                  <a:pt x="2350" y="1175"/>
                </a:cubicBezTo>
                <a:close/>
                <a:moveTo>
                  <a:pt x="152" y="1175"/>
                </a:moveTo>
                <a:cubicBezTo>
                  <a:pt x="152" y="610"/>
                  <a:pt x="610" y="152"/>
                  <a:pt x="1175" y="152"/>
                </a:cubicBezTo>
                <a:cubicBezTo>
                  <a:pt x="1740" y="152"/>
                  <a:pt x="2198" y="610"/>
                  <a:pt x="2198" y="1175"/>
                </a:cubicBezTo>
                <a:cubicBezTo>
                  <a:pt x="2198" y="1740"/>
                  <a:pt x="1740" y="2198"/>
                  <a:pt x="1175" y="2198"/>
                </a:cubicBezTo>
                <a:cubicBezTo>
                  <a:pt x="610" y="2198"/>
                  <a:pt x="152" y="1740"/>
                  <a:pt x="152" y="1175"/>
                </a:cubicBezTo>
                <a:close/>
              </a:path>
            </a:pathLst>
          </a:custGeom>
          <a:solidFill>
            <a:schemeClr val="accent5"/>
          </a:solidFill>
          <a:ln>
            <a:noFill/>
          </a:ln>
        </p:spPr>
        <p:txBody>
          <a:bodyPr vert="horz" wrap="square" lIns="121920" tIns="60960" rIns="121920" bIns="60960" numCol="1" anchor="t" anchorCtr="0" compatLnSpc="1">
            <a:prstTxWarp prst="textNoShape">
              <a:avLst/>
            </a:prstTxWarp>
          </a:bodyPr>
          <a:lstStyle/>
          <a:p>
            <a:endParaRPr lang="en-US" sz="2400"/>
          </a:p>
        </p:txBody>
      </p:sp>
    </p:spTree>
    <p:extLst>
      <p:ext uri="{BB962C8B-B14F-4D97-AF65-F5344CB8AC3E}">
        <p14:creationId xmlns:p14="http://schemas.microsoft.com/office/powerpoint/2010/main" val="2801497089"/>
      </p:ext>
    </p:extLst>
  </p:cSld>
  <p:clrMapOvr>
    <a:masterClrMapping/>
  </p:clrMapOvr>
  <mc:AlternateContent xmlns:mc="http://schemas.openxmlformats.org/markup-compatibility/2006" xmlns:p14="http://schemas.microsoft.com/office/powerpoint/2010/main">
    <mc:Choice Requires="p14">
      <p:transition spd="slow" p14:dur="3500">
        <p14:window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4">
                                            <p:txEl>
                                              <p:pRg st="0" end="0"/>
                                            </p:txEl>
                                          </p:spTgt>
                                        </p:tgtEl>
                                        <p:attrNameLst>
                                          <p:attrName>style.visibility</p:attrName>
                                        </p:attrNameLst>
                                      </p:cBhvr>
                                      <p:to>
                                        <p:strVal val="visible"/>
                                      </p:to>
                                    </p:set>
                                    <p:animEffect transition="in" filter="fade">
                                      <p:cBhvr>
                                        <p:cTn id="11" dur="500"/>
                                        <p:tgtEl>
                                          <p:spTgt spid="14">
                                            <p:txEl>
                                              <p:pRg st="0" end="0"/>
                                            </p:tx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5">
                                            <p:txEl>
                                              <p:pRg st="0" end="0"/>
                                            </p:txEl>
                                          </p:spTgt>
                                        </p:tgtEl>
                                        <p:attrNameLst>
                                          <p:attrName>style.visibility</p:attrName>
                                        </p:attrNameLst>
                                      </p:cBhvr>
                                      <p:to>
                                        <p:strVal val="visible"/>
                                      </p:to>
                                    </p:set>
                                    <p:animEffect transition="in" filter="fade">
                                      <p:cBhvr>
                                        <p:cTn id="15" dur="5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tmplLst>
          <p:tmpl lvl="1">
            <p:tnLst>
              <p:par>
                <p:cTn presetID="10" presetClass="entr" presetSubtype="0" fill="hold" nodeType="afterEffect">
                  <p:stCondLst>
                    <p:cond delay="0"/>
                  </p:stCondLst>
                  <p:childTnLst>
                    <p:set>
                      <p:cBhvr>
                        <p:cTn dur="1" fill="hold">
                          <p:stCondLst>
                            <p:cond delay="0"/>
                          </p:stCondLst>
                        </p:cTn>
                        <p:tgtEl>
                          <p:spTgt spid="14"/>
                        </p:tgtEl>
                        <p:attrNameLst>
                          <p:attrName>style.visibility</p:attrName>
                        </p:attrNameLst>
                      </p:cBhvr>
                      <p:to>
                        <p:strVal val="visible"/>
                      </p:to>
                    </p:set>
                    <p:animEffect transition="in" filter="fade">
                      <p:cBhvr>
                        <p:cTn dur="500"/>
                        <p:tgtEl>
                          <p:spTgt spid="14"/>
                        </p:tgtEl>
                      </p:cBhvr>
                    </p:animEffect>
                  </p:childTnLst>
                </p:cTn>
              </p:par>
            </p:tnLst>
          </p:tmpl>
        </p:tmplLst>
      </p:bldP>
      <p:bldP spid="15" grpId="0" build="p">
        <p:tmplLst>
          <p:tmpl lvl="1">
            <p:tnLst>
              <p:par>
                <p:cTn presetID="10" presetClass="entr" presetSubtype="0" fill="hold" nodeType="afterEffect">
                  <p:stCondLst>
                    <p:cond delay="0"/>
                  </p:stCondLst>
                  <p:childTnLst>
                    <p:set>
                      <p:cBhvr>
                        <p:cTn dur="1" fill="hold">
                          <p:stCondLst>
                            <p:cond delay="0"/>
                          </p:stCondLst>
                        </p:cTn>
                        <p:tgtEl>
                          <p:spTgt spid="15"/>
                        </p:tgtEl>
                        <p:attrNameLst>
                          <p:attrName>style.visibility</p:attrName>
                        </p:attrNameLst>
                      </p:cBhvr>
                      <p:to>
                        <p:strVal val="visible"/>
                      </p:to>
                    </p:set>
                    <p:animEffect transition="in" filter="fade">
                      <p:cBhvr>
                        <p:cTn dur="500"/>
                        <p:tgtEl>
                          <p:spTgt spid="15"/>
                        </p:tgtEl>
                      </p:cBhvr>
                    </p:animEffect>
                  </p:childTnLst>
                </p:cTn>
              </p:par>
            </p:tnLst>
          </p:tmpl>
        </p:tmplLst>
      </p:bldP>
    </p:bldLst>
  </p:timing>
  <p:extLst>
    <p:ext uri="{DCECCB84-F9BA-43D5-87BE-67443E8EF086}">
      <p15:sldGuideLst xmlns:p15="http://schemas.microsoft.com/office/powerpoint/2012/main">
        <p15:guide id="1" orient="horz" pos="2700">
          <p15:clr>
            <a:srgbClr val="FBAE40"/>
          </p15:clr>
        </p15:guide>
        <p15:guide id="2" pos="5384">
          <p15:clr>
            <a:srgbClr val="FBAE40"/>
          </p15:clr>
        </p15:guide>
        <p15:guide id="3" pos="374">
          <p15:clr>
            <a:srgbClr val="FBAE40"/>
          </p15:clr>
        </p15:guide>
        <p15:guide id="4" orient="horz" pos="306">
          <p15:clr>
            <a:srgbClr val="FBAE40"/>
          </p15:clr>
        </p15:guide>
        <p15:guide id="5" orient="horz" pos="972">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Simple Portfolio Single Show">
    <p:spTree>
      <p:nvGrpSpPr>
        <p:cNvPr id="1" name=""/>
        <p:cNvGrpSpPr/>
        <p:nvPr/>
      </p:nvGrpSpPr>
      <p:grpSpPr>
        <a:xfrm>
          <a:off x="0" y="0"/>
          <a:ext cx="0" cy="0"/>
          <a:chOff x="0" y="0"/>
          <a:chExt cx="0" cy="0"/>
        </a:xfrm>
      </p:grpSpPr>
      <p:sp>
        <p:nvSpPr>
          <p:cNvPr id="23" name="TextBox 22"/>
          <p:cNvSpPr txBox="1"/>
          <p:nvPr userDrawn="1"/>
        </p:nvSpPr>
        <p:spPr>
          <a:xfrm>
            <a:off x="10585897" y="6297122"/>
            <a:ext cx="275991" cy="164212"/>
          </a:xfrm>
          <a:prstGeom prst="rect">
            <a:avLst/>
          </a:prstGeom>
          <a:noFill/>
        </p:spPr>
        <p:txBody>
          <a:bodyPr wrap="square" lIns="0" tIns="0" rIns="0" bIns="0" rtlCol="0">
            <a:spAutoFit/>
          </a:bodyPr>
          <a:lstStyle/>
          <a:p>
            <a:pPr algn="r"/>
            <a:fld id="{27692F5A-FC14-4E83-B4CC-18F6C2D780A4}" type="slidenum">
              <a:rPr lang="en-US" sz="1067" b="0" spc="40" baseline="0" smtClean="0">
                <a:solidFill>
                  <a:schemeClr val="accent4"/>
                </a:solidFill>
                <a:latin typeface="Lato" panose="020F0502020204030203" pitchFamily="34" charset="0"/>
              </a:rPr>
              <a:pPr algn="r"/>
              <a:t>‹#›</a:t>
            </a:fld>
            <a:endParaRPr lang="en-US" sz="1067" b="0" spc="40" baseline="0" dirty="0">
              <a:solidFill>
                <a:schemeClr val="accent4"/>
              </a:solidFill>
              <a:latin typeface="Lato" panose="020F0502020204030203" pitchFamily="34" charset="0"/>
            </a:endParaRPr>
          </a:p>
        </p:txBody>
      </p:sp>
      <p:sp>
        <p:nvSpPr>
          <p:cNvPr id="14" name="Text Placeholder 9"/>
          <p:cNvSpPr>
            <a:spLocks noGrp="1"/>
          </p:cNvSpPr>
          <p:nvPr>
            <p:ph type="body" sz="quarter" idx="10"/>
          </p:nvPr>
        </p:nvSpPr>
        <p:spPr>
          <a:xfrm>
            <a:off x="778936" y="767788"/>
            <a:ext cx="10604499" cy="511013"/>
          </a:xfrm>
          <a:prstGeom prst="rect">
            <a:avLst/>
          </a:prstGeom>
        </p:spPr>
        <p:txBody>
          <a:bodyPr lIns="0" tIns="0" rIns="0" bIns="0"/>
          <a:lstStyle>
            <a:lvl1pPr marL="0" indent="0" algn="l">
              <a:lnSpc>
                <a:spcPct val="100000"/>
              </a:lnSpc>
              <a:spcBef>
                <a:spcPts val="0"/>
              </a:spcBef>
              <a:buNone/>
              <a:defRPr sz="2933" b="0" cap="all" spc="67" baseline="0">
                <a:solidFill>
                  <a:schemeClr val="accent1"/>
                </a:solidFill>
                <a:latin typeface="Lato Black" panose="020F0A02020204030203" pitchFamily="34" charset="0"/>
                <a:ea typeface="Roboto" panose="02000000000000000000" pitchFamily="2" charset="0"/>
                <a:cs typeface="Open Sans" panose="020B0606030504020204" pitchFamily="34" charset="0"/>
              </a:defRPr>
            </a:lvl1pPr>
          </a:lstStyle>
          <a:p>
            <a:pPr lvl="0"/>
            <a:r>
              <a:rPr lang="en-US" dirty="0"/>
              <a:t>Click to edit Master text styles</a:t>
            </a:r>
          </a:p>
        </p:txBody>
      </p:sp>
      <p:sp>
        <p:nvSpPr>
          <p:cNvPr id="15" name="Text Placeholder 9"/>
          <p:cNvSpPr>
            <a:spLocks noGrp="1"/>
          </p:cNvSpPr>
          <p:nvPr>
            <p:ph type="body" sz="quarter" idx="11"/>
          </p:nvPr>
        </p:nvSpPr>
        <p:spPr>
          <a:xfrm>
            <a:off x="791633" y="1278801"/>
            <a:ext cx="10604499" cy="188459"/>
          </a:xfrm>
          <a:prstGeom prst="rect">
            <a:avLst/>
          </a:prstGeom>
        </p:spPr>
        <p:txBody>
          <a:bodyPr lIns="0" tIns="0" rIns="0" bIns="0"/>
          <a:lstStyle>
            <a:lvl1pPr marL="0" indent="0" algn="l">
              <a:lnSpc>
                <a:spcPts val="1600"/>
              </a:lnSpc>
              <a:spcBef>
                <a:spcPts val="0"/>
              </a:spcBef>
              <a:buNone/>
              <a:defRPr sz="1200" b="0" cap="none" spc="0" baseline="0">
                <a:solidFill>
                  <a:schemeClr val="accent4"/>
                </a:solidFill>
                <a:latin typeface="Lato" panose="020F0502020204030203" pitchFamily="34" charset="0"/>
                <a:ea typeface="Roboto" panose="02000000000000000000" pitchFamily="2" charset="0"/>
                <a:cs typeface="Open Sans" panose="020B0606030504020204" pitchFamily="34" charset="0"/>
              </a:defRPr>
            </a:lvl1pPr>
          </a:lstStyle>
          <a:p>
            <a:pPr lvl="0"/>
            <a:r>
              <a:rPr lang="en-US" dirty="0"/>
              <a:t>Click to edit Master text styles</a:t>
            </a:r>
          </a:p>
        </p:txBody>
      </p:sp>
      <p:cxnSp>
        <p:nvCxnSpPr>
          <p:cNvPr id="18" name="Straight Connector 17"/>
          <p:cNvCxnSpPr/>
          <p:nvPr userDrawn="1"/>
        </p:nvCxnSpPr>
        <p:spPr>
          <a:xfrm>
            <a:off x="791633" y="656089"/>
            <a:ext cx="121920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4" name="Picture Placeholder 3"/>
          <p:cNvSpPr>
            <a:spLocks noGrp="1"/>
          </p:cNvSpPr>
          <p:nvPr>
            <p:ph type="pic" sz="quarter" idx="12"/>
          </p:nvPr>
        </p:nvSpPr>
        <p:spPr>
          <a:xfrm>
            <a:off x="791633" y="2057399"/>
            <a:ext cx="5315656" cy="3675047"/>
          </a:xfrm>
          <a:prstGeom prst="rect">
            <a:avLst/>
          </a:prstGeom>
          <a:ln w="6350">
            <a:noFill/>
          </a:ln>
        </p:spPr>
        <p:txBody>
          <a:bodyPr anchor="ctr" anchorCtr="0"/>
          <a:lstStyle>
            <a:lvl1pPr marL="0" indent="0" algn="ctr">
              <a:buNone/>
              <a:defRPr sz="1333">
                <a:solidFill>
                  <a:schemeClr val="accent5"/>
                </a:solidFill>
                <a:latin typeface="Lato" panose="020F0502020204030203" pitchFamily="34" charset="0"/>
              </a:defRPr>
            </a:lvl1pPr>
          </a:lstStyle>
          <a:p>
            <a:endParaRPr lang="en-US" dirty="0"/>
          </a:p>
        </p:txBody>
      </p:sp>
      <p:sp>
        <p:nvSpPr>
          <p:cNvPr id="12" name="Freeform 5">
            <a:hlinkClick r:id="" action="ppaction://hlinkshowjump?jump=nextslide"/>
          </p:cNvPr>
          <p:cNvSpPr>
            <a:spLocks noEditPoints="1"/>
          </p:cNvSpPr>
          <p:nvPr userDrawn="1"/>
        </p:nvSpPr>
        <p:spPr bwMode="auto">
          <a:xfrm>
            <a:off x="11209905" y="6284422"/>
            <a:ext cx="188345" cy="188345"/>
          </a:xfrm>
          <a:custGeom>
            <a:avLst/>
            <a:gdLst>
              <a:gd name="T0" fmla="*/ 883 w 2350"/>
              <a:gd name="T1" fmla="*/ 679 h 2350"/>
              <a:gd name="T2" fmla="*/ 1338 w 2350"/>
              <a:gd name="T3" fmla="*/ 1175 h 2350"/>
              <a:gd name="T4" fmla="*/ 883 w 2350"/>
              <a:gd name="T5" fmla="*/ 1671 h 2350"/>
              <a:gd name="T6" fmla="*/ 883 w 2350"/>
              <a:gd name="T7" fmla="*/ 1813 h 2350"/>
              <a:gd name="T8" fmla="*/ 1023 w 2350"/>
              <a:gd name="T9" fmla="*/ 1813 h 2350"/>
              <a:gd name="T10" fmla="*/ 1579 w 2350"/>
              <a:gd name="T11" fmla="*/ 1246 h 2350"/>
              <a:gd name="T12" fmla="*/ 1579 w 2350"/>
              <a:gd name="T13" fmla="*/ 1104 h 2350"/>
              <a:gd name="T14" fmla="*/ 1023 w 2350"/>
              <a:gd name="T15" fmla="*/ 537 h 2350"/>
              <a:gd name="T16" fmla="*/ 883 w 2350"/>
              <a:gd name="T17" fmla="*/ 537 h 2350"/>
              <a:gd name="T18" fmla="*/ 883 w 2350"/>
              <a:gd name="T19" fmla="*/ 679 h 2350"/>
              <a:gd name="T20" fmla="*/ 0 w 2350"/>
              <a:gd name="T21" fmla="*/ 1175 h 2350"/>
              <a:gd name="T22" fmla="*/ 1175 w 2350"/>
              <a:gd name="T23" fmla="*/ 2350 h 2350"/>
              <a:gd name="T24" fmla="*/ 2350 w 2350"/>
              <a:gd name="T25" fmla="*/ 1175 h 2350"/>
              <a:gd name="T26" fmla="*/ 1175 w 2350"/>
              <a:gd name="T27" fmla="*/ 0 h 2350"/>
              <a:gd name="T28" fmla="*/ 0 w 2350"/>
              <a:gd name="T29" fmla="*/ 1175 h 2350"/>
              <a:gd name="T30" fmla="*/ 2198 w 2350"/>
              <a:gd name="T31" fmla="*/ 1175 h 2350"/>
              <a:gd name="T32" fmla="*/ 1175 w 2350"/>
              <a:gd name="T33" fmla="*/ 2198 h 2350"/>
              <a:gd name="T34" fmla="*/ 152 w 2350"/>
              <a:gd name="T35" fmla="*/ 1175 h 2350"/>
              <a:gd name="T36" fmla="*/ 1175 w 2350"/>
              <a:gd name="T37" fmla="*/ 152 h 2350"/>
              <a:gd name="T38" fmla="*/ 2198 w 2350"/>
              <a:gd name="T39" fmla="*/ 1175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350" h="2350">
                <a:moveTo>
                  <a:pt x="883" y="679"/>
                </a:moveTo>
                <a:cubicBezTo>
                  <a:pt x="1338" y="1175"/>
                  <a:pt x="1338" y="1175"/>
                  <a:pt x="1338" y="1175"/>
                </a:cubicBezTo>
                <a:cubicBezTo>
                  <a:pt x="883" y="1671"/>
                  <a:pt x="883" y="1671"/>
                  <a:pt x="883" y="1671"/>
                </a:cubicBezTo>
                <a:cubicBezTo>
                  <a:pt x="844" y="1710"/>
                  <a:pt x="844" y="1774"/>
                  <a:pt x="883" y="1813"/>
                </a:cubicBezTo>
                <a:cubicBezTo>
                  <a:pt x="922" y="1852"/>
                  <a:pt x="985" y="1852"/>
                  <a:pt x="1023" y="1813"/>
                </a:cubicBezTo>
                <a:cubicBezTo>
                  <a:pt x="1579" y="1246"/>
                  <a:pt x="1579" y="1246"/>
                  <a:pt x="1579" y="1246"/>
                </a:cubicBezTo>
                <a:cubicBezTo>
                  <a:pt x="1618" y="1207"/>
                  <a:pt x="1618" y="1143"/>
                  <a:pt x="1579" y="1104"/>
                </a:cubicBezTo>
                <a:cubicBezTo>
                  <a:pt x="1023" y="537"/>
                  <a:pt x="1023" y="537"/>
                  <a:pt x="1023" y="537"/>
                </a:cubicBezTo>
                <a:cubicBezTo>
                  <a:pt x="985" y="498"/>
                  <a:pt x="922" y="498"/>
                  <a:pt x="883" y="537"/>
                </a:cubicBezTo>
                <a:cubicBezTo>
                  <a:pt x="844" y="576"/>
                  <a:pt x="844" y="640"/>
                  <a:pt x="883" y="679"/>
                </a:cubicBezTo>
                <a:close/>
                <a:moveTo>
                  <a:pt x="0" y="1175"/>
                </a:moveTo>
                <a:cubicBezTo>
                  <a:pt x="0" y="1824"/>
                  <a:pt x="526" y="2350"/>
                  <a:pt x="1175" y="2350"/>
                </a:cubicBezTo>
                <a:cubicBezTo>
                  <a:pt x="1824" y="2350"/>
                  <a:pt x="2350" y="1824"/>
                  <a:pt x="2350" y="1175"/>
                </a:cubicBezTo>
                <a:cubicBezTo>
                  <a:pt x="2350" y="526"/>
                  <a:pt x="1824" y="0"/>
                  <a:pt x="1175" y="0"/>
                </a:cubicBezTo>
                <a:cubicBezTo>
                  <a:pt x="526" y="0"/>
                  <a:pt x="0" y="526"/>
                  <a:pt x="0" y="1175"/>
                </a:cubicBezTo>
                <a:close/>
                <a:moveTo>
                  <a:pt x="2198" y="1175"/>
                </a:moveTo>
                <a:cubicBezTo>
                  <a:pt x="2198" y="1740"/>
                  <a:pt x="1740" y="2198"/>
                  <a:pt x="1175" y="2198"/>
                </a:cubicBezTo>
                <a:cubicBezTo>
                  <a:pt x="610" y="2198"/>
                  <a:pt x="152" y="1740"/>
                  <a:pt x="152" y="1175"/>
                </a:cubicBezTo>
                <a:cubicBezTo>
                  <a:pt x="152" y="610"/>
                  <a:pt x="610" y="152"/>
                  <a:pt x="1175" y="152"/>
                </a:cubicBezTo>
                <a:cubicBezTo>
                  <a:pt x="1740" y="152"/>
                  <a:pt x="2198" y="610"/>
                  <a:pt x="2198" y="1175"/>
                </a:cubicBezTo>
                <a:close/>
              </a:path>
            </a:pathLst>
          </a:custGeom>
          <a:solidFill>
            <a:schemeClr val="accent5"/>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3" name="Freeform 5">
            <a:hlinkClick r:id="" action="ppaction://hlinkshowjump?jump=previousslide"/>
          </p:cNvPr>
          <p:cNvSpPr>
            <a:spLocks noEditPoints="1"/>
          </p:cNvSpPr>
          <p:nvPr userDrawn="1"/>
        </p:nvSpPr>
        <p:spPr bwMode="auto">
          <a:xfrm>
            <a:off x="10992130" y="6284422"/>
            <a:ext cx="188345" cy="188345"/>
          </a:xfrm>
          <a:custGeom>
            <a:avLst/>
            <a:gdLst>
              <a:gd name="T0" fmla="*/ 1467 w 2350"/>
              <a:gd name="T1" fmla="*/ 1671 h 2350"/>
              <a:gd name="T2" fmla="*/ 1012 w 2350"/>
              <a:gd name="T3" fmla="*/ 1175 h 2350"/>
              <a:gd name="T4" fmla="*/ 1467 w 2350"/>
              <a:gd name="T5" fmla="*/ 679 h 2350"/>
              <a:gd name="T6" fmla="*/ 1467 w 2350"/>
              <a:gd name="T7" fmla="*/ 537 h 2350"/>
              <a:gd name="T8" fmla="*/ 1327 w 2350"/>
              <a:gd name="T9" fmla="*/ 537 h 2350"/>
              <a:gd name="T10" fmla="*/ 771 w 2350"/>
              <a:gd name="T11" fmla="*/ 1104 h 2350"/>
              <a:gd name="T12" fmla="*/ 771 w 2350"/>
              <a:gd name="T13" fmla="*/ 1246 h 2350"/>
              <a:gd name="T14" fmla="*/ 1327 w 2350"/>
              <a:gd name="T15" fmla="*/ 1813 h 2350"/>
              <a:gd name="T16" fmla="*/ 1467 w 2350"/>
              <a:gd name="T17" fmla="*/ 1813 h 2350"/>
              <a:gd name="T18" fmla="*/ 1467 w 2350"/>
              <a:gd name="T19" fmla="*/ 1671 h 2350"/>
              <a:gd name="T20" fmla="*/ 2350 w 2350"/>
              <a:gd name="T21" fmla="*/ 1175 h 2350"/>
              <a:gd name="T22" fmla="*/ 1175 w 2350"/>
              <a:gd name="T23" fmla="*/ 0 h 2350"/>
              <a:gd name="T24" fmla="*/ 0 w 2350"/>
              <a:gd name="T25" fmla="*/ 1175 h 2350"/>
              <a:gd name="T26" fmla="*/ 1175 w 2350"/>
              <a:gd name="T27" fmla="*/ 2350 h 2350"/>
              <a:gd name="T28" fmla="*/ 2350 w 2350"/>
              <a:gd name="T29" fmla="*/ 1175 h 2350"/>
              <a:gd name="T30" fmla="*/ 152 w 2350"/>
              <a:gd name="T31" fmla="*/ 1175 h 2350"/>
              <a:gd name="T32" fmla="*/ 1175 w 2350"/>
              <a:gd name="T33" fmla="*/ 152 h 2350"/>
              <a:gd name="T34" fmla="*/ 2198 w 2350"/>
              <a:gd name="T35" fmla="*/ 1175 h 2350"/>
              <a:gd name="T36" fmla="*/ 1175 w 2350"/>
              <a:gd name="T37" fmla="*/ 2198 h 2350"/>
              <a:gd name="T38" fmla="*/ 152 w 2350"/>
              <a:gd name="T39" fmla="*/ 1175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350" h="2350">
                <a:moveTo>
                  <a:pt x="1467" y="1671"/>
                </a:moveTo>
                <a:cubicBezTo>
                  <a:pt x="1012" y="1175"/>
                  <a:pt x="1012" y="1175"/>
                  <a:pt x="1012" y="1175"/>
                </a:cubicBezTo>
                <a:cubicBezTo>
                  <a:pt x="1467" y="679"/>
                  <a:pt x="1467" y="679"/>
                  <a:pt x="1467" y="679"/>
                </a:cubicBezTo>
                <a:cubicBezTo>
                  <a:pt x="1506" y="640"/>
                  <a:pt x="1506" y="576"/>
                  <a:pt x="1467" y="537"/>
                </a:cubicBezTo>
                <a:cubicBezTo>
                  <a:pt x="1428" y="498"/>
                  <a:pt x="1365" y="498"/>
                  <a:pt x="1327" y="537"/>
                </a:cubicBezTo>
                <a:cubicBezTo>
                  <a:pt x="771" y="1104"/>
                  <a:pt x="771" y="1104"/>
                  <a:pt x="771" y="1104"/>
                </a:cubicBezTo>
                <a:cubicBezTo>
                  <a:pt x="732" y="1143"/>
                  <a:pt x="732" y="1207"/>
                  <a:pt x="771" y="1246"/>
                </a:cubicBezTo>
                <a:cubicBezTo>
                  <a:pt x="1327" y="1813"/>
                  <a:pt x="1327" y="1813"/>
                  <a:pt x="1327" y="1813"/>
                </a:cubicBezTo>
                <a:cubicBezTo>
                  <a:pt x="1365" y="1852"/>
                  <a:pt x="1428" y="1852"/>
                  <a:pt x="1467" y="1813"/>
                </a:cubicBezTo>
                <a:cubicBezTo>
                  <a:pt x="1506" y="1774"/>
                  <a:pt x="1506" y="1710"/>
                  <a:pt x="1467" y="1671"/>
                </a:cubicBezTo>
                <a:close/>
                <a:moveTo>
                  <a:pt x="2350" y="1175"/>
                </a:moveTo>
                <a:cubicBezTo>
                  <a:pt x="2350" y="526"/>
                  <a:pt x="1824" y="0"/>
                  <a:pt x="1175" y="0"/>
                </a:cubicBezTo>
                <a:cubicBezTo>
                  <a:pt x="526" y="0"/>
                  <a:pt x="0" y="526"/>
                  <a:pt x="0" y="1175"/>
                </a:cubicBezTo>
                <a:cubicBezTo>
                  <a:pt x="0" y="1824"/>
                  <a:pt x="526" y="2350"/>
                  <a:pt x="1175" y="2350"/>
                </a:cubicBezTo>
                <a:cubicBezTo>
                  <a:pt x="1824" y="2350"/>
                  <a:pt x="2350" y="1824"/>
                  <a:pt x="2350" y="1175"/>
                </a:cubicBezTo>
                <a:close/>
                <a:moveTo>
                  <a:pt x="152" y="1175"/>
                </a:moveTo>
                <a:cubicBezTo>
                  <a:pt x="152" y="610"/>
                  <a:pt x="610" y="152"/>
                  <a:pt x="1175" y="152"/>
                </a:cubicBezTo>
                <a:cubicBezTo>
                  <a:pt x="1740" y="152"/>
                  <a:pt x="2198" y="610"/>
                  <a:pt x="2198" y="1175"/>
                </a:cubicBezTo>
                <a:cubicBezTo>
                  <a:pt x="2198" y="1740"/>
                  <a:pt x="1740" y="2198"/>
                  <a:pt x="1175" y="2198"/>
                </a:cubicBezTo>
                <a:cubicBezTo>
                  <a:pt x="610" y="2198"/>
                  <a:pt x="152" y="1740"/>
                  <a:pt x="152" y="1175"/>
                </a:cubicBezTo>
                <a:close/>
              </a:path>
            </a:pathLst>
          </a:custGeom>
          <a:solidFill>
            <a:schemeClr val="accent5"/>
          </a:solidFill>
          <a:ln>
            <a:noFill/>
          </a:ln>
        </p:spPr>
        <p:txBody>
          <a:bodyPr vert="horz" wrap="square" lIns="121920" tIns="60960" rIns="121920" bIns="60960" numCol="1" anchor="t" anchorCtr="0" compatLnSpc="1">
            <a:prstTxWarp prst="textNoShape">
              <a:avLst/>
            </a:prstTxWarp>
          </a:bodyPr>
          <a:lstStyle/>
          <a:p>
            <a:endParaRPr lang="en-US" sz="2400"/>
          </a:p>
        </p:txBody>
      </p:sp>
    </p:spTree>
    <p:extLst>
      <p:ext uri="{BB962C8B-B14F-4D97-AF65-F5344CB8AC3E}">
        <p14:creationId xmlns:p14="http://schemas.microsoft.com/office/powerpoint/2010/main" val="3476034184"/>
      </p:ext>
    </p:extLst>
  </p:cSld>
  <p:clrMapOvr>
    <a:masterClrMapping/>
  </p:clrMapOvr>
  <mc:AlternateContent xmlns:mc="http://schemas.openxmlformats.org/markup-compatibility/2006" xmlns:p14="http://schemas.microsoft.com/office/powerpoint/2010/main">
    <mc:Choice Requires="p14">
      <p:transition spd="slow" p14:dur="3500">
        <p14:window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4">
                                            <p:txEl>
                                              <p:pRg st="0" end="0"/>
                                            </p:txEl>
                                          </p:spTgt>
                                        </p:tgtEl>
                                        <p:attrNameLst>
                                          <p:attrName>style.visibility</p:attrName>
                                        </p:attrNameLst>
                                      </p:cBhvr>
                                      <p:to>
                                        <p:strVal val="visible"/>
                                      </p:to>
                                    </p:set>
                                    <p:animEffect transition="in" filter="fade">
                                      <p:cBhvr>
                                        <p:cTn id="11" dur="500"/>
                                        <p:tgtEl>
                                          <p:spTgt spid="14">
                                            <p:txEl>
                                              <p:pRg st="0" end="0"/>
                                            </p:tx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5">
                                            <p:txEl>
                                              <p:pRg st="0" end="0"/>
                                            </p:txEl>
                                          </p:spTgt>
                                        </p:tgtEl>
                                        <p:attrNameLst>
                                          <p:attrName>style.visibility</p:attrName>
                                        </p:attrNameLst>
                                      </p:cBhvr>
                                      <p:to>
                                        <p:strVal val="visible"/>
                                      </p:to>
                                    </p:set>
                                    <p:animEffect transition="in" filter="fade">
                                      <p:cBhvr>
                                        <p:cTn id="15" dur="5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tmplLst>
          <p:tmpl lvl="1">
            <p:tnLst>
              <p:par>
                <p:cTn presetID="10" presetClass="entr" presetSubtype="0" fill="hold" nodeType="afterEffect">
                  <p:stCondLst>
                    <p:cond delay="0"/>
                  </p:stCondLst>
                  <p:childTnLst>
                    <p:set>
                      <p:cBhvr>
                        <p:cTn dur="1" fill="hold">
                          <p:stCondLst>
                            <p:cond delay="0"/>
                          </p:stCondLst>
                        </p:cTn>
                        <p:tgtEl>
                          <p:spTgt spid="14"/>
                        </p:tgtEl>
                        <p:attrNameLst>
                          <p:attrName>style.visibility</p:attrName>
                        </p:attrNameLst>
                      </p:cBhvr>
                      <p:to>
                        <p:strVal val="visible"/>
                      </p:to>
                    </p:set>
                    <p:animEffect transition="in" filter="fade">
                      <p:cBhvr>
                        <p:cTn dur="500"/>
                        <p:tgtEl>
                          <p:spTgt spid="14"/>
                        </p:tgtEl>
                      </p:cBhvr>
                    </p:animEffect>
                  </p:childTnLst>
                </p:cTn>
              </p:par>
            </p:tnLst>
          </p:tmpl>
        </p:tmplLst>
      </p:bldP>
      <p:bldP spid="15" grpId="0" build="p">
        <p:tmplLst>
          <p:tmpl lvl="1">
            <p:tnLst>
              <p:par>
                <p:cTn presetID="10" presetClass="entr" presetSubtype="0" fill="hold" nodeType="afterEffect">
                  <p:stCondLst>
                    <p:cond delay="0"/>
                  </p:stCondLst>
                  <p:childTnLst>
                    <p:set>
                      <p:cBhvr>
                        <p:cTn dur="1" fill="hold">
                          <p:stCondLst>
                            <p:cond delay="0"/>
                          </p:stCondLst>
                        </p:cTn>
                        <p:tgtEl>
                          <p:spTgt spid="15"/>
                        </p:tgtEl>
                        <p:attrNameLst>
                          <p:attrName>style.visibility</p:attrName>
                        </p:attrNameLst>
                      </p:cBhvr>
                      <p:to>
                        <p:strVal val="visible"/>
                      </p:to>
                    </p:set>
                    <p:animEffect transition="in" filter="fade">
                      <p:cBhvr>
                        <p:cTn dur="500"/>
                        <p:tgtEl>
                          <p:spTgt spid="15"/>
                        </p:tgtEl>
                      </p:cBhvr>
                    </p:animEffect>
                  </p:childTnLst>
                </p:cTn>
              </p:par>
            </p:tnLst>
          </p:tmpl>
        </p:tmplLst>
      </p:bldP>
    </p:bldLst>
  </p:timing>
  <p:extLst>
    <p:ext uri="{DCECCB84-F9BA-43D5-87BE-67443E8EF086}">
      <p15:sldGuideLst xmlns:p15="http://schemas.microsoft.com/office/powerpoint/2012/main">
        <p15:guide id="1" orient="horz" pos="2700">
          <p15:clr>
            <a:srgbClr val="FBAE40"/>
          </p15:clr>
        </p15:guide>
        <p15:guide id="2" pos="5384">
          <p15:clr>
            <a:srgbClr val="FBAE40"/>
          </p15:clr>
        </p15:guide>
        <p15:guide id="3" pos="374">
          <p15:clr>
            <a:srgbClr val="FBAE40"/>
          </p15:clr>
        </p15:guide>
        <p15:guide id="4" orient="horz" pos="306">
          <p15:clr>
            <a:srgbClr val="FBAE40"/>
          </p15:clr>
        </p15:guide>
        <p15:guide id="5" orient="horz" pos="972">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Various Project Show Case">
    <p:spTree>
      <p:nvGrpSpPr>
        <p:cNvPr id="1" name=""/>
        <p:cNvGrpSpPr/>
        <p:nvPr/>
      </p:nvGrpSpPr>
      <p:grpSpPr>
        <a:xfrm>
          <a:off x="0" y="0"/>
          <a:ext cx="0" cy="0"/>
          <a:chOff x="0" y="0"/>
          <a:chExt cx="0" cy="0"/>
        </a:xfrm>
      </p:grpSpPr>
      <p:sp>
        <p:nvSpPr>
          <p:cNvPr id="44" name="Text Placeholder 9"/>
          <p:cNvSpPr>
            <a:spLocks noGrp="1"/>
          </p:cNvSpPr>
          <p:nvPr userDrawn="1">
            <p:ph type="body" sz="quarter" idx="18"/>
          </p:nvPr>
        </p:nvSpPr>
        <p:spPr>
          <a:xfrm>
            <a:off x="778936" y="767788"/>
            <a:ext cx="10604499" cy="511013"/>
          </a:xfrm>
          <a:prstGeom prst="rect">
            <a:avLst/>
          </a:prstGeom>
        </p:spPr>
        <p:txBody>
          <a:bodyPr lIns="0" tIns="0" rIns="0" bIns="0"/>
          <a:lstStyle>
            <a:lvl1pPr marL="0" indent="0" algn="l">
              <a:lnSpc>
                <a:spcPct val="100000"/>
              </a:lnSpc>
              <a:spcBef>
                <a:spcPts val="0"/>
              </a:spcBef>
              <a:buNone/>
              <a:defRPr sz="2933" b="0" cap="all" spc="67" baseline="0">
                <a:solidFill>
                  <a:schemeClr val="accent1"/>
                </a:solidFill>
                <a:latin typeface="Lato Black" panose="020F0A02020204030203" pitchFamily="34" charset="0"/>
                <a:ea typeface="Roboto" panose="02000000000000000000" pitchFamily="2" charset="0"/>
                <a:cs typeface="Open Sans" panose="020B0606030504020204" pitchFamily="34" charset="0"/>
              </a:defRPr>
            </a:lvl1pPr>
          </a:lstStyle>
          <a:p>
            <a:pPr lvl="0"/>
            <a:r>
              <a:rPr lang="en-US" dirty="0"/>
              <a:t>Click to edit Master text styles</a:t>
            </a:r>
          </a:p>
        </p:txBody>
      </p:sp>
      <p:sp>
        <p:nvSpPr>
          <p:cNvPr id="45" name="Text Placeholder 9"/>
          <p:cNvSpPr>
            <a:spLocks noGrp="1"/>
          </p:cNvSpPr>
          <p:nvPr userDrawn="1">
            <p:ph type="body" sz="quarter" idx="19"/>
          </p:nvPr>
        </p:nvSpPr>
        <p:spPr>
          <a:xfrm>
            <a:off x="791633" y="1278801"/>
            <a:ext cx="10604499" cy="188459"/>
          </a:xfrm>
          <a:prstGeom prst="rect">
            <a:avLst/>
          </a:prstGeom>
        </p:spPr>
        <p:txBody>
          <a:bodyPr lIns="0" tIns="0" rIns="0" bIns="0"/>
          <a:lstStyle>
            <a:lvl1pPr marL="0" indent="0" algn="l">
              <a:lnSpc>
                <a:spcPts val="1600"/>
              </a:lnSpc>
              <a:spcBef>
                <a:spcPts val="0"/>
              </a:spcBef>
              <a:buNone/>
              <a:defRPr sz="1200" b="0" cap="none" spc="0" baseline="0">
                <a:solidFill>
                  <a:schemeClr val="accent4"/>
                </a:solidFill>
                <a:latin typeface="Lato" panose="020F0502020204030203" pitchFamily="34" charset="0"/>
                <a:ea typeface="Roboto" panose="02000000000000000000" pitchFamily="2" charset="0"/>
                <a:cs typeface="Open Sans" panose="020B0606030504020204" pitchFamily="34" charset="0"/>
              </a:defRPr>
            </a:lvl1pPr>
          </a:lstStyle>
          <a:p>
            <a:pPr lvl="0"/>
            <a:r>
              <a:rPr lang="en-US" dirty="0"/>
              <a:t>Click to edit Master text styles</a:t>
            </a:r>
          </a:p>
        </p:txBody>
      </p:sp>
      <p:cxnSp>
        <p:nvCxnSpPr>
          <p:cNvPr id="46" name="Straight Connector 45"/>
          <p:cNvCxnSpPr/>
          <p:nvPr userDrawn="1"/>
        </p:nvCxnSpPr>
        <p:spPr>
          <a:xfrm>
            <a:off x="791633" y="656089"/>
            <a:ext cx="121920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31" name="Picture Placeholder 17"/>
          <p:cNvSpPr>
            <a:spLocks noGrp="1"/>
          </p:cNvSpPr>
          <p:nvPr>
            <p:ph type="pic" sz="quarter" idx="10"/>
          </p:nvPr>
        </p:nvSpPr>
        <p:spPr>
          <a:xfrm>
            <a:off x="792521" y="2057400"/>
            <a:ext cx="2645664" cy="1828800"/>
          </a:xfrm>
          <a:prstGeom prst="rect">
            <a:avLst/>
          </a:prstGeom>
          <a:noFill/>
          <a:ln>
            <a:noFill/>
          </a:ln>
        </p:spPr>
        <p:txBody>
          <a:bodyPr anchor="ctr" anchorCtr="0"/>
          <a:lstStyle>
            <a:lvl1pPr marL="0" indent="0" algn="ctr">
              <a:buNone/>
              <a:defRPr sz="1333">
                <a:solidFill>
                  <a:schemeClr val="accent5"/>
                </a:solidFill>
                <a:latin typeface="Lato" panose="020F0502020204030203" pitchFamily="34" charset="0"/>
              </a:defRPr>
            </a:lvl1pPr>
          </a:lstStyle>
          <a:p>
            <a:endParaRPr lang="en-US"/>
          </a:p>
        </p:txBody>
      </p:sp>
      <p:sp>
        <p:nvSpPr>
          <p:cNvPr id="40" name="TextBox 39"/>
          <p:cNvSpPr txBox="1"/>
          <p:nvPr userDrawn="1"/>
        </p:nvSpPr>
        <p:spPr>
          <a:xfrm>
            <a:off x="10585897" y="6297122"/>
            <a:ext cx="275991" cy="164212"/>
          </a:xfrm>
          <a:prstGeom prst="rect">
            <a:avLst/>
          </a:prstGeom>
          <a:noFill/>
        </p:spPr>
        <p:txBody>
          <a:bodyPr wrap="square" lIns="0" tIns="0" rIns="0" bIns="0" rtlCol="0">
            <a:spAutoFit/>
          </a:bodyPr>
          <a:lstStyle/>
          <a:p>
            <a:pPr algn="r"/>
            <a:fld id="{27692F5A-FC14-4E83-B4CC-18F6C2D780A4}" type="slidenum">
              <a:rPr lang="en-US" sz="1067" b="0" spc="40" baseline="0" smtClean="0">
                <a:solidFill>
                  <a:schemeClr val="accent4"/>
                </a:solidFill>
                <a:latin typeface="Lato" panose="020F0502020204030203" pitchFamily="34" charset="0"/>
              </a:rPr>
              <a:pPr algn="r"/>
              <a:t>‹#›</a:t>
            </a:fld>
            <a:endParaRPr lang="en-US" sz="1067" b="0" spc="40" baseline="0" dirty="0">
              <a:solidFill>
                <a:schemeClr val="accent4"/>
              </a:solidFill>
              <a:latin typeface="Lato" panose="020F0502020204030203" pitchFamily="34" charset="0"/>
            </a:endParaRPr>
          </a:p>
        </p:txBody>
      </p:sp>
      <p:sp>
        <p:nvSpPr>
          <p:cNvPr id="42" name="Picture Placeholder 17"/>
          <p:cNvSpPr>
            <a:spLocks noGrp="1"/>
          </p:cNvSpPr>
          <p:nvPr>
            <p:ph type="pic" sz="quarter" idx="20"/>
          </p:nvPr>
        </p:nvSpPr>
        <p:spPr>
          <a:xfrm>
            <a:off x="6082073" y="2057400"/>
            <a:ext cx="2645664" cy="1828800"/>
          </a:xfrm>
          <a:prstGeom prst="rect">
            <a:avLst/>
          </a:prstGeom>
          <a:noFill/>
          <a:ln>
            <a:noFill/>
          </a:ln>
        </p:spPr>
        <p:txBody>
          <a:bodyPr anchor="ctr" anchorCtr="0"/>
          <a:lstStyle>
            <a:lvl1pPr marL="0" indent="0" algn="ctr">
              <a:buNone/>
              <a:defRPr sz="1333">
                <a:solidFill>
                  <a:schemeClr val="accent5"/>
                </a:solidFill>
                <a:latin typeface="Lato" panose="020F0502020204030203" pitchFamily="34" charset="0"/>
              </a:defRPr>
            </a:lvl1pPr>
          </a:lstStyle>
          <a:p>
            <a:endParaRPr lang="en-US"/>
          </a:p>
        </p:txBody>
      </p:sp>
      <p:sp>
        <p:nvSpPr>
          <p:cNvPr id="47" name="Picture Placeholder 17"/>
          <p:cNvSpPr>
            <a:spLocks noGrp="1"/>
          </p:cNvSpPr>
          <p:nvPr>
            <p:ph type="pic" sz="quarter" idx="21"/>
          </p:nvPr>
        </p:nvSpPr>
        <p:spPr>
          <a:xfrm>
            <a:off x="3437297" y="3884531"/>
            <a:ext cx="2645664" cy="1828800"/>
          </a:xfrm>
          <a:prstGeom prst="rect">
            <a:avLst/>
          </a:prstGeom>
          <a:noFill/>
          <a:ln>
            <a:noFill/>
          </a:ln>
        </p:spPr>
        <p:txBody>
          <a:bodyPr anchor="ctr" anchorCtr="0"/>
          <a:lstStyle>
            <a:lvl1pPr marL="0" indent="0" algn="ctr">
              <a:buNone/>
              <a:defRPr sz="1333">
                <a:solidFill>
                  <a:schemeClr val="accent5"/>
                </a:solidFill>
                <a:latin typeface="Lato" panose="020F0502020204030203" pitchFamily="34" charset="0"/>
              </a:defRPr>
            </a:lvl1pPr>
          </a:lstStyle>
          <a:p>
            <a:endParaRPr lang="en-US"/>
          </a:p>
        </p:txBody>
      </p:sp>
      <p:sp>
        <p:nvSpPr>
          <p:cNvPr id="60" name="Picture Placeholder 17"/>
          <p:cNvSpPr>
            <a:spLocks noGrp="1"/>
          </p:cNvSpPr>
          <p:nvPr>
            <p:ph type="pic" sz="quarter" idx="22"/>
          </p:nvPr>
        </p:nvSpPr>
        <p:spPr>
          <a:xfrm>
            <a:off x="8726849" y="3884531"/>
            <a:ext cx="2645664" cy="1828800"/>
          </a:xfrm>
          <a:prstGeom prst="rect">
            <a:avLst/>
          </a:prstGeom>
          <a:noFill/>
          <a:ln>
            <a:noFill/>
          </a:ln>
        </p:spPr>
        <p:txBody>
          <a:bodyPr anchor="ctr" anchorCtr="0"/>
          <a:lstStyle>
            <a:lvl1pPr marL="0" indent="0" algn="ctr">
              <a:buNone/>
              <a:defRPr sz="1333">
                <a:solidFill>
                  <a:schemeClr val="accent5"/>
                </a:solidFill>
                <a:latin typeface="Lato" panose="020F0502020204030203" pitchFamily="34" charset="0"/>
              </a:defRPr>
            </a:lvl1pPr>
          </a:lstStyle>
          <a:p>
            <a:endParaRPr lang="en-US"/>
          </a:p>
        </p:txBody>
      </p:sp>
      <p:sp>
        <p:nvSpPr>
          <p:cNvPr id="15" name="Freeform 5">
            <a:hlinkClick r:id="" action="ppaction://hlinkshowjump?jump=nextslide"/>
          </p:cNvPr>
          <p:cNvSpPr>
            <a:spLocks noEditPoints="1"/>
          </p:cNvSpPr>
          <p:nvPr userDrawn="1"/>
        </p:nvSpPr>
        <p:spPr bwMode="auto">
          <a:xfrm>
            <a:off x="11209905" y="6284422"/>
            <a:ext cx="188345" cy="188345"/>
          </a:xfrm>
          <a:custGeom>
            <a:avLst/>
            <a:gdLst>
              <a:gd name="T0" fmla="*/ 883 w 2350"/>
              <a:gd name="T1" fmla="*/ 679 h 2350"/>
              <a:gd name="T2" fmla="*/ 1338 w 2350"/>
              <a:gd name="T3" fmla="*/ 1175 h 2350"/>
              <a:gd name="T4" fmla="*/ 883 w 2350"/>
              <a:gd name="T5" fmla="*/ 1671 h 2350"/>
              <a:gd name="T6" fmla="*/ 883 w 2350"/>
              <a:gd name="T7" fmla="*/ 1813 h 2350"/>
              <a:gd name="T8" fmla="*/ 1023 w 2350"/>
              <a:gd name="T9" fmla="*/ 1813 h 2350"/>
              <a:gd name="T10" fmla="*/ 1579 w 2350"/>
              <a:gd name="T11" fmla="*/ 1246 h 2350"/>
              <a:gd name="T12" fmla="*/ 1579 w 2350"/>
              <a:gd name="T13" fmla="*/ 1104 h 2350"/>
              <a:gd name="T14" fmla="*/ 1023 w 2350"/>
              <a:gd name="T15" fmla="*/ 537 h 2350"/>
              <a:gd name="T16" fmla="*/ 883 w 2350"/>
              <a:gd name="T17" fmla="*/ 537 h 2350"/>
              <a:gd name="T18" fmla="*/ 883 w 2350"/>
              <a:gd name="T19" fmla="*/ 679 h 2350"/>
              <a:gd name="T20" fmla="*/ 0 w 2350"/>
              <a:gd name="T21" fmla="*/ 1175 h 2350"/>
              <a:gd name="T22" fmla="*/ 1175 w 2350"/>
              <a:gd name="T23" fmla="*/ 2350 h 2350"/>
              <a:gd name="T24" fmla="*/ 2350 w 2350"/>
              <a:gd name="T25" fmla="*/ 1175 h 2350"/>
              <a:gd name="T26" fmla="*/ 1175 w 2350"/>
              <a:gd name="T27" fmla="*/ 0 h 2350"/>
              <a:gd name="T28" fmla="*/ 0 w 2350"/>
              <a:gd name="T29" fmla="*/ 1175 h 2350"/>
              <a:gd name="T30" fmla="*/ 2198 w 2350"/>
              <a:gd name="T31" fmla="*/ 1175 h 2350"/>
              <a:gd name="T32" fmla="*/ 1175 w 2350"/>
              <a:gd name="T33" fmla="*/ 2198 h 2350"/>
              <a:gd name="T34" fmla="*/ 152 w 2350"/>
              <a:gd name="T35" fmla="*/ 1175 h 2350"/>
              <a:gd name="T36" fmla="*/ 1175 w 2350"/>
              <a:gd name="T37" fmla="*/ 152 h 2350"/>
              <a:gd name="T38" fmla="*/ 2198 w 2350"/>
              <a:gd name="T39" fmla="*/ 1175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350" h="2350">
                <a:moveTo>
                  <a:pt x="883" y="679"/>
                </a:moveTo>
                <a:cubicBezTo>
                  <a:pt x="1338" y="1175"/>
                  <a:pt x="1338" y="1175"/>
                  <a:pt x="1338" y="1175"/>
                </a:cubicBezTo>
                <a:cubicBezTo>
                  <a:pt x="883" y="1671"/>
                  <a:pt x="883" y="1671"/>
                  <a:pt x="883" y="1671"/>
                </a:cubicBezTo>
                <a:cubicBezTo>
                  <a:pt x="844" y="1710"/>
                  <a:pt x="844" y="1774"/>
                  <a:pt x="883" y="1813"/>
                </a:cubicBezTo>
                <a:cubicBezTo>
                  <a:pt x="922" y="1852"/>
                  <a:pt x="985" y="1852"/>
                  <a:pt x="1023" y="1813"/>
                </a:cubicBezTo>
                <a:cubicBezTo>
                  <a:pt x="1579" y="1246"/>
                  <a:pt x="1579" y="1246"/>
                  <a:pt x="1579" y="1246"/>
                </a:cubicBezTo>
                <a:cubicBezTo>
                  <a:pt x="1618" y="1207"/>
                  <a:pt x="1618" y="1143"/>
                  <a:pt x="1579" y="1104"/>
                </a:cubicBezTo>
                <a:cubicBezTo>
                  <a:pt x="1023" y="537"/>
                  <a:pt x="1023" y="537"/>
                  <a:pt x="1023" y="537"/>
                </a:cubicBezTo>
                <a:cubicBezTo>
                  <a:pt x="985" y="498"/>
                  <a:pt x="922" y="498"/>
                  <a:pt x="883" y="537"/>
                </a:cubicBezTo>
                <a:cubicBezTo>
                  <a:pt x="844" y="576"/>
                  <a:pt x="844" y="640"/>
                  <a:pt x="883" y="679"/>
                </a:cubicBezTo>
                <a:close/>
                <a:moveTo>
                  <a:pt x="0" y="1175"/>
                </a:moveTo>
                <a:cubicBezTo>
                  <a:pt x="0" y="1824"/>
                  <a:pt x="526" y="2350"/>
                  <a:pt x="1175" y="2350"/>
                </a:cubicBezTo>
                <a:cubicBezTo>
                  <a:pt x="1824" y="2350"/>
                  <a:pt x="2350" y="1824"/>
                  <a:pt x="2350" y="1175"/>
                </a:cubicBezTo>
                <a:cubicBezTo>
                  <a:pt x="2350" y="526"/>
                  <a:pt x="1824" y="0"/>
                  <a:pt x="1175" y="0"/>
                </a:cubicBezTo>
                <a:cubicBezTo>
                  <a:pt x="526" y="0"/>
                  <a:pt x="0" y="526"/>
                  <a:pt x="0" y="1175"/>
                </a:cubicBezTo>
                <a:close/>
                <a:moveTo>
                  <a:pt x="2198" y="1175"/>
                </a:moveTo>
                <a:cubicBezTo>
                  <a:pt x="2198" y="1740"/>
                  <a:pt x="1740" y="2198"/>
                  <a:pt x="1175" y="2198"/>
                </a:cubicBezTo>
                <a:cubicBezTo>
                  <a:pt x="610" y="2198"/>
                  <a:pt x="152" y="1740"/>
                  <a:pt x="152" y="1175"/>
                </a:cubicBezTo>
                <a:cubicBezTo>
                  <a:pt x="152" y="610"/>
                  <a:pt x="610" y="152"/>
                  <a:pt x="1175" y="152"/>
                </a:cubicBezTo>
                <a:cubicBezTo>
                  <a:pt x="1740" y="152"/>
                  <a:pt x="2198" y="610"/>
                  <a:pt x="2198" y="1175"/>
                </a:cubicBezTo>
                <a:close/>
              </a:path>
            </a:pathLst>
          </a:custGeom>
          <a:solidFill>
            <a:schemeClr val="accent5"/>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6" name="Freeform 5">
            <a:hlinkClick r:id="" action="ppaction://hlinkshowjump?jump=previousslide"/>
          </p:cNvPr>
          <p:cNvSpPr>
            <a:spLocks noEditPoints="1"/>
          </p:cNvSpPr>
          <p:nvPr userDrawn="1"/>
        </p:nvSpPr>
        <p:spPr bwMode="auto">
          <a:xfrm>
            <a:off x="10992130" y="6284422"/>
            <a:ext cx="188345" cy="188345"/>
          </a:xfrm>
          <a:custGeom>
            <a:avLst/>
            <a:gdLst>
              <a:gd name="T0" fmla="*/ 1467 w 2350"/>
              <a:gd name="T1" fmla="*/ 1671 h 2350"/>
              <a:gd name="T2" fmla="*/ 1012 w 2350"/>
              <a:gd name="T3" fmla="*/ 1175 h 2350"/>
              <a:gd name="T4" fmla="*/ 1467 w 2350"/>
              <a:gd name="T5" fmla="*/ 679 h 2350"/>
              <a:gd name="T6" fmla="*/ 1467 w 2350"/>
              <a:gd name="T7" fmla="*/ 537 h 2350"/>
              <a:gd name="T8" fmla="*/ 1327 w 2350"/>
              <a:gd name="T9" fmla="*/ 537 h 2350"/>
              <a:gd name="T10" fmla="*/ 771 w 2350"/>
              <a:gd name="T11" fmla="*/ 1104 h 2350"/>
              <a:gd name="T12" fmla="*/ 771 w 2350"/>
              <a:gd name="T13" fmla="*/ 1246 h 2350"/>
              <a:gd name="T14" fmla="*/ 1327 w 2350"/>
              <a:gd name="T15" fmla="*/ 1813 h 2350"/>
              <a:gd name="T16" fmla="*/ 1467 w 2350"/>
              <a:gd name="T17" fmla="*/ 1813 h 2350"/>
              <a:gd name="T18" fmla="*/ 1467 w 2350"/>
              <a:gd name="T19" fmla="*/ 1671 h 2350"/>
              <a:gd name="T20" fmla="*/ 2350 w 2350"/>
              <a:gd name="T21" fmla="*/ 1175 h 2350"/>
              <a:gd name="T22" fmla="*/ 1175 w 2350"/>
              <a:gd name="T23" fmla="*/ 0 h 2350"/>
              <a:gd name="T24" fmla="*/ 0 w 2350"/>
              <a:gd name="T25" fmla="*/ 1175 h 2350"/>
              <a:gd name="T26" fmla="*/ 1175 w 2350"/>
              <a:gd name="T27" fmla="*/ 2350 h 2350"/>
              <a:gd name="T28" fmla="*/ 2350 w 2350"/>
              <a:gd name="T29" fmla="*/ 1175 h 2350"/>
              <a:gd name="T30" fmla="*/ 152 w 2350"/>
              <a:gd name="T31" fmla="*/ 1175 h 2350"/>
              <a:gd name="T32" fmla="*/ 1175 w 2350"/>
              <a:gd name="T33" fmla="*/ 152 h 2350"/>
              <a:gd name="T34" fmla="*/ 2198 w 2350"/>
              <a:gd name="T35" fmla="*/ 1175 h 2350"/>
              <a:gd name="T36" fmla="*/ 1175 w 2350"/>
              <a:gd name="T37" fmla="*/ 2198 h 2350"/>
              <a:gd name="T38" fmla="*/ 152 w 2350"/>
              <a:gd name="T39" fmla="*/ 1175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350" h="2350">
                <a:moveTo>
                  <a:pt x="1467" y="1671"/>
                </a:moveTo>
                <a:cubicBezTo>
                  <a:pt x="1012" y="1175"/>
                  <a:pt x="1012" y="1175"/>
                  <a:pt x="1012" y="1175"/>
                </a:cubicBezTo>
                <a:cubicBezTo>
                  <a:pt x="1467" y="679"/>
                  <a:pt x="1467" y="679"/>
                  <a:pt x="1467" y="679"/>
                </a:cubicBezTo>
                <a:cubicBezTo>
                  <a:pt x="1506" y="640"/>
                  <a:pt x="1506" y="576"/>
                  <a:pt x="1467" y="537"/>
                </a:cubicBezTo>
                <a:cubicBezTo>
                  <a:pt x="1428" y="498"/>
                  <a:pt x="1365" y="498"/>
                  <a:pt x="1327" y="537"/>
                </a:cubicBezTo>
                <a:cubicBezTo>
                  <a:pt x="771" y="1104"/>
                  <a:pt x="771" y="1104"/>
                  <a:pt x="771" y="1104"/>
                </a:cubicBezTo>
                <a:cubicBezTo>
                  <a:pt x="732" y="1143"/>
                  <a:pt x="732" y="1207"/>
                  <a:pt x="771" y="1246"/>
                </a:cubicBezTo>
                <a:cubicBezTo>
                  <a:pt x="1327" y="1813"/>
                  <a:pt x="1327" y="1813"/>
                  <a:pt x="1327" y="1813"/>
                </a:cubicBezTo>
                <a:cubicBezTo>
                  <a:pt x="1365" y="1852"/>
                  <a:pt x="1428" y="1852"/>
                  <a:pt x="1467" y="1813"/>
                </a:cubicBezTo>
                <a:cubicBezTo>
                  <a:pt x="1506" y="1774"/>
                  <a:pt x="1506" y="1710"/>
                  <a:pt x="1467" y="1671"/>
                </a:cubicBezTo>
                <a:close/>
                <a:moveTo>
                  <a:pt x="2350" y="1175"/>
                </a:moveTo>
                <a:cubicBezTo>
                  <a:pt x="2350" y="526"/>
                  <a:pt x="1824" y="0"/>
                  <a:pt x="1175" y="0"/>
                </a:cubicBezTo>
                <a:cubicBezTo>
                  <a:pt x="526" y="0"/>
                  <a:pt x="0" y="526"/>
                  <a:pt x="0" y="1175"/>
                </a:cubicBezTo>
                <a:cubicBezTo>
                  <a:pt x="0" y="1824"/>
                  <a:pt x="526" y="2350"/>
                  <a:pt x="1175" y="2350"/>
                </a:cubicBezTo>
                <a:cubicBezTo>
                  <a:pt x="1824" y="2350"/>
                  <a:pt x="2350" y="1824"/>
                  <a:pt x="2350" y="1175"/>
                </a:cubicBezTo>
                <a:close/>
                <a:moveTo>
                  <a:pt x="152" y="1175"/>
                </a:moveTo>
                <a:cubicBezTo>
                  <a:pt x="152" y="610"/>
                  <a:pt x="610" y="152"/>
                  <a:pt x="1175" y="152"/>
                </a:cubicBezTo>
                <a:cubicBezTo>
                  <a:pt x="1740" y="152"/>
                  <a:pt x="2198" y="610"/>
                  <a:pt x="2198" y="1175"/>
                </a:cubicBezTo>
                <a:cubicBezTo>
                  <a:pt x="2198" y="1740"/>
                  <a:pt x="1740" y="2198"/>
                  <a:pt x="1175" y="2198"/>
                </a:cubicBezTo>
                <a:cubicBezTo>
                  <a:pt x="610" y="2198"/>
                  <a:pt x="152" y="1740"/>
                  <a:pt x="152" y="1175"/>
                </a:cubicBezTo>
                <a:close/>
              </a:path>
            </a:pathLst>
          </a:custGeom>
          <a:solidFill>
            <a:schemeClr val="accent5"/>
          </a:solidFill>
          <a:ln>
            <a:noFill/>
          </a:ln>
        </p:spPr>
        <p:txBody>
          <a:bodyPr vert="horz" wrap="square" lIns="121920" tIns="60960" rIns="121920" bIns="60960" numCol="1" anchor="t" anchorCtr="0" compatLnSpc="1">
            <a:prstTxWarp prst="textNoShape">
              <a:avLst/>
            </a:prstTxWarp>
          </a:bodyPr>
          <a:lstStyle/>
          <a:p>
            <a:endParaRPr lang="en-US" sz="2400"/>
          </a:p>
        </p:txBody>
      </p:sp>
    </p:spTree>
    <p:extLst>
      <p:ext uri="{BB962C8B-B14F-4D97-AF65-F5344CB8AC3E}">
        <p14:creationId xmlns:p14="http://schemas.microsoft.com/office/powerpoint/2010/main" val="873336513"/>
      </p:ext>
    </p:extLst>
  </p:cSld>
  <p:clrMapOvr>
    <a:masterClrMapping/>
  </p:clrMapOvr>
  <mc:AlternateContent xmlns:mc="http://schemas.openxmlformats.org/markup-compatibility/2006" xmlns:p14="http://schemas.microsoft.com/office/powerpoint/2010/main">
    <mc:Choice Requires="p14">
      <p:transition spd="slow" p14:dur="3500">
        <p14:window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fade">
                                      <p:cBhvr>
                                        <p:cTn id="7" dur="500"/>
                                        <p:tgtEl>
                                          <p:spTgt spid="46"/>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4">
                                            <p:txEl>
                                              <p:pRg st="0" end="0"/>
                                            </p:txEl>
                                          </p:spTgt>
                                        </p:tgtEl>
                                        <p:attrNameLst>
                                          <p:attrName>style.visibility</p:attrName>
                                        </p:attrNameLst>
                                      </p:cBhvr>
                                      <p:to>
                                        <p:strVal val="visible"/>
                                      </p:to>
                                    </p:set>
                                    <p:animEffect transition="in" filter="fade">
                                      <p:cBhvr>
                                        <p:cTn id="11" dur="500"/>
                                        <p:tgtEl>
                                          <p:spTgt spid="44">
                                            <p:txEl>
                                              <p:pRg st="0" end="0"/>
                                            </p:tx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45">
                                            <p:txEl>
                                              <p:pRg st="0" end="0"/>
                                            </p:txEl>
                                          </p:spTgt>
                                        </p:tgtEl>
                                        <p:attrNameLst>
                                          <p:attrName>style.visibility</p:attrName>
                                        </p:attrNameLst>
                                      </p:cBhvr>
                                      <p:to>
                                        <p:strVal val="visible"/>
                                      </p:to>
                                    </p:set>
                                    <p:animEffect transition="in" filter="fade">
                                      <p:cBhvr>
                                        <p:cTn id="15" dur="500"/>
                                        <p:tgtEl>
                                          <p:spTgt spid="4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build="p">
        <p:tmplLst>
          <p:tmpl lvl="1">
            <p:tnLst>
              <p:par>
                <p:cTn presetID="10" presetClass="entr" presetSubtype="0" fill="hold" nodeType="afterEffect">
                  <p:stCondLst>
                    <p:cond delay="0"/>
                  </p:stCondLst>
                  <p:childTnLst>
                    <p:set>
                      <p:cBhvr>
                        <p:cTn dur="1" fill="hold">
                          <p:stCondLst>
                            <p:cond delay="0"/>
                          </p:stCondLst>
                        </p:cTn>
                        <p:tgtEl>
                          <p:spTgt spid="44"/>
                        </p:tgtEl>
                        <p:attrNameLst>
                          <p:attrName>style.visibility</p:attrName>
                        </p:attrNameLst>
                      </p:cBhvr>
                      <p:to>
                        <p:strVal val="visible"/>
                      </p:to>
                    </p:set>
                    <p:animEffect transition="in" filter="fade">
                      <p:cBhvr>
                        <p:cTn dur="500"/>
                        <p:tgtEl>
                          <p:spTgt spid="44"/>
                        </p:tgtEl>
                      </p:cBhvr>
                    </p:animEffect>
                  </p:childTnLst>
                </p:cTn>
              </p:par>
            </p:tnLst>
          </p:tmpl>
        </p:tmplLst>
      </p:bldP>
      <p:bldP spid="45" grpId="0" build="p">
        <p:tmplLst>
          <p:tmpl lvl="1">
            <p:tnLst>
              <p:par>
                <p:cTn presetID="10" presetClass="entr" presetSubtype="0" fill="hold" nodeType="afterEffect">
                  <p:stCondLst>
                    <p:cond delay="0"/>
                  </p:stCondLst>
                  <p:childTnLst>
                    <p:set>
                      <p:cBhvr>
                        <p:cTn dur="1" fill="hold">
                          <p:stCondLst>
                            <p:cond delay="0"/>
                          </p:stCondLst>
                        </p:cTn>
                        <p:tgtEl>
                          <p:spTgt spid="45"/>
                        </p:tgtEl>
                        <p:attrNameLst>
                          <p:attrName>style.visibility</p:attrName>
                        </p:attrNameLst>
                      </p:cBhvr>
                      <p:to>
                        <p:strVal val="visible"/>
                      </p:to>
                    </p:set>
                    <p:animEffect transition="in" filter="fade">
                      <p:cBhvr>
                        <p:cTn dur="500"/>
                        <p:tgtEl>
                          <p:spTgt spid="45"/>
                        </p:tgtEl>
                      </p:cBhvr>
                    </p:animEffect>
                  </p:childTnLst>
                </p:cTn>
              </p:par>
            </p:tnLst>
          </p:tmpl>
        </p:tmplLst>
      </p:bldP>
    </p:bld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Featured Services Page">
    <p:spTree>
      <p:nvGrpSpPr>
        <p:cNvPr id="1" name=""/>
        <p:cNvGrpSpPr/>
        <p:nvPr/>
      </p:nvGrpSpPr>
      <p:grpSpPr>
        <a:xfrm>
          <a:off x="0" y="0"/>
          <a:ext cx="0" cy="0"/>
          <a:chOff x="0" y="0"/>
          <a:chExt cx="0" cy="0"/>
        </a:xfrm>
      </p:grpSpPr>
      <p:sp>
        <p:nvSpPr>
          <p:cNvPr id="23" name="TextBox 22"/>
          <p:cNvSpPr txBox="1"/>
          <p:nvPr userDrawn="1"/>
        </p:nvSpPr>
        <p:spPr>
          <a:xfrm>
            <a:off x="10585897" y="6297122"/>
            <a:ext cx="275991" cy="164212"/>
          </a:xfrm>
          <a:prstGeom prst="rect">
            <a:avLst/>
          </a:prstGeom>
          <a:noFill/>
        </p:spPr>
        <p:txBody>
          <a:bodyPr wrap="square" lIns="0" tIns="0" rIns="0" bIns="0" rtlCol="0">
            <a:spAutoFit/>
          </a:bodyPr>
          <a:lstStyle/>
          <a:p>
            <a:pPr algn="r"/>
            <a:fld id="{27692F5A-FC14-4E83-B4CC-18F6C2D780A4}" type="slidenum">
              <a:rPr lang="en-US" sz="1067" b="0" spc="40" baseline="0" smtClean="0">
                <a:solidFill>
                  <a:schemeClr val="accent4"/>
                </a:solidFill>
                <a:latin typeface="Lato" panose="020F0502020204030203" pitchFamily="34" charset="0"/>
              </a:rPr>
              <a:pPr algn="r"/>
              <a:t>‹#›</a:t>
            </a:fld>
            <a:endParaRPr lang="en-US" sz="1067" b="0" spc="40" baseline="0" dirty="0">
              <a:solidFill>
                <a:schemeClr val="accent4"/>
              </a:solidFill>
              <a:latin typeface="Lato" panose="020F0502020204030203" pitchFamily="34" charset="0"/>
            </a:endParaRPr>
          </a:p>
        </p:txBody>
      </p:sp>
      <p:sp>
        <p:nvSpPr>
          <p:cNvPr id="14" name="Text Placeholder 9"/>
          <p:cNvSpPr>
            <a:spLocks noGrp="1"/>
          </p:cNvSpPr>
          <p:nvPr>
            <p:ph type="body" sz="quarter" idx="10"/>
          </p:nvPr>
        </p:nvSpPr>
        <p:spPr>
          <a:xfrm>
            <a:off x="778936" y="767788"/>
            <a:ext cx="10604499" cy="511013"/>
          </a:xfrm>
          <a:prstGeom prst="rect">
            <a:avLst/>
          </a:prstGeom>
        </p:spPr>
        <p:txBody>
          <a:bodyPr lIns="0" tIns="0" rIns="0" bIns="0"/>
          <a:lstStyle>
            <a:lvl1pPr marL="0" indent="0" algn="l">
              <a:lnSpc>
                <a:spcPct val="100000"/>
              </a:lnSpc>
              <a:spcBef>
                <a:spcPts val="0"/>
              </a:spcBef>
              <a:buNone/>
              <a:defRPr sz="2933" b="0" cap="all" spc="67" baseline="0">
                <a:solidFill>
                  <a:schemeClr val="accent1"/>
                </a:solidFill>
                <a:latin typeface="Lato Black" panose="020F0A02020204030203" pitchFamily="34" charset="0"/>
                <a:ea typeface="Roboto" panose="02000000000000000000" pitchFamily="2" charset="0"/>
                <a:cs typeface="Open Sans" panose="020B0606030504020204" pitchFamily="34" charset="0"/>
              </a:defRPr>
            </a:lvl1pPr>
          </a:lstStyle>
          <a:p>
            <a:pPr lvl="0"/>
            <a:r>
              <a:rPr lang="en-US" dirty="0"/>
              <a:t>Click to edit Master text styles</a:t>
            </a:r>
          </a:p>
        </p:txBody>
      </p:sp>
      <p:sp>
        <p:nvSpPr>
          <p:cNvPr id="15" name="Text Placeholder 9"/>
          <p:cNvSpPr>
            <a:spLocks noGrp="1"/>
          </p:cNvSpPr>
          <p:nvPr>
            <p:ph type="body" sz="quarter" idx="11"/>
          </p:nvPr>
        </p:nvSpPr>
        <p:spPr>
          <a:xfrm>
            <a:off x="791633" y="1278801"/>
            <a:ext cx="10604499" cy="188459"/>
          </a:xfrm>
          <a:prstGeom prst="rect">
            <a:avLst/>
          </a:prstGeom>
        </p:spPr>
        <p:txBody>
          <a:bodyPr lIns="0" tIns="0" rIns="0" bIns="0"/>
          <a:lstStyle>
            <a:lvl1pPr marL="0" indent="0" algn="l">
              <a:lnSpc>
                <a:spcPts val="1600"/>
              </a:lnSpc>
              <a:spcBef>
                <a:spcPts val="0"/>
              </a:spcBef>
              <a:buNone/>
              <a:defRPr sz="1200" b="0" cap="none" spc="0" baseline="0">
                <a:solidFill>
                  <a:schemeClr val="accent4"/>
                </a:solidFill>
                <a:latin typeface="Lato" panose="020F0502020204030203" pitchFamily="34" charset="0"/>
                <a:ea typeface="Roboto" panose="02000000000000000000" pitchFamily="2" charset="0"/>
                <a:cs typeface="Open Sans" panose="020B0606030504020204" pitchFamily="34" charset="0"/>
              </a:defRPr>
            </a:lvl1pPr>
          </a:lstStyle>
          <a:p>
            <a:pPr lvl="0"/>
            <a:r>
              <a:rPr lang="en-US" dirty="0"/>
              <a:t>Click to edit Master text styles</a:t>
            </a:r>
          </a:p>
        </p:txBody>
      </p:sp>
      <p:cxnSp>
        <p:nvCxnSpPr>
          <p:cNvPr id="18" name="Straight Connector 17"/>
          <p:cNvCxnSpPr/>
          <p:nvPr userDrawn="1"/>
        </p:nvCxnSpPr>
        <p:spPr>
          <a:xfrm>
            <a:off x="791633" y="656089"/>
            <a:ext cx="121920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2" name="Picture Placeholder 3"/>
          <p:cNvSpPr>
            <a:spLocks noGrp="1"/>
          </p:cNvSpPr>
          <p:nvPr>
            <p:ph type="pic" sz="quarter" idx="12"/>
          </p:nvPr>
        </p:nvSpPr>
        <p:spPr>
          <a:xfrm>
            <a:off x="791635" y="2057400"/>
            <a:ext cx="2510365" cy="3657601"/>
          </a:xfrm>
          <a:prstGeom prst="rect">
            <a:avLst/>
          </a:prstGeom>
          <a:ln w="6350">
            <a:noFill/>
          </a:ln>
        </p:spPr>
        <p:txBody>
          <a:bodyPr anchor="ctr" anchorCtr="0"/>
          <a:lstStyle>
            <a:lvl1pPr marL="0" indent="0" algn="ctr">
              <a:buNone/>
              <a:defRPr sz="1333">
                <a:solidFill>
                  <a:schemeClr val="accent5"/>
                </a:solidFill>
                <a:latin typeface="Lato" panose="020F0502020204030203" pitchFamily="34" charset="0"/>
              </a:defRPr>
            </a:lvl1pPr>
          </a:lstStyle>
          <a:p>
            <a:endParaRPr lang="en-US" dirty="0"/>
          </a:p>
        </p:txBody>
      </p:sp>
      <p:sp>
        <p:nvSpPr>
          <p:cNvPr id="28" name="Picture Placeholder 3"/>
          <p:cNvSpPr>
            <a:spLocks noGrp="1"/>
          </p:cNvSpPr>
          <p:nvPr>
            <p:ph type="pic" sz="quarter" idx="13"/>
          </p:nvPr>
        </p:nvSpPr>
        <p:spPr>
          <a:xfrm>
            <a:off x="8885768" y="2057400"/>
            <a:ext cx="2510365" cy="3657601"/>
          </a:xfrm>
          <a:prstGeom prst="rect">
            <a:avLst/>
          </a:prstGeom>
          <a:ln w="6350">
            <a:noFill/>
          </a:ln>
        </p:spPr>
        <p:txBody>
          <a:bodyPr anchor="ctr" anchorCtr="0"/>
          <a:lstStyle>
            <a:lvl1pPr marL="0" indent="0" algn="ctr">
              <a:buNone/>
              <a:defRPr sz="1333">
                <a:solidFill>
                  <a:schemeClr val="accent5"/>
                </a:solidFill>
                <a:latin typeface="Lato" panose="020F0502020204030203" pitchFamily="34" charset="0"/>
              </a:defRPr>
            </a:lvl1pPr>
          </a:lstStyle>
          <a:p>
            <a:endParaRPr lang="en-US" dirty="0"/>
          </a:p>
        </p:txBody>
      </p:sp>
      <p:sp>
        <p:nvSpPr>
          <p:cNvPr id="29" name="Picture Placeholder 3"/>
          <p:cNvSpPr>
            <a:spLocks noGrp="1"/>
          </p:cNvSpPr>
          <p:nvPr>
            <p:ph type="pic" sz="quarter" idx="14"/>
          </p:nvPr>
        </p:nvSpPr>
        <p:spPr>
          <a:xfrm>
            <a:off x="6187723" y="2057400"/>
            <a:ext cx="2510365" cy="3657601"/>
          </a:xfrm>
          <a:prstGeom prst="rect">
            <a:avLst/>
          </a:prstGeom>
          <a:ln w="6350">
            <a:noFill/>
          </a:ln>
        </p:spPr>
        <p:txBody>
          <a:bodyPr anchor="ctr" anchorCtr="0"/>
          <a:lstStyle>
            <a:lvl1pPr marL="0" indent="0" algn="ctr">
              <a:buNone/>
              <a:defRPr sz="1333">
                <a:solidFill>
                  <a:schemeClr val="accent5"/>
                </a:solidFill>
                <a:latin typeface="Lato" panose="020F0502020204030203" pitchFamily="34" charset="0"/>
              </a:defRPr>
            </a:lvl1pPr>
          </a:lstStyle>
          <a:p>
            <a:endParaRPr lang="en-US" dirty="0"/>
          </a:p>
        </p:txBody>
      </p:sp>
      <p:sp>
        <p:nvSpPr>
          <p:cNvPr id="30" name="Picture Placeholder 3"/>
          <p:cNvSpPr>
            <a:spLocks noGrp="1"/>
          </p:cNvSpPr>
          <p:nvPr>
            <p:ph type="pic" sz="quarter" idx="15"/>
          </p:nvPr>
        </p:nvSpPr>
        <p:spPr>
          <a:xfrm>
            <a:off x="3489679" y="2057400"/>
            <a:ext cx="2510365" cy="3657601"/>
          </a:xfrm>
          <a:prstGeom prst="rect">
            <a:avLst/>
          </a:prstGeom>
          <a:ln w="6350">
            <a:noFill/>
          </a:ln>
        </p:spPr>
        <p:txBody>
          <a:bodyPr anchor="ctr" anchorCtr="0"/>
          <a:lstStyle>
            <a:lvl1pPr marL="0" indent="0" algn="ctr">
              <a:buNone/>
              <a:defRPr sz="1333">
                <a:solidFill>
                  <a:schemeClr val="accent5"/>
                </a:solidFill>
                <a:latin typeface="Lato" panose="020F0502020204030203" pitchFamily="34" charset="0"/>
              </a:defRPr>
            </a:lvl1pPr>
          </a:lstStyle>
          <a:p>
            <a:endParaRPr lang="en-US" dirty="0"/>
          </a:p>
        </p:txBody>
      </p:sp>
      <p:sp>
        <p:nvSpPr>
          <p:cNvPr id="19" name="Freeform 5">
            <a:hlinkClick r:id="" action="ppaction://hlinkshowjump?jump=nextslide"/>
          </p:cNvPr>
          <p:cNvSpPr>
            <a:spLocks noEditPoints="1"/>
          </p:cNvSpPr>
          <p:nvPr userDrawn="1"/>
        </p:nvSpPr>
        <p:spPr bwMode="auto">
          <a:xfrm>
            <a:off x="11209905" y="6284422"/>
            <a:ext cx="188345" cy="188345"/>
          </a:xfrm>
          <a:custGeom>
            <a:avLst/>
            <a:gdLst>
              <a:gd name="T0" fmla="*/ 883 w 2350"/>
              <a:gd name="T1" fmla="*/ 679 h 2350"/>
              <a:gd name="T2" fmla="*/ 1338 w 2350"/>
              <a:gd name="T3" fmla="*/ 1175 h 2350"/>
              <a:gd name="T4" fmla="*/ 883 w 2350"/>
              <a:gd name="T5" fmla="*/ 1671 h 2350"/>
              <a:gd name="T6" fmla="*/ 883 w 2350"/>
              <a:gd name="T7" fmla="*/ 1813 h 2350"/>
              <a:gd name="T8" fmla="*/ 1023 w 2350"/>
              <a:gd name="T9" fmla="*/ 1813 h 2350"/>
              <a:gd name="T10" fmla="*/ 1579 w 2350"/>
              <a:gd name="T11" fmla="*/ 1246 h 2350"/>
              <a:gd name="T12" fmla="*/ 1579 w 2350"/>
              <a:gd name="T13" fmla="*/ 1104 h 2350"/>
              <a:gd name="T14" fmla="*/ 1023 w 2350"/>
              <a:gd name="T15" fmla="*/ 537 h 2350"/>
              <a:gd name="T16" fmla="*/ 883 w 2350"/>
              <a:gd name="T17" fmla="*/ 537 h 2350"/>
              <a:gd name="T18" fmla="*/ 883 w 2350"/>
              <a:gd name="T19" fmla="*/ 679 h 2350"/>
              <a:gd name="T20" fmla="*/ 0 w 2350"/>
              <a:gd name="T21" fmla="*/ 1175 h 2350"/>
              <a:gd name="T22" fmla="*/ 1175 w 2350"/>
              <a:gd name="T23" fmla="*/ 2350 h 2350"/>
              <a:gd name="T24" fmla="*/ 2350 w 2350"/>
              <a:gd name="T25" fmla="*/ 1175 h 2350"/>
              <a:gd name="T26" fmla="*/ 1175 w 2350"/>
              <a:gd name="T27" fmla="*/ 0 h 2350"/>
              <a:gd name="T28" fmla="*/ 0 w 2350"/>
              <a:gd name="T29" fmla="*/ 1175 h 2350"/>
              <a:gd name="T30" fmla="*/ 2198 w 2350"/>
              <a:gd name="T31" fmla="*/ 1175 h 2350"/>
              <a:gd name="T32" fmla="*/ 1175 w 2350"/>
              <a:gd name="T33" fmla="*/ 2198 h 2350"/>
              <a:gd name="T34" fmla="*/ 152 w 2350"/>
              <a:gd name="T35" fmla="*/ 1175 h 2350"/>
              <a:gd name="T36" fmla="*/ 1175 w 2350"/>
              <a:gd name="T37" fmla="*/ 152 h 2350"/>
              <a:gd name="T38" fmla="*/ 2198 w 2350"/>
              <a:gd name="T39" fmla="*/ 1175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350" h="2350">
                <a:moveTo>
                  <a:pt x="883" y="679"/>
                </a:moveTo>
                <a:cubicBezTo>
                  <a:pt x="1338" y="1175"/>
                  <a:pt x="1338" y="1175"/>
                  <a:pt x="1338" y="1175"/>
                </a:cubicBezTo>
                <a:cubicBezTo>
                  <a:pt x="883" y="1671"/>
                  <a:pt x="883" y="1671"/>
                  <a:pt x="883" y="1671"/>
                </a:cubicBezTo>
                <a:cubicBezTo>
                  <a:pt x="844" y="1710"/>
                  <a:pt x="844" y="1774"/>
                  <a:pt x="883" y="1813"/>
                </a:cubicBezTo>
                <a:cubicBezTo>
                  <a:pt x="922" y="1852"/>
                  <a:pt x="985" y="1852"/>
                  <a:pt x="1023" y="1813"/>
                </a:cubicBezTo>
                <a:cubicBezTo>
                  <a:pt x="1579" y="1246"/>
                  <a:pt x="1579" y="1246"/>
                  <a:pt x="1579" y="1246"/>
                </a:cubicBezTo>
                <a:cubicBezTo>
                  <a:pt x="1618" y="1207"/>
                  <a:pt x="1618" y="1143"/>
                  <a:pt x="1579" y="1104"/>
                </a:cubicBezTo>
                <a:cubicBezTo>
                  <a:pt x="1023" y="537"/>
                  <a:pt x="1023" y="537"/>
                  <a:pt x="1023" y="537"/>
                </a:cubicBezTo>
                <a:cubicBezTo>
                  <a:pt x="985" y="498"/>
                  <a:pt x="922" y="498"/>
                  <a:pt x="883" y="537"/>
                </a:cubicBezTo>
                <a:cubicBezTo>
                  <a:pt x="844" y="576"/>
                  <a:pt x="844" y="640"/>
                  <a:pt x="883" y="679"/>
                </a:cubicBezTo>
                <a:close/>
                <a:moveTo>
                  <a:pt x="0" y="1175"/>
                </a:moveTo>
                <a:cubicBezTo>
                  <a:pt x="0" y="1824"/>
                  <a:pt x="526" y="2350"/>
                  <a:pt x="1175" y="2350"/>
                </a:cubicBezTo>
                <a:cubicBezTo>
                  <a:pt x="1824" y="2350"/>
                  <a:pt x="2350" y="1824"/>
                  <a:pt x="2350" y="1175"/>
                </a:cubicBezTo>
                <a:cubicBezTo>
                  <a:pt x="2350" y="526"/>
                  <a:pt x="1824" y="0"/>
                  <a:pt x="1175" y="0"/>
                </a:cubicBezTo>
                <a:cubicBezTo>
                  <a:pt x="526" y="0"/>
                  <a:pt x="0" y="526"/>
                  <a:pt x="0" y="1175"/>
                </a:cubicBezTo>
                <a:close/>
                <a:moveTo>
                  <a:pt x="2198" y="1175"/>
                </a:moveTo>
                <a:cubicBezTo>
                  <a:pt x="2198" y="1740"/>
                  <a:pt x="1740" y="2198"/>
                  <a:pt x="1175" y="2198"/>
                </a:cubicBezTo>
                <a:cubicBezTo>
                  <a:pt x="610" y="2198"/>
                  <a:pt x="152" y="1740"/>
                  <a:pt x="152" y="1175"/>
                </a:cubicBezTo>
                <a:cubicBezTo>
                  <a:pt x="152" y="610"/>
                  <a:pt x="610" y="152"/>
                  <a:pt x="1175" y="152"/>
                </a:cubicBezTo>
                <a:cubicBezTo>
                  <a:pt x="1740" y="152"/>
                  <a:pt x="2198" y="610"/>
                  <a:pt x="2198" y="1175"/>
                </a:cubicBezTo>
                <a:close/>
              </a:path>
            </a:pathLst>
          </a:custGeom>
          <a:solidFill>
            <a:schemeClr val="accent5"/>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0" name="Freeform 5">
            <a:hlinkClick r:id="" action="ppaction://hlinkshowjump?jump=previousslide"/>
          </p:cNvPr>
          <p:cNvSpPr>
            <a:spLocks noEditPoints="1"/>
          </p:cNvSpPr>
          <p:nvPr userDrawn="1"/>
        </p:nvSpPr>
        <p:spPr bwMode="auto">
          <a:xfrm>
            <a:off x="10992130" y="6284422"/>
            <a:ext cx="188345" cy="188345"/>
          </a:xfrm>
          <a:custGeom>
            <a:avLst/>
            <a:gdLst>
              <a:gd name="T0" fmla="*/ 1467 w 2350"/>
              <a:gd name="T1" fmla="*/ 1671 h 2350"/>
              <a:gd name="T2" fmla="*/ 1012 w 2350"/>
              <a:gd name="T3" fmla="*/ 1175 h 2350"/>
              <a:gd name="T4" fmla="*/ 1467 w 2350"/>
              <a:gd name="T5" fmla="*/ 679 h 2350"/>
              <a:gd name="T6" fmla="*/ 1467 w 2350"/>
              <a:gd name="T7" fmla="*/ 537 h 2350"/>
              <a:gd name="T8" fmla="*/ 1327 w 2350"/>
              <a:gd name="T9" fmla="*/ 537 h 2350"/>
              <a:gd name="T10" fmla="*/ 771 w 2350"/>
              <a:gd name="T11" fmla="*/ 1104 h 2350"/>
              <a:gd name="T12" fmla="*/ 771 w 2350"/>
              <a:gd name="T13" fmla="*/ 1246 h 2350"/>
              <a:gd name="T14" fmla="*/ 1327 w 2350"/>
              <a:gd name="T15" fmla="*/ 1813 h 2350"/>
              <a:gd name="T16" fmla="*/ 1467 w 2350"/>
              <a:gd name="T17" fmla="*/ 1813 h 2350"/>
              <a:gd name="T18" fmla="*/ 1467 w 2350"/>
              <a:gd name="T19" fmla="*/ 1671 h 2350"/>
              <a:gd name="T20" fmla="*/ 2350 w 2350"/>
              <a:gd name="T21" fmla="*/ 1175 h 2350"/>
              <a:gd name="T22" fmla="*/ 1175 w 2350"/>
              <a:gd name="T23" fmla="*/ 0 h 2350"/>
              <a:gd name="T24" fmla="*/ 0 w 2350"/>
              <a:gd name="T25" fmla="*/ 1175 h 2350"/>
              <a:gd name="T26" fmla="*/ 1175 w 2350"/>
              <a:gd name="T27" fmla="*/ 2350 h 2350"/>
              <a:gd name="T28" fmla="*/ 2350 w 2350"/>
              <a:gd name="T29" fmla="*/ 1175 h 2350"/>
              <a:gd name="T30" fmla="*/ 152 w 2350"/>
              <a:gd name="T31" fmla="*/ 1175 h 2350"/>
              <a:gd name="T32" fmla="*/ 1175 w 2350"/>
              <a:gd name="T33" fmla="*/ 152 h 2350"/>
              <a:gd name="T34" fmla="*/ 2198 w 2350"/>
              <a:gd name="T35" fmla="*/ 1175 h 2350"/>
              <a:gd name="T36" fmla="*/ 1175 w 2350"/>
              <a:gd name="T37" fmla="*/ 2198 h 2350"/>
              <a:gd name="T38" fmla="*/ 152 w 2350"/>
              <a:gd name="T39" fmla="*/ 1175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350" h="2350">
                <a:moveTo>
                  <a:pt x="1467" y="1671"/>
                </a:moveTo>
                <a:cubicBezTo>
                  <a:pt x="1012" y="1175"/>
                  <a:pt x="1012" y="1175"/>
                  <a:pt x="1012" y="1175"/>
                </a:cubicBezTo>
                <a:cubicBezTo>
                  <a:pt x="1467" y="679"/>
                  <a:pt x="1467" y="679"/>
                  <a:pt x="1467" y="679"/>
                </a:cubicBezTo>
                <a:cubicBezTo>
                  <a:pt x="1506" y="640"/>
                  <a:pt x="1506" y="576"/>
                  <a:pt x="1467" y="537"/>
                </a:cubicBezTo>
                <a:cubicBezTo>
                  <a:pt x="1428" y="498"/>
                  <a:pt x="1365" y="498"/>
                  <a:pt x="1327" y="537"/>
                </a:cubicBezTo>
                <a:cubicBezTo>
                  <a:pt x="771" y="1104"/>
                  <a:pt x="771" y="1104"/>
                  <a:pt x="771" y="1104"/>
                </a:cubicBezTo>
                <a:cubicBezTo>
                  <a:pt x="732" y="1143"/>
                  <a:pt x="732" y="1207"/>
                  <a:pt x="771" y="1246"/>
                </a:cubicBezTo>
                <a:cubicBezTo>
                  <a:pt x="1327" y="1813"/>
                  <a:pt x="1327" y="1813"/>
                  <a:pt x="1327" y="1813"/>
                </a:cubicBezTo>
                <a:cubicBezTo>
                  <a:pt x="1365" y="1852"/>
                  <a:pt x="1428" y="1852"/>
                  <a:pt x="1467" y="1813"/>
                </a:cubicBezTo>
                <a:cubicBezTo>
                  <a:pt x="1506" y="1774"/>
                  <a:pt x="1506" y="1710"/>
                  <a:pt x="1467" y="1671"/>
                </a:cubicBezTo>
                <a:close/>
                <a:moveTo>
                  <a:pt x="2350" y="1175"/>
                </a:moveTo>
                <a:cubicBezTo>
                  <a:pt x="2350" y="526"/>
                  <a:pt x="1824" y="0"/>
                  <a:pt x="1175" y="0"/>
                </a:cubicBezTo>
                <a:cubicBezTo>
                  <a:pt x="526" y="0"/>
                  <a:pt x="0" y="526"/>
                  <a:pt x="0" y="1175"/>
                </a:cubicBezTo>
                <a:cubicBezTo>
                  <a:pt x="0" y="1824"/>
                  <a:pt x="526" y="2350"/>
                  <a:pt x="1175" y="2350"/>
                </a:cubicBezTo>
                <a:cubicBezTo>
                  <a:pt x="1824" y="2350"/>
                  <a:pt x="2350" y="1824"/>
                  <a:pt x="2350" y="1175"/>
                </a:cubicBezTo>
                <a:close/>
                <a:moveTo>
                  <a:pt x="152" y="1175"/>
                </a:moveTo>
                <a:cubicBezTo>
                  <a:pt x="152" y="610"/>
                  <a:pt x="610" y="152"/>
                  <a:pt x="1175" y="152"/>
                </a:cubicBezTo>
                <a:cubicBezTo>
                  <a:pt x="1740" y="152"/>
                  <a:pt x="2198" y="610"/>
                  <a:pt x="2198" y="1175"/>
                </a:cubicBezTo>
                <a:cubicBezTo>
                  <a:pt x="2198" y="1740"/>
                  <a:pt x="1740" y="2198"/>
                  <a:pt x="1175" y="2198"/>
                </a:cubicBezTo>
                <a:cubicBezTo>
                  <a:pt x="610" y="2198"/>
                  <a:pt x="152" y="1740"/>
                  <a:pt x="152" y="1175"/>
                </a:cubicBezTo>
                <a:close/>
              </a:path>
            </a:pathLst>
          </a:custGeom>
          <a:solidFill>
            <a:schemeClr val="accent5"/>
          </a:solidFill>
          <a:ln>
            <a:noFill/>
          </a:ln>
        </p:spPr>
        <p:txBody>
          <a:bodyPr vert="horz" wrap="square" lIns="121920" tIns="60960" rIns="121920" bIns="60960" numCol="1" anchor="t" anchorCtr="0" compatLnSpc="1">
            <a:prstTxWarp prst="textNoShape">
              <a:avLst/>
            </a:prstTxWarp>
          </a:bodyPr>
          <a:lstStyle/>
          <a:p>
            <a:endParaRPr lang="en-US" sz="2400"/>
          </a:p>
        </p:txBody>
      </p:sp>
    </p:spTree>
    <p:extLst>
      <p:ext uri="{BB962C8B-B14F-4D97-AF65-F5344CB8AC3E}">
        <p14:creationId xmlns:p14="http://schemas.microsoft.com/office/powerpoint/2010/main" val="2888701225"/>
      </p:ext>
    </p:extLst>
  </p:cSld>
  <p:clrMapOvr>
    <a:masterClrMapping/>
  </p:clrMapOvr>
  <mc:AlternateContent xmlns:mc="http://schemas.openxmlformats.org/markup-compatibility/2006" xmlns:p14="http://schemas.microsoft.com/office/powerpoint/2010/main">
    <mc:Choice Requires="p14">
      <p:transition spd="slow" p14:dur="3500">
        <p14:window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4">
                                            <p:txEl>
                                              <p:pRg st="0" end="0"/>
                                            </p:txEl>
                                          </p:spTgt>
                                        </p:tgtEl>
                                        <p:attrNameLst>
                                          <p:attrName>style.visibility</p:attrName>
                                        </p:attrNameLst>
                                      </p:cBhvr>
                                      <p:to>
                                        <p:strVal val="visible"/>
                                      </p:to>
                                    </p:set>
                                    <p:animEffect transition="in" filter="fade">
                                      <p:cBhvr>
                                        <p:cTn id="11" dur="500"/>
                                        <p:tgtEl>
                                          <p:spTgt spid="14">
                                            <p:txEl>
                                              <p:pRg st="0" end="0"/>
                                            </p:tx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5">
                                            <p:txEl>
                                              <p:pRg st="0" end="0"/>
                                            </p:txEl>
                                          </p:spTgt>
                                        </p:tgtEl>
                                        <p:attrNameLst>
                                          <p:attrName>style.visibility</p:attrName>
                                        </p:attrNameLst>
                                      </p:cBhvr>
                                      <p:to>
                                        <p:strVal val="visible"/>
                                      </p:to>
                                    </p:set>
                                    <p:animEffect transition="in" filter="fade">
                                      <p:cBhvr>
                                        <p:cTn id="15" dur="5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tmplLst>
          <p:tmpl lvl="1">
            <p:tnLst>
              <p:par>
                <p:cTn presetID="10" presetClass="entr" presetSubtype="0" fill="hold" nodeType="afterEffect">
                  <p:stCondLst>
                    <p:cond delay="0"/>
                  </p:stCondLst>
                  <p:childTnLst>
                    <p:set>
                      <p:cBhvr>
                        <p:cTn dur="1" fill="hold">
                          <p:stCondLst>
                            <p:cond delay="0"/>
                          </p:stCondLst>
                        </p:cTn>
                        <p:tgtEl>
                          <p:spTgt spid="14"/>
                        </p:tgtEl>
                        <p:attrNameLst>
                          <p:attrName>style.visibility</p:attrName>
                        </p:attrNameLst>
                      </p:cBhvr>
                      <p:to>
                        <p:strVal val="visible"/>
                      </p:to>
                    </p:set>
                    <p:animEffect transition="in" filter="fade">
                      <p:cBhvr>
                        <p:cTn dur="500"/>
                        <p:tgtEl>
                          <p:spTgt spid="14"/>
                        </p:tgtEl>
                      </p:cBhvr>
                    </p:animEffect>
                  </p:childTnLst>
                </p:cTn>
              </p:par>
            </p:tnLst>
          </p:tmpl>
        </p:tmplLst>
      </p:bldP>
      <p:bldP spid="15" grpId="0" build="p">
        <p:tmplLst>
          <p:tmpl lvl="1">
            <p:tnLst>
              <p:par>
                <p:cTn presetID="10" presetClass="entr" presetSubtype="0" fill="hold" nodeType="afterEffect">
                  <p:stCondLst>
                    <p:cond delay="0"/>
                  </p:stCondLst>
                  <p:childTnLst>
                    <p:set>
                      <p:cBhvr>
                        <p:cTn dur="1" fill="hold">
                          <p:stCondLst>
                            <p:cond delay="0"/>
                          </p:stCondLst>
                        </p:cTn>
                        <p:tgtEl>
                          <p:spTgt spid="15"/>
                        </p:tgtEl>
                        <p:attrNameLst>
                          <p:attrName>style.visibility</p:attrName>
                        </p:attrNameLst>
                      </p:cBhvr>
                      <p:to>
                        <p:strVal val="visible"/>
                      </p:to>
                    </p:set>
                    <p:animEffect transition="in" filter="fade">
                      <p:cBhvr>
                        <p:cTn dur="500"/>
                        <p:tgtEl>
                          <p:spTgt spid="15"/>
                        </p:tgtEl>
                      </p:cBhvr>
                    </p:animEffect>
                  </p:childTnLst>
                </p:cTn>
              </p:par>
            </p:tnLst>
          </p:tmpl>
        </p:tmplLst>
      </p:bldP>
    </p:bldLst>
  </p:timing>
  <p:extLst>
    <p:ext uri="{DCECCB84-F9BA-43D5-87BE-67443E8EF086}">
      <p15:sldGuideLst xmlns:p15="http://schemas.microsoft.com/office/powerpoint/2012/main">
        <p15:guide id="1" orient="horz" pos="2700">
          <p15:clr>
            <a:srgbClr val="FBAE40"/>
          </p15:clr>
        </p15:guide>
        <p15:guide id="2" pos="5384">
          <p15:clr>
            <a:srgbClr val="FBAE40"/>
          </p15:clr>
        </p15:guide>
        <p15:guide id="3" pos="374">
          <p15:clr>
            <a:srgbClr val="FBAE40"/>
          </p15:clr>
        </p15:guide>
        <p15:guide id="4" orient="horz" pos="306">
          <p15:clr>
            <a:srgbClr val="FBAE40"/>
          </p15:clr>
        </p15:guide>
        <p15:guide id="5" orient="horz" pos="972">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Small Picture at Left Side">
    <p:spTree>
      <p:nvGrpSpPr>
        <p:cNvPr id="1" name=""/>
        <p:cNvGrpSpPr/>
        <p:nvPr/>
      </p:nvGrpSpPr>
      <p:grpSpPr>
        <a:xfrm>
          <a:off x="0" y="0"/>
          <a:ext cx="0" cy="0"/>
          <a:chOff x="0" y="0"/>
          <a:chExt cx="0" cy="0"/>
        </a:xfrm>
      </p:grpSpPr>
      <p:sp>
        <p:nvSpPr>
          <p:cNvPr id="23" name="TextBox 22"/>
          <p:cNvSpPr txBox="1"/>
          <p:nvPr userDrawn="1"/>
        </p:nvSpPr>
        <p:spPr>
          <a:xfrm>
            <a:off x="10585897" y="6297122"/>
            <a:ext cx="275991" cy="164212"/>
          </a:xfrm>
          <a:prstGeom prst="rect">
            <a:avLst/>
          </a:prstGeom>
          <a:noFill/>
        </p:spPr>
        <p:txBody>
          <a:bodyPr wrap="square" lIns="0" tIns="0" rIns="0" bIns="0" rtlCol="0">
            <a:spAutoFit/>
          </a:bodyPr>
          <a:lstStyle/>
          <a:p>
            <a:pPr algn="r"/>
            <a:fld id="{27692F5A-FC14-4E83-B4CC-18F6C2D780A4}" type="slidenum">
              <a:rPr lang="en-US" sz="1067" b="0" spc="40" baseline="0" smtClean="0">
                <a:solidFill>
                  <a:schemeClr val="accent4"/>
                </a:solidFill>
                <a:latin typeface="Lato" panose="020F0502020204030203" pitchFamily="34" charset="0"/>
              </a:rPr>
              <a:pPr algn="r"/>
              <a:t>‹#›</a:t>
            </a:fld>
            <a:endParaRPr lang="en-US" sz="1067" b="0" spc="40" baseline="0" dirty="0">
              <a:solidFill>
                <a:schemeClr val="accent4"/>
              </a:solidFill>
              <a:latin typeface="Lato" panose="020F0502020204030203" pitchFamily="34" charset="0"/>
            </a:endParaRPr>
          </a:p>
        </p:txBody>
      </p:sp>
      <p:sp>
        <p:nvSpPr>
          <p:cNvPr id="14" name="Text Placeholder 9"/>
          <p:cNvSpPr>
            <a:spLocks noGrp="1"/>
          </p:cNvSpPr>
          <p:nvPr>
            <p:ph type="body" sz="quarter" idx="10"/>
          </p:nvPr>
        </p:nvSpPr>
        <p:spPr>
          <a:xfrm>
            <a:off x="778936" y="767788"/>
            <a:ext cx="10604499" cy="511013"/>
          </a:xfrm>
          <a:prstGeom prst="rect">
            <a:avLst/>
          </a:prstGeom>
        </p:spPr>
        <p:txBody>
          <a:bodyPr lIns="0" tIns="0" rIns="0" bIns="0"/>
          <a:lstStyle>
            <a:lvl1pPr marL="0" indent="0" algn="l">
              <a:lnSpc>
                <a:spcPct val="100000"/>
              </a:lnSpc>
              <a:spcBef>
                <a:spcPts val="0"/>
              </a:spcBef>
              <a:buNone/>
              <a:defRPr sz="2933" b="0" cap="all" spc="67" baseline="0">
                <a:solidFill>
                  <a:schemeClr val="accent1"/>
                </a:solidFill>
                <a:latin typeface="Lato Black" panose="020F0A02020204030203" pitchFamily="34" charset="0"/>
                <a:ea typeface="Roboto" panose="02000000000000000000" pitchFamily="2" charset="0"/>
                <a:cs typeface="Open Sans" panose="020B0606030504020204" pitchFamily="34" charset="0"/>
              </a:defRPr>
            </a:lvl1pPr>
          </a:lstStyle>
          <a:p>
            <a:pPr lvl="0"/>
            <a:r>
              <a:rPr lang="en-US" dirty="0"/>
              <a:t>Click to edit Master text styles</a:t>
            </a:r>
          </a:p>
        </p:txBody>
      </p:sp>
      <p:sp>
        <p:nvSpPr>
          <p:cNvPr id="15" name="Text Placeholder 9"/>
          <p:cNvSpPr>
            <a:spLocks noGrp="1"/>
          </p:cNvSpPr>
          <p:nvPr>
            <p:ph type="body" sz="quarter" idx="11"/>
          </p:nvPr>
        </p:nvSpPr>
        <p:spPr>
          <a:xfrm>
            <a:off x="791633" y="1278801"/>
            <a:ext cx="10604499" cy="188459"/>
          </a:xfrm>
          <a:prstGeom prst="rect">
            <a:avLst/>
          </a:prstGeom>
        </p:spPr>
        <p:txBody>
          <a:bodyPr lIns="0" tIns="0" rIns="0" bIns="0"/>
          <a:lstStyle>
            <a:lvl1pPr marL="0" indent="0" algn="l">
              <a:lnSpc>
                <a:spcPts val="1600"/>
              </a:lnSpc>
              <a:spcBef>
                <a:spcPts val="0"/>
              </a:spcBef>
              <a:buNone/>
              <a:defRPr sz="1200" b="0" cap="none" spc="0" baseline="0">
                <a:solidFill>
                  <a:schemeClr val="accent4"/>
                </a:solidFill>
                <a:latin typeface="Lato" panose="020F0502020204030203" pitchFamily="34" charset="0"/>
                <a:ea typeface="Roboto" panose="02000000000000000000" pitchFamily="2" charset="0"/>
                <a:cs typeface="Open Sans" panose="020B0606030504020204" pitchFamily="34" charset="0"/>
              </a:defRPr>
            </a:lvl1pPr>
          </a:lstStyle>
          <a:p>
            <a:pPr lvl="0"/>
            <a:r>
              <a:rPr lang="en-US" dirty="0"/>
              <a:t>Click to edit Master text styles</a:t>
            </a:r>
          </a:p>
        </p:txBody>
      </p:sp>
      <p:cxnSp>
        <p:nvCxnSpPr>
          <p:cNvPr id="18" name="Straight Connector 17"/>
          <p:cNvCxnSpPr/>
          <p:nvPr userDrawn="1"/>
        </p:nvCxnSpPr>
        <p:spPr>
          <a:xfrm>
            <a:off x="791633" y="656089"/>
            <a:ext cx="1219200"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24" name="Picture Placeholder 3"/>
          <p:cNvSpPr>
            <a:spLocks noGrp="1"/>
          </p:cNvSpPr>
          <p:nvPr>
            <p:ph type="pic" sz="quarter" idx="12"/>
          </p:nvPr>
        </p:nvSpPr>
        <p:spPr>
          <a:xfrm>
            <a:off x="791635" y="2057400"/>
            <a:ext cx="3589867" cy="3657601"/>
          </a:xfrm>
          <a:prstGeom prst="rect">
            <a:avLst/>
          </a:prstGeom>
          <a:ln w="6350">
            <a:noFill/>
          </a:ln>
        </p:spPr>
        <p:txBody>
          <a:bodyPr anchor="ctr" anchorCtr="0"/>
          <a:lstStyle>
            <a:lvl1pPr marL="0" indent="0" algn="ctr">
              <a:buNone/>
              <a:defRPr sz="1333">
                <a:solidFill>
                  <a:schemeClr val="accent5"/>
                </a:solidFill>
                <a:latin typeface="Lato" panose="020F0502020204030203" pitchFamily="34" charset="0"/>
              </a:defRPr>
            </a:lvl1pPr>
          </a:lstStyle>
          <a:p>
            <a:endParaRPr lang="en-US" dirty="0"/>
          </a:p>
        </p:txBody>
      </p:sp>
      <p:sp>
        <p:nvSpPr>
          <p:cNvPr id="12" name="Freeform 5">
            <a:hlinkClick r:id="" action="ppaction://hlinkshowjump?jump=nextslide"/>
          </p:cNvPr>
          <p:cNvSpPr>
            <a:spLocks noEditPoints="1"/>
          </p:cNvSpPr>
          <p:nvPr userDrawn="1"/>
        </p:nvSpPr>
        <p:spPr bwMode="auto">
          <a:xfrm>
            <a:off x="11209905" y="6284422"/>
            <a:ext cx="188345" cy="188345"/>
          </a:xfrm>
          <a:custGeom>
            <a:avLst/>
            <a:gdLst>
              <a:gd name="T0" fmla="*/ 883 w 2350"/>
              <a:gd name="T1" fmla="*/ 679 h 2350"/>
              <a:gd name="T2" fmla="*/ 1338 w 2350"/>
              <a:gd name="T3" fmla="*/ 1175 h 2350"/>
              <a:gd name="T4" fmla="*/ 883 w 2350"/>
              <a:gd name="T5" fmla="*/ 1671 h 2350"/>
              <a:gd name="T6" fmla="*/ 883 w 2350"/>
              <a:gd name="T7" fmla="*/ 1813 h 2350"/>
              <a:gd name="T8" fmla="*/ 1023 w 2350"/>
              <a:gd name="T9" fmla="*/ 1813 h 2350"/>
              <a:gd name="T10" fmla="*/ 1579 w 2350"/>
              <a:gd name="T11" fmla="*/ 1246 h 2350"/>
              <a:gd name="T12" fmla="*/ 1579 w 2350"/>
              <a:gd name="T13" fmla="*/ 1104 h 2350"/>
              <a:gd name="T14" fmla="*/ 1023 w 2350"/>
              <a:gd name="T15" fmla="*/ 537 h 2350"/>
              <a:gd name="T16" fmla="*/ 883 w 2350"/>
              <a:gd name="T17" fmla="*/ 537 h 2350"/>
              <a:gd name="T18" fmla="*/ 883 w 2350"/>
              <a:gd name="T19" fmla="*/ 679 h 2350"/>
              <a:gd name="T20" fmla="*/ 0 w 2350"/>
              <a:gd name="T21" fmla="*/ 1175 h 2350"/>
              <a:gd name="T22" fmla="*/ 1175 w 2350"/>
              <a:gd name="T23" fmla="*/ 2350 h 2350"/>
              <a:gd name="T24" fmla="*/ 2350 w 2350"/>
              <a:gd name="T25" fmla="*/ 1175 h 2350"/>
              <a:gd name="T26" fmla="*/ 1175 w 2350"/>
              <a:gd name="T27" fmla="*/ 0 h 2350"/>
              <a:gd name="T28" fmla="*/ 0 w 2350"/>
              <a:gd name="T29" fmla="*/ 1175 h 2350"/>
              <a:gd name="T30" fmla="*/ 2198 w 2350"/>
              <a:gd name="T31" fmla="*/ 1175 h 2350"/>
              <a:gd name="T32" fmla="*/ 1175 w 2350"/>
              <a:gd name="T33" fmla="*/ 2198 h 2350"/>
              <a:gd name="T34" fmla="*/ 152 w 2350"/>
              <a:gd name="T35" fmla="*/ 1175 h 2350"/>
              <a:gd name="T36" fmla="*/ 1175 w 2350"/>
              <a:gd name="T37" fmla="*/ 152 h 2350"/>
              <a:gd name="T38" fmla="*/ 2198 w 2350"/>
              <a:gd name="T39" fmla="*/ 1175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350" h="2350">
                <a:moveTo>
                  <a:pt x="883" y="679"/>
                </a:moveTo>
                <a:cubicBezTo>
                  <a:pt x="1338" y="1175"/>
                  <a:pt x="1338" y="1175"/>
                  <a:pt x="1338" y="1175"/>
                </a:cubicBezTo>
                <a:cubicBezTo>
                  <a:pt x="883" y="1671"/>
                  <a:pt x="883" y="1671"/>
                  <a:pt x="883" y="1671"/>
                </a:cubicBezTo>
                <a:cubicBezTo>
                  <a:pt x="844" y="1710"/>
                  <a:pt x="844" y="1774"/>
                  <a:pt x="883" y="1813"/>
                </a:cubicBezTo>
                <a:cubicBezTo>
                  <a:pt x="922" y="1852"/>
                  <a:pt x="985" y="1852"/>
                  <a:pt x="1023" y="1813"/>
                </a:cubicBezTo>
                <a:cubicBezTo>
                  <a:pt x="1579" y="1246"/>
                  <a:pt x="1579" y="1246"/>
                  <a:pt x="1579" y="1246"/>
                </a:cubicBezTo>
                <a:cubicBezTo>
                  <a:pt x="1618" y="1207"/>
                  <a:pt x="1618" y="1143"/>
                  <a:pt x="1579" y="1104"/>
                </a:cubicBezTo>
                <a:cubicBezTo>
                  <a:pt x="1023" y="537"/>
                  <a:pt x="1023" y="537"/>
                  <a:pt x="1023" y="537"/>
                </a:cubicBezTo>
                <a:cubicBezTo>
                  <a:pt x="985" y="498"/>
                  <a:pt x="922" y="498"/>
                  <a:pt x="883" y="537"/>
                </a:cubicBezTo>
                <a:cubicBezTo>
                  <a:pt x="844" y="576"/>
                  <a:pt x="844" y="640"/>
                  <a:pt x="883" y="679"/>
                </a:cubicBezTo>
                <a:close/>
                <a:moveTo>
                  <a:pt x="0" y="1175"/>
                </a:moveTo>
                <a:cubicBezTo>
                  <a:pt x="0" y="1824"/>
                  <a:pt x="526" y="2350"/>
                  <a:pt x="1175" y="2350"/>
                </a:cubicBezTo>
                <a:cubicBezTo>
                  <a:pt x="1824" y="2350"/>
                  <a:pt x="2350" y="1824"/>
                  <a:pt x="2350" y="1175"/>
                </a:cubicBezTo>
                <a:cubicBezTo>
                  <a:pt x="2350" y="526"/>
                  <a:pt x="1824" y="0"/>
                  <a:pt x="1175" y="0"/>
                </a:cubicBezTo>
                <a:cubicBezTo>
                  <a:pt x="526" y="0"/>
                  <a:pt x="0" y="526"/>
                  <a:pt x="0" y="1175"/>
                </a:cubicBezTo>
                <a:close/>
                <a:moveTo>
                  <a:pt x="2198" y="1175"/>
                </a:moveTo>
                <a:cubicBezTo>
                  <a:pt x="2198" y="1740"/>
                  <a:pt x="1740" y="2198"/>
                  <a:pt x="1175" y="2198"/>
                </a:cubicBezTo>
                <a:cubicBezTo>
                  <a:pt x="610" y="2198"/>
                  <a:pt x="152" y="1740"/>
                  <a:pt x="152" y="1175"/>
                </a:cubicBezTo>
                <a:cubicBezTo>
                  <a:pt x="152" y="610"/>
                  <a:pt x="610" y="152"/>
                  <a:pt x="1175" y="152"/>
                </a:cubicBezTo>
                <a:cubicBezTo>
                  <a:pt x="1740" y="152"/>
                  <a:pt x="2198" y="610"/>
                  <a:pt x="2198" y="1175"/>
                </a:cubicBezTo>
                <a:close/>
              </a:path>
            </a:pathLst>
          </a:custGeom>
          <a:solidFill>
            <a:schemeClr val="accent5"/>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3" name="Freeform 5">
            <a:hlinkClick r:id="" action="ppaction://hlinkshowjump?jump=previousslide"/>
          </p:cNvPr>
          <p:cNvSpPr>
            <a:spLocks noEditPoints="1"/>
          </p:cNvSpPr>
          <p:nvPr userDrawn="1"/>
        </p:nvSpPr>
        <p:spPr bwMode="auto">
          <a:xfrm>
            <a:off x="10992130" y="6284422"/>
            <a:ext cx="188345" cy="188345"/>
          </a:xfrm>
          <a:custGeom>
            <a:avLst/>
            <a:gdLst>
              <a:gd name="T0" fmla="*/ 1467 w 2350"/>
              <a:gd name="T1" fmla="*/ 1671 h 2350"/>
              <a:gd name="T2" fmla="*/ 1012 w 2350"/>
              <a:gd name="T3" fmla="*/ 1175 h 2350"/>
              <a:gd name="T4" fmla="*/ 1467 w 2350"/>
              <a:gd name="T5" fmla="*/ 679 h 2350"/>
              <a:gd name="T6" fmla="*/ 1467 w 2350"/>
              <a:gd name="T7" fmla="*/ 537 h 2350"/>
              <a:gd name="T8" fmla="*/ 1327 w 2350"/>
              <a:gd name="T9" fmla="*/ 537 h 2350"/>
              <a:gd name="T10" fmla="*/ 771 w 2350"/>
              <a:gd name="T11" fmla="*/ 1104 h 2350"/>
              <a:gd name="T12" fmla="*/ 771 w 2350"/>
              <a:gd name="T13" fmla="*/ 1246 h 2350"/>
              <a:gd name="T14" fmla="*/ 1327 w 2350"/>
              <a:gd name="T15" fmla="*/ 1813 h 2350"/>
              <a:gd name="T16" fmla="*/ 1467 w 2350"/>
              <a:gd name="T17" fmla="*/ 1813 h 2350"/>
              <a:gd name="T18" fmla="*/ 1467 w 2350"/>
              <a:gd name="T19" fmla="*/ 1671 h 2350"/>
              <a:gd name="T20" fmla="*/ 2350 w 2350"/>
              <a:gd name="T21" fmla="*/ 1175 h 2350"/>
              <a:gd name="T22" fmla="*/ 1175 w 2350"/>
              <a:gd name="T23" fmla="*/ 0 h 2350"/>
              <a:gd name="T24" fmla="*/ 0 w 2350"/>
              <a:gd name="T25" fmla="*/ 1175 h 2350"/>
              <a:gd name="T26" fmla="*/ 1175 w 2350"/>
              <a:gd name="T27" fmla="*/ 2350 h 2350"/>
              <a:gd name="T28" fmla="*/ 2350 w 2350"/>
              <a:gd name="T29" fmla="*/ 1175 h 2350"/>
              <a:gd name="T30" fmla="*/ 152 w 2350"/>
              <a:gd name="T31" fmla="*/ 1175 h 2350"/>
              <a:gd name="T32" fmla="*/ 1175 w 2350"/>
              <a:gd name="T33" fmla="*/ 152 h 2350"/>
              <a:gd name="T34" fmla="*/ 2198 w 2350"/>
              <a:gd name="T35" fmla="*/ 1175 h 2350"/>
              <a:gd name="T36" fmla="*/ 1175 w 2350"/>
              <a:gd name="T37" fmla="*/ 2198 h 2350"/>
              <a:gd name="T38" fmla="*/ 152 w 2350"/>
              <a:gd name="T39" fmla="*/ 1175 h 2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350" h="2350">
                <a:moveTo>
                  <a:pt x="1467" y="1671"/>
                </a:moveTo>
                <a:cubicBezTo>
                  <a:pt x="1012" y="1175"/>
                  <a:pt x="1012" y="1175"/>
                  <a:pt x="1012" y="1175"/>
                </a:cubicBezTo>
                <a:cubicBezTo>
                  <a:pt x="1467" y="679"/>
                  <a:pt x="1467" y="679"/>
                  <a:pt x="1467" y="679"/>
                </a:cubicBezTo>
                <a:cubicBezTo>
                  <a:pt x="1506" y="640"/>
                  <a:pt x="1506" y="576"/>
                  <a:pt x="1467" y="537"/>
                </a:cubicBezTo>
                <a:cubicBezTo>
                  <a:pt x="1428" y="498"/>
                  <a:pt x="1365" y="498"/>
                  <a:pt x="1327" y="537"/>
                </a:cubicBezTo>
                <a:cubicBezTo>
                  <a:pt x="771" y="1104"/>
                  <a:pt x="771" y="1104"/>
                  <a:pt x="771" y="1104"/>
                </a:cubicBezTo>
                <a:cubicBezTo>
                  <a:pt x="732" y="1143"/>
                  <a:pt x="732" y="1207"/>
                  <a:pt x="771" y="1246"/>
                </a:cubicBezTo>
                <a:cubicBezTo>
                  <a:pt x="1327" y="1813"/>
                  <a:pt x="1327" y="1813"/>
                  <a:pt x="1327" y="1813"/>
                </a:cubicBezTo>
                <a:cubicBezTo>
                  <a:pt x="1365" y="1852"/>
                  <a:pt x="1428" y="1852"/>
                  <a:pt x="1467" y="1813"/>
                </a:cubicBezTo>
                <a:cubicBezTo>
                  <a:pt x="1506" y="1774"/>
                  <a:pt x="1506" y="1710"/>
                  <a:pt x="1467" y="1671"/>
                </a:cubicBezTo>
                <a:close/>
                <a:moveTo>
                  <a:pt x="2350" y="1175"/>
                </a:moveTo>
                <a:cubicBezTo>
                  <a:pt x="2350" y="526"/>
                  <a:pt x="1824" y="0"/>
                  <a:pt x="1175" y="0"/>
                </a:cubicBezTo>
                <a:cubicBezTo>
                  <a:pt x="526" y="0"/>
                  <a:pt x="0" y="526"/>
                  <a:pt x="0" y="1175"/>
                </a:cubicBezTo>
                <a:cubicBezTo>
                  <a:pt x="0" y="1824"/>
                  <a:pt x="526" y="2350"/>
                  <a:pt x="1175" y="2350"/>
                </a:cubicBezTo>
                <a:cubicBezTo>
                  <a:pt x="1824" y="2350"/>
                  <a:pt x="2350" y="1824"/>
                  <a:pt x="2350" y="1175"/>
                </a:cubicBezTo>
                <a:close/>
                <a:moveTo>
                  <a:pt x="152" y="1175"/>
                </a:moveTo>
                <a:cubicBezTo>
                  <a:pt x="152" y="610"/>
                  <a:pt x="610" y="152"/>
                  <a:pt x="1175" y="152"/>
                </a:cubicBezTo>
                <a:cubicBezTo>
                  <a:pt x="1740" y="152"/>
                  <a:pt x="2198" y="610"/>
                  <a:pt x="2198" y="1175"/>
                </a:cubicBezTo>
                <a:cubicBezTo>
                  <a:pt x="2198" y="1740"/>
                  <a:pt x="1740" y="2198"/>
                  <a:pt x="1175" y="2198"/>
                </a:cubicBezTo>
                <a:cubicBezTo>
                  <a:pt x="610" y="2198"/>
                  <a:pt x="152" y="1740"/>
                  <a:pt x="152" y="1175"/>
                </a:cubicBezTo>
                <a:close/>
              </a:path>
            </a:pathLst>
          </a:custGeom>
          <a:solidFill>
            <a:schemeClr val="accent5"/>
          </a:solidFill>
          <a:ln>
            <a:noFill/>
          </a:ln>
        </p:spPr>
        <p:txBody>
          <a:bodyPr vert="horz" wrap="square" lIns="121920" tIns="60960" rIns="121920" bIns="60960" numCol="1" anchor="t" anchorCtr="0" compatLnSpc="1">
            <a:prstTxWarp prst="textNoShape">
              <a:avLst/>
            </a:prstTxWarp>
          </a:bodyPr>
          <a:lstStyle/>
          <a:p>
            <a:endParaRPr lang="en-US" sz="2400"/>
          </a:p>
        </p:txBody>
      </p:sp>
    </p:spTree>
    <p:extLst>
      <p:ext uri="{BB962C8B-B14F-4D97-AF65-F5344CB8AC3E}">
        <p14:creationId xmlns:p14="http://schemas.microsoft.com/office/powerpoint/2010/main" val="460028240"/>
      </p:ext>
    </p:extLst>
  </p:cSld>
  <p:clrMapOvr>
    <a:masterClrMapping/>
  </p:clrMapOvr>
  <mc:AlternateContent xmlns:mc="http://schemas.openxmlformats.org/markup-compatibility/2006" xmlns:p14="http://schemas.microsoft.com/office/powerpoint/2010/main">
    <mc:Choice Requires="p14">
      <p:transition spd="slow" p14:dur="3500">
        <p14:window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4">
                                            <p:txEl>
                                              <p:pRg st="0" end="0"/>
                                            </p:txEl>
                                          </p:spTgt>
                                        </p:tgtEl>
                                        <p:attrNameLst>
                                          <p:attrName>style.visibility</p:attrName>
                                        </p:attrNameLst>
                                      </p:cBhvr>
                                      <p:to>
                                        <p:strVal val="visible"/>
                                      </p:to>
                                    </p:set>
                                    <p:animEffect transition="in" filter="fade">
                                      <p:cBhvr>
                                        <p:cTn id="11" dur="500"/>
                                        <p:tgtEl>
                                          <p:spTgt spid="14">
                                            <p:txEl>
                                              <p:pRg st="0" end="0"/>
                                            </p:tx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5">
                                            <p:txEl>
                                              <p:pRg st="0" end="0"/>
                                            </p:txEl>
                                          </p:spTgt>
                                        </p:tgtEl>
                                        <p:attrNameLst>
                                          <p:attrName>style.visibility</p:attrName>
                                        </p:attrNameLst>
                                      </p:cBhvr>
                                      <p:to>
                                        <p:strVal val="visible"/>
                                      </p:to>
                                    </p:set>
                                    <p:animEffect transition="in" filter="fade">
                                      <p:cBhvr>
                                        <p:cTn id="15" dur="5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tmplLst>
          <p:tmpl lvl="1">
            <p:tnLst>
              <p:par>
                <p:cTn presetID="10" presetClass="entr" presetSubtype="0" fill="hold" nodeType="afterEffect">
                  <p:stCondLst>
                    <p:cond delay="0"/>
                  </p:stCondLst>
                  <p:childTnLst>
                    <p:set>
                      <p:cBhvr>
                        <p:cTn dur="1" fill="hold">
                          <p:stCondLst>
                            <p:cond delay="0"/>
                          </p:stCondLst>
                        </p:cTn>
                        <p:tgtEl>
                          <p:spTgt spid="14"/>
                        </p:tgtEl>
                        <p:attrNameLst>
                          <p:attrName>style.visibility</p:attrName>
                        </p:attrNameLst>
                      </p:cBhvr>
                      <p:to>
                        <p:strVal val="visible"/>
                      </p:to>
                    </p:set>
                    <p:animEffect transition="in" filter="fade">
                      <p:cBhvr>
                        <p:cTn dur="500"/>
                        <p:tgtEl>
                          <p:spTgt spid="14"/>
                        </p:tgtEl>
                      </p:cBhvr>
                    </p:animEffect>
                  </p:childTnLst>
                </p:cTn>
              </p:par>
            </p:tnLst>
          </p:tmpl>
        </p:tmplLst>
      </p:bldP>
      <p:bldP spid="15" grpId="0" build="p">
        <p:tmplLst>
          <p:tmpl lvl="1">
            <p:tnLst>
              <p:par>
                <p:cTn presetID="10" presetClass="entr" presetSubtype="0" fill="hold" nodeType="afterEffect">
                  <p:stCondLst>
                    <p:cond delay="0"/>
                  </p:stCondLst>
                  <p:childTnLst>
                    <p:set>
                      <p:cBhvr>
                        <p:cTn dur="1" fill="hold">
                          <p:stCondLst>
                            <p:cond delay="0"/>
                          </p:stCondLst>
                        </p:cTn>
                        <p:tgtEl>
                          <p:spTgt spid="15"/>
                        </p:tgtEl>
                        <p:attrNameLst>
                          <p:attrName>style.visibility</p:attrName>
                        </p:attrNameLst>
                      </p:cBhvr>
                      <p:to>
                        <p:strVal val="visible"/>
                      </p:to>
                    </p:set>
                    <p:animEffect transition="in" filter="fade">
                      <p:cBhvr>
                        <p:cTn dur="500"/>
                        <p:tgtEl>
                          <p:spTgt spid="15"/>
                        </p:tgtEl>
                      </p:cBhvr>
                    </p:animEffect>
                  </p:childTnLst>
                </p:cTn>
              </p:par>
            </p:tnLst>
          </p:tmpl>
        </p:tmplLst>
      </p:bldP>
    </p:bldLst>
  </p:timing>
  <p:extLst>
    <p:ext uri="{DCECCB84-F9BA-43D5-87BE-67443E8EF086}">
      <p15:sldGuideLst xmlns:p15="http://schemas.microsoft.com/office/powerpoint/2012/main">
        <p15:guide id="1" orient="horz" pos="2700">
          <p15:clr>
            <a:srgbClr val="FBAE40"/>
          </p15:clr>
        </p15:guide>
        <p15:guide id="2" pos="5384">
          <p15:clr>
            <a:srgbClr val="FBAE40"/>
          </p15:clr>
        </p15:guide>
        <p15:guide id="3" pos="374">
          <p15:clr>
            <a:srgbClr val="FBAE40"/>
          </p15:clr>
        </p15:guide>
        <p15:guide id="4" orient="horz" pos="306">
          <p15:clr>
            <a:srgbClr val="FBAE40"/>
          </p15:clr>
        </p15:guide>
        <p15:guide id="5" orient="horz" pos="972">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5.xml"/><Relationship Id="rId18" Type="http://schemas.openxmlformats.org/officeDocument/2006/relationships/slideLayout" Target="../slideLayouts/slideLayout30.xml"/><Relationship Id="rId26" Type="http://schemas.openxmlformats.org/officeDocument/2006/relationships/slideLayout" Target="../slideLayouts/slideLayout38.xml"/><Relationship Id="rId3" Type="http://schemas.openxmlformats.org/officeDocument/2006/relationships/slideLayout" Target="../slideLayouts/slideLayout15.xml"/><Relationship Id="rId21" Type="http://schemas.openxmlformats.org/officeDocument/2006/relationships/slideLayout" Target="../slideLayouts/slideLayout33.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25" Type="http://schemas.openxmlformats.org/officeDocument/2006/relationships/slideLayout" Target="../slideLayouts/slideLayout37.xml"/><Relationship Id="rId33" Type="http://schemas.openxmlformats.org/officeDocument/2006/relationships/theme" Target="../theme/theme2.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20" Type="http://schemas.openxmlformats.org/officeDocument/2006/relationships/slideLayout" Target="../slideLayouts/slideLayout32.xml"/><Relationship Id="rId29" Type="http://schemas.openxmlformats.org/officeDocument/2006/relationships/slideLayout" Target="../slideLayouts/slideLayout41.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24" Type="http://schemas.openxmlformats.org/officeDocument/2006/relationships/slideLayout" Target="../slideLayouts/slideLayout36.xml"/><Relationship Id="rId32" Type="http://schemas.openxmlformats.org/officeDocument/2006/relationships/slideLayout" Target="../slideLayouts/slideLayout44.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23" Type="http://schemas.openxmlformats.org/officeDocument/2006/relationships/slideLayout" Target="../slideLayouts/slideLayout35.xml"/><Relationship Id="rId28" Type="http://schemas.openxmlformats.org/officeDocument/2006/relationships/slideLayout" Target="../slideLayouts/slideLayout40.xml"/><Relationship Id="rId10" Type="http://schemas.openxmlformats.org/officeDocument/2006/relationships/slideLayout" Target="../slideLayouts/slideLayout22.xml"/><Relationship Id="rId19" Type="http://schemas.openxmlformats.org/officeDocument/2006/relationships/slideLayout" Target="../slideLayouts/slideLayout31.xml"/><Relationship Id="rId31" Type="http://schemas.openxmlformats.org/officeDocument/2006/relationships/slideLayout" Target="../slideLayouts/slideLayout43.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 Id="rId22" Type="http://schemas.openxmlformats.org/officeDocument/2006/relationships/slideLayout" Target="../slideLayouts/slideLayout34.xml"/><Relationship Id="rId27" Type="http://schemas.openxmlformats.org/officeDocument/2006/relationships/slideLayout" Target="../slideLayouts/slideLayout39.xml"/><Relationship Id="rId30" Type="http://schemas.openxmlformats.org/officeDocument/2006/relationships/slideLayout" Target="../slideLayouts/slideLayout42.xml"/><Relationship Id="rId8"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E618847-8C38-4580-4AC4-0F381C24DA0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C259503-25E8-7EE0-8CCC-6B3BCC925A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90C819-4207-FF2F-7A20-212E23BC704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8287D54-E069-9245-8C2A-502714DAB931}" type="datetimeFigureOut">
              <a:rPr lang="en-US" smtClean="0"/>
              <a:t>6/22/26</a:t>
            </a:fld>
            <a:endParaRPr lang="en-US"/>
          </a:p>
        </p:txBody>
      </p:sp>
      <p:sp>
        <p:nvSpPr>
          <p:cNvPr id="5" name="Footer Placeholder 4">
            <a:extLst>
              <a:ext uri="{FF2B5EF4-FFF2-40B4-BE49-F238E27FC236}">
                <a16:creationId xmlns:a16="http://schemas.microsoft.com/office/drawing/2014/main" id="{A9534A7C-B27F-0A1A-AFDB-932A9B71730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20ABC80-7F86-34B5-1680-29988F0B43C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3A933C-F2EB-3745-ACD2-BB311A16BD1B}" type="slidenum">
              <a:rPr lang="en-US" smtClean="0"/>
              <a:t>‹#›</a:t>
            </a:fld>
            <a:endParaRPr lang="en-US"/>
          </a:p>
        </p:txBody>
      </p:sp>
    </p:spTree>
    <p:extLst>
      <p:ext uri="{BB962C8B-B14F-4D97-AF65-F5344CB8AC3E}">
        <p14:creationId xmlns:p14="http://schemas.microsoft.com/office/powerpoint/2010/main" val="29999013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xmlns:p14="http://schemas.microsoft.com/office/powerpoint/2010/main">
    <mc:Choice Requires="p14">
      <p:transition spd="slow" p14:dur="3500">
        <p14:window dir="vert"/>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6499430"/>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 id="2147483681" r:id="rId20"/>
    <p:sldLayoutId id="2147483682" r:id="rId21"/>
    <p:sldLayoutId id="2147483683" r:id="rId22"/>
    <p:sldLayoutId id="2147483684" r:id="rId23"/>
    <p:sldLayoutId id="2147483685" r:id="rId24"/>
    <p:sldLayoutId id="2147483686" r:id="rId25"/>
    <p:sldLayoutId id="2147483687" r:id="rId26"/>
    <p:sldLayoutId id="2147483688" r:id="rId27"/>
    <p:sldLayoutId id="2147483690" r:id="rId28"/>
    <p:sldLayoutId id="2147483691" r:id="rId29"/>
    <p:sldLayoutId id="2147483692" r:id="rId30"/>
    <p:sldLayoutId id="2147483693" r:id="rId31"/>
    <p:sldLayoutId id="2147483694" r:id="rId32"/>
  </p:sldLayoutIdLst>
  <mc:AlternateContent xmlns:mc="http://schemas.openxmlformats.org/markup-compatibility/2006" xmlns:p14="http://schemas.microsoft.com/office/powerpoint/2010/main">
    <mc:Choice Requires="p14">
      <p:transition spd="slow" p14:dur="3500">
        <p14:window dir="vert"/>
      </p:transition>
    </mc:Choice>
    <mc:Fallback xmlns="">
      <p:transition spd="slow">
        <p:fade/>
      </p:transition>
    </mc:Fallback>
  </mc:AlternateContent>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hyperlink" Target="https://www.carc.usc.edu/" TargetMode="External"/><Relationship Id="rId2" Type="http://schemas.openxmlformats.org/officeDocument/2006/relationships/image" Target="../media/image7.jpg"/><Relationship Id="rId1" Type="http://schemas.openxmlformats.org/officeDocument/2006/relationships/slideLayout" Target="../slideLayouts/slideLayout39.xml"/></Relationships>
</file>

<file path=ppt/slides/_rels/slide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hyperlink" Target="https://www.carc.usc.edu/education-and-resources/workshops" TargetMode="External"/><Relationship Id="rId1" Type="http://schemas.openxmlformats.org/officeDocument/2006/relationships/slideLayout" Target="../slideLayouts/slideLayout39.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26.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hyperlink" Target="https://www.carc.usc.edu/" TargetMode="Externa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6.png"/><Relationship Id="rId1" Type="http://schemas.openxmlformats.org/officeDocument/2006/relationships/slideLayout" Target="../slideLayouts/slideLayout26.xml"/><Relationship Id="rId5" Type="http://schemas.openxmlformats.org/officeDocument/2006/relationships/image" Target="../media/image11.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9.jpg"/><Relationship Id="rId1" Type="http://schemas.openxmlformats.org/officeDocument/2006/relationships/slideLayout" Target="../slideLayouts/slideLayout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Placeholder 3">
            <a:extLst>
              <a:ext uri="{FF2B5EF4-FFF2-40B4-BE49-F238E27FC236}">
                <a16:creationId xmlns:a16="http://schemas.microsoft.com/office/drawing/2014/main" id="{7D42771E-D3EC-F7F9-2FC7-77AEDEC44789}"/>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t="8109" b="8109"/>
          <a:stretch>
            <a:fillRect/>
          </a:stretch>
        </p:blipFill>
        <p:spPr>
          <a:xfrm>
            <a:off x="0" y="290265"/>
            <a:ext cx="12192000" cy="6858000"/>
          </a:xfrm>
        </p:spPr>
      </p:pic>
      <p:sp>
        <p:nvSpPr>
          <p:cNvPr id="15" name="Rectangle 14"/>
          <p:cNvSpPr/>
          <p:nvPr/>
        </p:nvSpPr>
        <p:spPr>
          <a:xfrm>
            <a:off x="1" y="1777593"/>
            <a:ext cx="6349593" cy="3200400"/>
          </a:xfrm>
          <a:prstGeom prst="rect">
            <a:avLst/>
          </a:prstGeom>
          <a:solidFill>
            <a:srgbClr val="FFFFFF">
              <a:alpha val="8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cxnSp>
        <p:nvCxnSpPr>
          <p:cNvPr id="4" name="Straight Connector 3"/>
          <p:cNvCxnSpPr/>
          <p:nvPr/>
        </p:nvCxnSpPr>
        <p:spPr>
          <a:xfrm>
            <a:off x="135903" y="2310044"/>
            <a:ext cx="1219200" cy="0"/>
          </a:xfrm>
          <a:prstGeom prst="line">
            <a:avLst/>
          </a:prstGeom>
          <a:ln w="28575">
            <a:solidFill>
              <a:srgbClr val="991B1E"/>
            </a:solidFill>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135903" y="2392381"/>
            <a:ext cx="6213691" cy="2446824"/>
          </a:xfrm>
          <a:prstGeom prst="rect">
            <a:avLst/>
          </a:prstGeom>
          <a:noFill/>
        </p:spPr>
        <p:txBody>
          <a:bodyPr wrap="square" lIns="0" tIns="0" rIns="0" bIns="0" rtlCol="0">
            <a:spAutoFit/>
          </a:bodyPr>
          <a:lstStyle/>
          <a:p>
            <a:pPr>
              <a:spcAft>
                <a:spcPts val="600"/>
              </a:spcAft>
            </a:pPr>
            <a:r>
              <a:rPr lang="en-US" sz="2600" cap="all" spc="67" dirty="0">
                <a:solidFill>
                  <a:srgbClr val="4B5050"/>
                </a:solidFill>
                <a:latin typeface="Lato Black" panose="020F0A02020204030203" pitchFamily="34" charset="0"/>
              </a:rPr>
              <a:t>Advanced Research Computing &amp; data at USC</a:t>
            </a:r>
          </a:p>
          <a:p>
            <a:pPr>
              <a:lnSpc>
                <a:spcPts val="3600"/>
              </a:lnSpc>
            </a:pPr>
            <a:r>
              <a:rPr lang="en-US" sz="1600" cap="all" spc="67" dirty="0">
                <a:solidFill>
                  <a:srgbClr val="C00000"/>
                </a:solidFill>
                <a:latin typeface="Lato Black" panose="020F0A02020204030203" pitchFamily="34" charset="0"/>
              </a:rPr>
              <a:t>Center for advanced research computing (CARC)</a:t>
            </a:r>
          </a:p>
          <a:p>
            <a:endParaRPr lang="en-US" sz="1200" cap="all" spc="67" dirty="0">
              <a:solidFill>
                <a:srgbClr val="777777"/>
              </a:solidFill>
              <a:latin typeface="Lato Black" panose="020F0A02020204030203" pitchFamily="34" charset="0"/>
            </a:endParaRPr>
          </a:p>
          <a:p>
            <a:endParaRPr lang="en-US" sz="1200" cap="all" spc="67" dirty="0">
              <a:solidFill>
                <a:srgbClr val="777777"/>
              </a:solidFill>
              <a:latin typeface="Lato Black" panose="020F0A02020204030203" pitchFamily="34" charset="0"/>
            </a:endParaRPr>
          </a:p>
          <a:p>
            <a:endParaRPr lang="en-US" sz="1200" cap="all" spc="67" dirty="0">
              <a:solidFill>
                <a:srgbClr val="777777"/>
              </a:solidFill>
              <a:latin typeface="Lato Black" panose="020F0A02020204030203" pitchFamily="34" charset="0"/>
            </a:endParaRPr>
          </a:p>
          <a:p>
            <a:r>
              <a:rPr lang="en-US" sz="1200" cap="all" spc="67" dirty="0">
                <a:solidFill>
                  <a:srgbClr val="777777"/>
                </a:solidFill>
                <a:latin typeface="Lato Black" panose="020F0A02020204030203" pitchFamily="34" charset="0"/>
              </a:rPr>
              <a:t>Hao Ji</a:t>
            </a:r>
          </a:p>
          <a:p>
            <a:r>
              <a:rPr lang="en-US" sz="1200" cap="all" spc="67" dirty="0">
                <a:solidFill>
                  <a:srgbClr val="777777"/>
                </a:solidFill>
                <a:latin typeface="Lato Black" panose="020F0A02020204030203" pitchFamily="34" charset="0"/>
              </a:rPr>
              <a:t>Data scientist</a:t>
            </a:r>
          </a:p>
          <a:p>
            <a:r>
              <a:rPr lang="en-US" sz="1200" cap="all" spc="67" dirty="0">
                <a:solidFill>
                  <a:srgbClr val="777777"/>
                </a:solidFill>
                <a:latin typeface="Lato Black" panose="020F0A02020204030203" pitchFamily="34" charset="0"/>
              </a:rPr>
              <a:t>CARC</a:t>
            </a:r>
          </a:p>
        </p:txBody>
      </p:sp>
      <p:pic>
        <p:nvPicPr>
          <p:cNvPr id="11" name="Picture 10">
            <a:extLst>
              <a:ext uri="{FF2B5EF4-FFF2-40B4-BE49-F238E27FC236}">
                <a16:creationId xmlns:a16="http://schemas.microsoft.com/office/drawing/2014/main" id="{02E5A025-B9EC-4B3B-8A5A-78BE0B998494}"/>
              </a:ext>
            </a:extLst>
          </p:cNvPr>
          <p:cNvPicPr>
            <a:picLocks noChangeAspect="1"/>
          </p:cNvPicPr>
          <p:nvPr/>
        </p:nvPicPr>
        <p:blipFill>
          <a:blip r:embed="rId4"/>
          <a:stretch>
            <a:fillRect/>
          </a:stretch>
        </p:blipFill>
        <p:spPr>
          <a:xfrm>
            <a:off x="4525976" y="4486266"/>
            <a:ext cx="1771245" cy="414494"/>
          </a:xfrm>
          <a:prstGeom prst="rect">
            <a:avLst/>
          </a:prstGeom>
        </p:spPr>
      </p:pic>
    </p:spTree>
    <p:extLst>
      <p:ext uri="{BB962C8B-B14F-4D97-AF65-F5344CB8AC3E}">
        <p14:creationId xmlns:p14="http://schemas.microsoft.com/office/powerpoint/2010/main" val="24765846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Placeholder 3"/>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t="12477" b="12477"/>
          <a:stretch>
            <a:fillRect/>
          </a:stretch>
        </p:blipFill>
        <p:spPr/>
      </p:pic>
      <p:sp>
        <p:nvSpPr>
          <p:cNvPr id="9" name="Text Placeholder 8"/>
          <p:cNvSpPr>
            <a:spLocks noGrp="1"/>
          </p:cNvSpPr>
          <p:nvPr>
            <p:ph type="body" sz="quarter" idx="11"/>
          </p:nvPr>
        </p:nvSpPr>
        <p:spPr>
          <a:xfrm>
            <a:off x="778937" y="767788"/>
            <a:ext cx="4441457" cy="1126981"/>
          </a:xfrm>
        </p:spPr>
        <p:txBody>
          <a:bodyPr/>
          <a:lstStyle/>
          <a:p>
            <a:r>
              <a:rPr lang="en-US" dirty="0"/>
              <a:t>About </a:t>
            </a:r>
            <a:r>
              <a:rPr lang="en-US" dirty="0">
                <a:solidFill>
                  <a:schemeClr val="accent2"/>
                </a:solidFill>
              </a:rPr>
              <a:t>CARC</a:t>
            </a:r>
          </a:p>
        </p:txBody>
      </p:sp>
      <p:sp>
        <p:nvSpPr>
          <p:cNvPr id="15" name="Rectangle 14"/>
          <p:cNvSpPr/>
          <p:nvPr/>
        </p:nvSpPr>
        <p:spPr>
          <a:xfrm>
            <a:off x="764375" y="3592691"/>
            <a:ext cx="4440609" cy="896535"/>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endParaRPr lang="en-US" dirty="0">
              <a:solidFill>
                <a:prstClr val="white"/>
              </a:solidFill>
              <a:latin typeface="Lato"/>
            </a:endParaRPr>
          </a:p>
        </p:txBody>
      </p:sp>
      <p:sp>
        <p:nvSpPr>
          <p:cNvPr id="30" name="TextBox 29"/>
          <p:cNvSpPr txBox="1"/>
          <p:nvPr/>
        </p:nvSpPr>
        <p:spPr>
          <a:xfrm>
            <a:off x="764374" y="1707576"/>
            <a:ext cx="4411487" cy="1648656"/>
          </a:xfrm>
          <a:prstGeom prst="rect">
            <a:avLst/>
          </a:prstGeom>
          <a:noFill/>
        </p:spPr>
        <p:txBody>
          <a:bodyPr wrap="square" lIns="0" tIns="0" rIns="0" bIns="0" rtlCol="0">
            <a:spAutoFit/>
          </a:bodyPr>
          <a:lstStyle/>
          <a:p>
            <a:pPr defTabSz="914377">
              <a:lnSpc>
                <a:spcPct val="130000"/>
              </a:lnSpc>
            </a:pPr>
            <a:r>
              <a:rPr lang="en-US" sz="1400" dirty="0">
                <a:solidFill>
                  <a:schemeClr val="accent3"/>
                </a:solidFill>
                <a:effectLst/>
                <a:ea typeface="Times New Roman" panose="02020603050405020304" pitchFamily="18" charset="0"/>
              </a:rPr>
              <a:t>The computational expertise in high-performance computing of </a:t>
            </a:r>
            <a:r>
              <a:rPr lang="en-US" sz="1400" dirty="0">
                <a:solidFill>
                  <a:schemeClr val="accent3"/>
                </a:solidFill>
                <a:ea typeface="Times New Roman" panose="02020603050405020304" pitchFamily="18" charset="0"/>
              </a:rPr>
              <a:t>the </a:t>
            </a:r>
            <a:r>
              <a:rPr lang="en-US" sz="1400" dirty="0">
                <a:solidFill>
                  <a:schemeClr val="accent3"/>
                </a:solidFill>
                <a:effectLst/>
                <a:ea typeface="Times New Roman" panose="02020603050405020304" pitchFamily="18" charset="0"/>
              </a:rPr>
              <a:t>USC Center for Advanced Research Computing (CARC) has been </a:t>
            </a:r>
            <a:r>
              <a:rPr lang="en-US" sz="1400" dirty="0">
                <a:solidFill>
                  <a:schemeClr val="accent3"/>
                </a:solidFill>
                <a:ea typeface="Open Sans Light" panose="020B0306030504020204" pitchFamily="34" charset="0"/>
                <a:cs typeface="Open Sans Light" panose="020B0306030504020204" pitchFamily="34" charset="0"/>
              </a:rPr>
              <a:t>a vital resource in USC research </a:t>
            </a:r>
            <a:r>
              <a:rPr lang="en-US" sz="1400" dirty="0">
                <a:solidFill>
                  <a:schemeClr val="accent3"/>
                </a:solidFill>
              </a:rPr>
              <a:t>community and contributes </a:t>
            </a:r>
            <a:r>
              <a:rPr lang="en-US" sz="1400" dirty="0">
                <a:solidFill>
                  <a:schemeClr val="accent3"/>
                </a:solidFill>
                <a:effectLst/>
              </a:rPr>
              <a:t>to improved </a:t>
            </a:r>
            <a:r>
              <a:rPr lang="en-US" sz="1400" dirty="0">
                <a:solidFill>
                  <a:schemeClr val="accent3"/>
                </a:solidFill>
              </a:rPr>
              <a:t>research productivity and superior outcomes, driving USC’s research excellence forward.  </a:t>
            </a:r>
            <a:r>
              <a:rPr lang="en-US" sz="1400" dirty="0">
                <a:solidFill>
                  <a:schemeClr val="accent3"/>
                </a:solidFill>
                <a:effectLst/>
              </a:rPr>
              <a:t> </a:t>
            </a:r>
            <a:endParaRPr lang="en-US" sz="1400" dirty="0">
              <a:solidFill>
                <a:schemeClr val="accent3"/>
              </a:solidFill>
            </a:endParaRPr>
          </a:p>
        </p:txBody>
      </p:sp>
      <p:sp>
        <p:nvSpPr>
          <p:cNvPr id="19" name="TextBox 18"/>
          <p:cNvSpPr txBox="1"/>
          <p:nvPr/>
        </p:nvSpPr>
        <p:spPr>
          <a:xfrm>
            <a:off x="977502" y="3739048"/>
            <a:ext cx="4014353" cy="603820"/>
          </a:xfrm>
          <a:prstGeom prst="rect">
            <a:avLst/>
          </a:prstGeom>
          <a:noFill/>
        </p:spPr>
        <p:txBody>
          <a:bodyPr wrap="square" lIns="0" tIns="0" rIns="0" bIns="0" rtlCol="0">
            <a:spAutoFit/>
          </a:bodyPr>
          <a:lstStyle/>
          <a:p>
            <a:pPr defTabSz="914377">
              <a:lnSpc>
                <a:spcPct val="130000"/>
              </a:lnSpc>
            </a:pPr>
            <a:r>
              <a:rPr lang="en-US" sz="1600" b="1" dirty="0">
                <a:solidFill>
                  <a:schemeClr val="bg1"/>
                </a:solidFill>
              </a:rPr>
              <a:t>CARC aims to be an institutional resource enabling scientific breakthroughs at scale.</a:t>
            </a:r>
            <a:endParaRPr lang="en-US" sz="1600" b="1" dirty="0">
              <a:solidFill>
                <a:schemeClr val="bg1"/>
              </a:solidFill>
              <a:ea typeface="Open Sans Light" panose="020B0306030504020204" pitchFamily="34" charset="0"/>
              <a:cs typeface="Open Sans Light" panose="020B0306030504020204" pitchFamily="34" charset="0"/>
            </a:endParaRPr>
          </a:p>
        </p:txBody>
      </p:sp>
      <p:sp>
        <p:nvSpPr>
          <p:cNvPr id="2" name="TextBox 1">
            <a:extLst>
              <a:ext uri="{FF2B5EF4-FFF2-40B4-BE49-F238E27FC236}">
                <a16:creationId xmlns:a16="http://schemas.microsoft.com/office/drawing/2014/main" id="{07F4F487-3BDB-BB41-0831-9E0E150AFB05}"/>
              </a:ext>
            </a:extLst>
          </p:cNvPr>
          <p:cNvSpPr txBox="1"/>
          <p:nvPr/>
        </p:nvSpPr>
        <p:spPr>
          <a:xfrm>
            <a:off x="685564" y="1178179"/>
            <a:ext cx="2013693" cy="276999"/>
          </a:xfrm>
          <a:prstGeom prst="rect">
            <a:avLst/>
          </a:prstGeom>
          <a:noFill/>
        </p:spPr>
        <p:txBody>
          <a:bodyPr wrap="none" rtlCol="0">
            <a:spAutoFit/>
          </a:bodyPr>
          <a:lstStyle/>
          <a:p>
            <a:r>
              <a:rPr lang="en-US" sz="1200" dirty="0">
                <a:hlinkClick r:id="rId3"/>
              </a:rPr>
              <a:t>https://www.carc.usc.edu/</a:t>
            </a:r>
            <a:endParaRPr lang="en-US" sz="1200" dirty="0"/>
          </a:p>
        </p:txBody>
      </p:sp>
      <p:sp>
        <p:nvSpPr>
          <p:cNvPr id="3" name="TextBox 2">
            <a:extLst>
              <a:ext uri="{FF2B5EF4-FFF2-40B4-BE49-F238E27FC236}">
                <a16:creationId xmlns:a16="http://schemas.microsoft.com/office/drawing/2014/main" id="{AAE9A3F8-0506-DC55-5A0F-99D612C24031}"/>
              </a:ext>
            </a:extLst>
          </p:cNvPr>
          <p:cNvSpPr txBox="1"/>
          <p:nvPr/>
        </p:nvSpPr>
        <p:spPr>
          <a:xfrm>
            <a:off x="977502" y="4741624"/>
            <a:ext cx="3868585" cy="1445524"/>
          </a:xfrm>
          <a:prstGeom prst="rect">
            <a:avLst/>
          </a:prstGeom>
          <a:noFill/>
        </p:spPr>
        <p:txBody>
          <a:bodyPr wrap="square" lIns="0" tIns="0" rIns="0" bIns="0" rtlCol="0">
            <a:spAutoFit/>
          </a:bodyPr>
          <a:lstStyle/>
          <a:p>
            <a:pPr defTabSz="914377">
              <a:lnSpc>
                <a:spcPct val="130000"/>
              </a:lnSpc>
              <a:spcAft>
                <a:spcPts val="600"/>
              </a:spcAft>
            </a:pPr>
            <a:r>
              <a:rPr lang="en-US" sz="1400" dirty="0">
                <a:solidFill>
                  <a:schemeClr val="accent3"/>
                </a:solidFill>
              </a:rPr>
              <a:t>Main Service Areas:</a:t>
            </a:r>
          </a:p>
          <a:p>
            <a:pPr marL="800100" lvl="1" indent="-342900" defTabSz="914377">
              <a:lnSpc>
                <a:spcPct val="130000"/>
              </a:lnSpc>
              <a:buAutoNum type="arabicPeriod"/>
            </a:pPr>
            <a:r>
              <a:rPr lang="en-US" sz="1400" dirty="0">
                <a:solidFill>
                  <a:schemeClr val="accent3"/>
                </a:solidFill>
              </a:rPr>
              <a:t>Advanced Computing</a:t>
            </a:r>
          </a:p>
          <a:p>
            <a:pPr marL="800100" lvl="1" indent="-342900" defTabSz="914377">
              <a:lnSpc>
                <a:spcPct val="130000"/>
              </a:lnSpc>
              <a:buAutoNum type="arabicPeriod"/>
            </a:pPr>
            <a:r>
              <a:rPr lang="en-US" sz="1400" dirty="0">
                <a:solidFill>
                  <a:schemeClr val="accent3"/>
                </a:solidFill>
              </a:rPr>
              <a:t>Data Solutions</a:t>
            </a:r>
          </a:p>
          <a:p>
            <a:pPr marL="800100" lvl="1" indent="-342900" defTabSz="914377">
              <a:lnSpc>
                <a:spcPct val="130000"/>
              </a:lnSpc>
              <a:buAutoNum type="arabicPeriod"/>
            </a:pPr>
            <a:r>
              <a:rPr lang="en-US" sz="1400" dirty="0">
                <a:solidFill>
                  <a:schemeClr val="accent3"/>
                </a:solidFill>
              </a:rPr>
              <a:t>Research Support</a:t>
            </a:r>
          </a:p>
          <a:p>
            <a:pPr marL="800100" lvl="1" indent="-342900" defTabSz="914377">
              <a:lnSpc>
                <a:spcPct val="130000"/>
              </a:lnSpc>
              <a:buAutoNum type="arabicPeriod"/>
            </a:pPr>
            <a:r>
              <a:rPr lang="en-US" sz="1400" dirty="0">
                <a:solidFill>
                  <a:schemeClr val="accent3"/>
                </a:solidFill>
              </a:rPr>
              <a:t>Education</a:t>
            </a:r>
          </a:p>
        </p:txBody>
      </p:sp>
    </p:spTree>
    <p:extLst>
      <p:ext uri="{BB962C8B-B14F-4D97-AF65-F5344CB8AC3E}">
        <p14:creationId xmlns:p14="http://schemas.microsoft.com/office/powerpoint/2010/main" val="39269152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p:cNvSpPr>
            <a:spLocks noGrp="1"/>
          </p:cNvSpPr>
          <p:nvPr>
            <p:ph type="body" sz="quarter" idx="11"/>
          </p:nvPr>
        </p:nvSpPr>
        <p:spPr>
          <a:xfrm>
            <a:off x="778937" y="767789"/>
            <a:ext cx="6462304" cy="525746"/>
          </a:xfrm>
        </p:spPr>
        <p:txBody>
          <a:bodyPr/>
          <a:lstStyle/>
          <a:p>
            <a:r>
              <a:rPr lang="en-US" dirty="0"/>
              <a:t>CARC  </a:t>
            </a:r>
            <a:r>
              <a:rPr lang="en-US" dirty="0">
                <a:solidFill>
                  <a:schemeClr val="accent2"/>
                </a:solidFill>
              </a:rPr>
              <a:t>highlights</a:t>
            </a:r>
          </a:p>
        </p:txBody>
      </p:sp>
      <p:sp>
        <p:nvSpPr>
          <p:cNvPr id="10" name="Text Placeholder 9"/>
          <p:cNvSpPr>
            <a:spLocks noGrp="1"/>
          </p:cNvSpPr>
          <p:nvPr>
            <p:ph type="body" sz="quarter" idx="12"/>
          </p:nvPr>
        </p:nvSpPr>
        <p:spPr>
          <a:xfrm>
            <a:off x="778937" y="1215448"/>
            <a:ext cx="6616945" cy="253341"/>
          </a:xfrm>
        </p:spPr>
        <p:txBody>
          <a:bodyPr/>
          <a:lstStyle/>
          <a:p>
            <a:r>
              <a:rPr lang="en-US" sz="1050" dirty="0"/>
              <a:t>The resources, services, and achievements that set us apart.</a:t>
            </a:r>
          </a:p>
          <a:p>
            <a:endParaRPr lang="en-US" sz="1050" dirty="0"/>
          </a:p>
        </p:txBody>
      </p:sp>
      <p:sp>
        <p:nvSpPr>
          <p:cNvPr id="8" name="Freeform 117">
            <a:extLst>
              <a:ext uri="{FF2B5EF4-FFF2-40B4-BE49-F238E27FC236}">
                <a16:creationId xmlns:a16="http://schemas.microsoft.com/office/drawing/2014/main" id="{7AB968BE-93C8-F9D0-6AD6-60C648253F43}"/>
              </a:ext>
            </a:extLst>
          </p:cNvPr>
          <p:cNvSpPr>
            <a:spLocks noEditPoints="1"/>
          </p:cNvSpPr>
          <p:nvPr/>
        </p:nvSpPr>
        <p:spPr bwMode="auto">
          <a:xfrm>
            <a:off x="967818" y="4430043"/>
            <a:ext cx="548640" cy="548640"/>
          </a:xfrm>
          <a:custGeom>
            <a:avLst/>
            <a:gdLst>
              <a:gd name="T0" fmla="*/ 353 w 353"/>
              <a:gd name="T1" fmla="*/ 136 h 353"/>
              <a:gd name="T2" fmla="*/ 349 w 353"/>
              <a:gd name="T3" fmla="*/ 97 h 353"/>
              <a:gd name="T4" fmla="*/ 180 w 353"/>
              <a:gd name="T5" fmla="*/ 1 h 353"/>
              <a:gd name="T6" fmla="*/ 176 w 353"/>
              <a:gd name="T7" fmla="*/ 0 h 353"/>
              <a:gd name="T8" fmla="*/ 173 w 353"/>
              <a:gd name="T9" fmla="*/ 1 h 353"/>
              <a:gd name="T10" fmla="*/ 4 w 353"/>
              <a:gd name="T11" fmla="*/ 97 h 353"/>
              <a:gd name="T12" fmla="*/ 0 w 353"/>
              <a:gd name="T13" fmla="*/ 136 h 353"/>
              <a:gd name="T14" fmla="*/ 32 w 353"/>
              <a:gd name="T15" fmla="*/ 144 h 353"/>
              <a:gd name="T16" fmla="*/ 24 w 353"/>
              <a:gd name="T17" fmla="*/ 289 h 353"/>
              <a:gd name="T18" fmla="*/ 16 w 353"/>
              <a:gd name="T19" fmla="*/ 294 h 353"/>
              <a:gd name="T20" fmla="*/ 0 w 353"/>
              <a:gd name="T21" fmla="*/ 342 h 353"/>
              <a:gd name="T22" fmla="*/ 8 w 353"/>
              <a:gd name="T23" fmla="*/ 353 h 353"/>
              <a:gd name="T24" fmla="*/ 353 w 353"/>
              <a:gd name="T25" fmla="*/ 345 h 353"/>
              <a:gd name="T26" fmla="*/ 353 w 353"/>
              <a:gd name="T27" fmla="*/ 342 h 353"/>
              <a:gd name="T28" fmla="*/ 337 w 353"/>
              <a:gd name="T29" fmla="*/ 294 h 353"/>
              <a:gd name="T30" fmla="*/ 321 w 353"/>
              <a:gd name="T31" fmla="*/ 289 h 353"/>
              <a:gd name="T32" fmla="*/ 345 w 353"/>
              <a:gd name="T33" fmla="*/ 144 h 353"/>
              <a:gd name="T34" fmla="*/ 315 w 353"/>
              <a:gd name="T35" fmla="*/ 96 h 353"/>
              <a:gd name="T36" fmla="*/ 176 w 353"/>
              <a:gd name="T37" fmla="*/ 17 h 353"/>
              <a:gd name="T38" fmla="*/ 334 w 353"/>
              <a:gd name="T39" fmla="*/ 337 h 353"/>
              <a:gd name="T40" fmla="*/ 30 w 353"/>
              <a:gd name="T41" fmla="*/ 305 h 353"/>
              <a:gd name="T42" fmla="*/ 48 w 353"/>
              <a:gd name="T43" fmla="*/ 144 h 353"/>
              <a:gd name="T44" fmla="*/ 80 w 353"/>
              <a:gd name="T45" fmla="*/ 289 h 353"/>
              <a:gd name="T46" fmla="*/ 48 w 353"/>
              <a:gd name="T47" fmla="*/ 144 h 353"/>
              <a:gd name="T48" fmla="*/ 128 w 353"/>
              <a:gd name="T49" fmla="*/ 144 h 353"/>
              <a:gd name="T50" fmla="*/ 96 w 353"/>
              <a:gd name="T51" fmla="*/ 289 h 353"/>
              <a:gd name="T52" fmla="*/ 144 w 353"/>
              <a:gd name="T53" fmla="*/ 144 h 353"/>
              <a:gd name="T54" fmla="*/ 209 w 353"/>
              <a:gd name="T55" fmla="*/ 289 h 353"/>
              <a:gd name="T56" fmla="*/ 144 w 353"/>
              <a:gd name="T57" fmla="*/ 144 h 353"/>
              <a:gd name="T58" fmla="*/ 257 w 353"/>
              <a:gd name="T59" fmla="*/ 144 h 353"/>
              <a:gd name="T60" fmla="*/ 225 w 353"/>
              <a:gd name="T61" fmla="*/ 289 h 353"/>
              <a:gd name="T62" fmla="*/ 273 w 353"/>
              <a:gd name="T63" fmla="*/ 144 h 353"/>
              <a:gd name="T64" fmla="*/ 305 w 353"/>
              <a:gd name="T65" fmla="*/ 289 h 353"/>
              <a:gd name="T66" fmla="*/ 273 w 353"/>
              <a:gd name="T67" fmla="*/ 144 h 353"/>
              <a:gd name="T68" fmla="*/ 337 w 353"/>
              <a:gd name="T69" fmla="*/ 112 h 353"/>
              <a:gd name="T70" fmla="*/ 16 w 353"/>
              <a:gd name="T71" fmla="*/ 128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53" h="353">
                <a:moveTo>
                  <a:pt x="345" y="144"/>
                </a:moveTo>
                <a:cubicBezTo>
                  <a:pt x="350" y="144"/>
                  <a:pt x="353" y="141"/>
                  <a:pt x="353" y="136"/>
                </a:cubicBezTo>
                <a:cubicBezTo>
                  <a:pt x="353" y="104"/>
                  <a:pt x="353" y="104"/>
                  <a:pt x="353" y="104"/>
                </a:cubicBezTo>
                <a:cubicBezTo>
                  <a:pt x="353" y="101"/>
                  <a:pt x="351" y="99"/>
                  <a:pt x="349" y="97"/>
                </a:cubicBezTo>
                <a:cubicBezTo>
                  <a:pt x="349" y="97"/>
                  <a:pt x="349" y="97"/>
                  <a:pt x="349" y="97"/>
                </a:cubicBezTo>
                <a:cubicBezTo>
                  <a:pt x="180" y="1"/>
                  <a:pt x="180" y="1"/>
                  <a:pt x="180" y="1"/>
                </a:cubicBezTo>
                <a:cubicBezTo>
                  <a:pt x="180" y="1"/>
                  <a:pt x="180" y="1"/>
                  <a:pt x="180" y="1"/>
                </a:cubicBezTo>
                <a:cubicBezTo>
                  <a:pt x="179" y="0"/>
                  <a:pt x="178" y="0"/>
                  <a:pt x="176" y="0"/>
                </a:cubicBezTo>
                <a:cubicBezTo>
                  <a:pt x="175" y="0"/>
                  <a:pt x="174" y="0"/>
                  <a:pt x="173" y="1"/>
                </a:cubicBezTo>
                <a:cubicBezTo>
                  <a:pt x="173" y="1"/>
                  <a:pt x="173" y="1"/>
                  <a:pt x="173" y="1"/>
                </a:cubicBezTo>
                <a:cubicBezTo>
                  <a:pt x="4" y="97"/>
                  <a:pt x="4" y="97"/>
                  <a:pt x="4" y="97"/>
                </a:cubicBezTo>
                <a:cubicBezTo>
                  <a:pt x="4" y="97"/>
                  <a:pt x="4" y="97"/>
                  <a:pt x="4" y="97"/>
                </a:cubicBezTo>
                <a:cubicBezTo>
                  <a:pt x="2" y="99"/>
                  <a:pt x="0" y="101"/>
                  <a:pt x="0" y="104"/>
                </a:cubicBezTo>
                <a:cubicBezTo>
                  <a:pt x="0" y="136"/>
                  <a:pt x="0" y="136"/>
                  <a:pt x="0" y="136"/>
                </a:cubicBezTo>
                <a:cubicBezTo>
                  <a:pt x="0" y="141"/>
                  <a:pt x="3" y="144"/>
                  <a:pt x="8" y="144"/>
                </a:cubicBezTo>
                <a:cubicBezTo>
                  <a:pt x="32" y="144"/>
                  <a:pt x="32" y="144"/>
                  <a:pt x="32" y="144"/>
                </a:cubicBezTo>
                <a:cubicBezTo>
                  <a:pt x="32" y="289"/>
                  <a:pt x="32" y="289"/>
                  <a:pt x="32" y="289"/>
                </a:cubicBezTo>
                <a:cubicBezTo>
                  <a:pt x="24" y="289"/>
                  <a:pt x="24" y="289"/>
                  <a:pt x="24" y="289"/>
                </a:cubicBezTo>
                <a:cubicBezTo>
                  <a:pt x="20" y="289"/>
                  <a:pt x="18" y="291"/>
                  <a:pt x="16" y="294"/>
                </a:cubicBezTo>
                <a:cubicBezTo>
                  <a:pt x="16" y="294"/>
                  <a:pt x="16" y="294"/>
                  <a:pt x="16" y="294"/>
                </a:cubicBezTo>
                <a:cubicBezTo>
                  <a:pt x="0" y="342"/>
                  <a:pt x="0" y="342"/>
                  <a:pt x="0" y="342"/>
                </a:cubicBezTo>
                <a:cubicBezTo>
                  <a:pt x="0" y="342"/>
                  <a:pt x="0" y="342"/>
                  <a:pt x="0" y="342"/>
                </a:cubicBezTo>
                <a:cubicBezTo>
                  <a:pt x="0" y="343"/>
                  <a:pt x="0" y="344"/>
                  <a:pt x="0" y="345"/>
                </a:cubicBezTo>
                <a:cubicBezTo>
                  <a:pt x="0" y="349"/>
                  <a:pt x="3" y="353"/>
                  <a:pt x="8" y="353"/>
                </a:cubicBezTo>
                <a:cubicBezTo>
                  <a:pt x="345" y="353"/>
                  <a:pt x="345" y="353"/>
                  <a:pt x="345" y="353"/>
                </a:cubicBezTo>
                <a:cubicBezTo>
                  <a:pt x="350" y="353"/>
                  <a:pt x="353" y="349"/>
                  <a:pt x="353" y="345"/>
                </a:cubicBezTo>
                <a:cubicBezTo>
                  <a:pt x="353" y="344"/>
                  <a:pt x="353" y="343"/>
                  <a:pt x="353" y="342"/>
                </a:cubicBezTo>
                <a:cubicBezTo>
                  <a:pt x="353" y="342"/>
                  <a:pt x="353" y="342"/>
                  <a:pt x="353" y="342"/>
                </a:cubicBezTo>
                <a:cubicBezTo>
                  <a:pt x="337" y="294"/>
                  <a:pt x="337" y="294"/>
                  <a:pt x="337" y="294"/>
                </a:cubicBezTo>
                <a:cubicBezTo>
                  <a:pt x="337" y="294"/>
                  <a:pt x="337" y="294"/>
                  <a:pt x="337" y="294"/>
                </a:cubicBezTo>
                <a:cubicBezTo>
                  <a:pt x="335" y="291"/>
                  <a:pt x="333" y="289"/>
                  <a:pt x="329" y="289"/>
                </a:cubicBezTo>
                <a:cubicBezTo>
                  <a:pt x="321" y="289"/>
                  <a:pt x="321" y="289"/>
                  <a:pt x="321" y="289"/>
                </a:cubicBezTo>
                <a:cubicBezTo>
                  <a:pt x="321" y="144"/>
                  <a:pt x="321" y="144"/>
                  <a:pt x="321" y="144"/>
                </a:cubicBezTo>
                <a:lnTo>
                  <a:pt x="345" y="144"/>
                </a:lnTo>
                <a:close/>
                <a:moveTo>
                  <a:pt x="176" y="17"/>
                </a:moveTo>
                <a:cubicBezTo>
                  <a:pt x="315" y="96"/>
                  <a:pt x="315" y="96"/>
                  <a:pt x="315" y="96"/>
                </a:cubicBezTo>
                <a:cubicBezTo>
                  <a:pt x="38" y="96"/>
                  <a:pt x="38" y="96"/>
                  <a:pt x="38" y="96"/>
                </a:cubicBezTo>
                <a:lnTo>
                  <a:pt x="176" y="17"/>
                </a:lnTo>
                <a:close/>
                <a:moveTo>
                  <a:pt x="323" y="305"/>
                </a:moveTo>
                <a:cubicBezTo>
                  <a:pt x="334" y="337"/>
                  <a:pt x="334" y="337"/>
                  <a:pt x="334" y="337"/>
                </a:cubicBezTo>
                <a:cubicBezTo>
                  <a:pt x="19" y="337"/>
                  <a:pt x="19" y="337"/>
                  <a:pt x="19" y="337"/>
                </a:cubicBezTo>
                <a:cubicBezTo>
                  <a:pt x="30" y="305"/>
                  <a:pt x="30" y="305"/>
                  <a:pt x="30" y="305"/>
                </a:cubicBezTo>
                <a:lnTo>
                  <a:pt x="323" y="305"/>
                </a:lnTo>
                <a:close/>
                <a:moveTo>
                  <a:pt x="48" y="144"/>
                </a:moveTo>
                <a:cubicBezTo>
                  <a:pt x="80" y="144"/>
                  <a:pt x="80" y="144"/>
                  <a:pt x="80" y="144"/>
                </a:cubicBezTo>
                <a:cubicBezTo>
                  <a:pt x="80" y="289"/>
                  <a:pt x="80" y="289"/>
                  <a:pt x="80" y="289"/>
                </a:cubicBezTo>
                <a:cubicBezTo>
                  <a:pt x="48" y="289"/>
                  <a:pt x="48" y="289"/>
                  <a:pt x="48" y="289"/>
                </a:cubicBezTo>
                <a:lnTo>
                  <a:pt x="48" y="144"/>
                </a:lnTo>
                <a:close/>
                <a:moveTo>
                  <a:pt x="96" y="144"/>
                </a:moveTo>
                <a:cubicBezTo>
                  <a:pt x="128" y="144"/>
                  <a:pt x="128" y="144"/>
                  <a:pt x="128" y="144"/>
                </a:cubicBezTo>
                <a:cubicBezTo>
                  <a:pt x="128" y="289"/>
                  <a:pt x="128" y="289"/>
                  <a:pt x="128" y="289"/>
                </a:cubicBezTo>
                <a:cubicBezTo>
                  <a:pt x="96" y="289"/>
                  <a:pt x="96" y="289"/>
                  <a:pt x="96" y="289"/>
                </a:cubicBezTo>
                <a:lnTo>
                  <a:pt x="96" y="144"/>
                </a:lnTo>
                <a:close/>
                <a:moveTo>
                  <a:pt x="144" y="144"/>
                </a:moveTo>
                <a:cubicBezTo>
                  <a:pt x="209" y="144"/>
                  <a:pt x="209" y="144"/>
                  <a:pt x="209" y="144"/>
                </a:cubicBezTo>
                <a:cubicBezTo>
                  <a:pt x="209" y="289"/>
                  <a:pt x="209" y="289"/>
                  <a:pt x="209" y="289"/>
                </a:cubicBezTo>
                <a:cubicBezTo>
                  <a:pt x="144" y="289"/>
                  <a:pt x="144" y="289"/>
                  <a:pt x="144" y="289"/>
                </a:cubicBezTo>
                <a:lnTo>
                  <a:pt x="144" y="144"/>
                </a:lnTo>
                <a:close/>
                <a:moveTo>
                  <a:pt x="225" y="144"/>
                </a:moveTo>
                <a:cubicBezTo>
                  <a:pt x="257" y="144"/>
                  <a:pt x="257" y="144"/>
                  <a:pt x="257" y="144"/>
                </a:cubicBezTo>
                <a:cubicBezTo>
                  <a:pt x="257" y="289"/>
                  <a:pt x="257" y="289"/>
                  <a:pt x="257" y="289"/>
                </a:cubicBezTo>
                <a:cubicBezTo>
                  <a:pt x="225" y="289"/>
                  <a:pt x="225" y="289"/>
                  <a:pt x="225" y="289"/>
                </a:cubicBezTo>
                <a:lnTo>
                  <a:pt x="225" y="144"/>
                </a:lnTo>
                <a:close/>
                <a:moveTo>
                  <a:pt x="273" y="144"/>
                </a:moveTo>
                <a:cubicBezTo>
                  <a:pt x="305" y="144"/>
                  <a:pt x="305" y="144"/>
                  <a:pt x="305" y="144"/>
                </a:cubicBezTo>
                <a:cubicBezTo>
                  <a:pt x="305" y="289"/>
                  <a:pt x="305" y="289"/>
                  <a:pt x="305" y="289"/>
                </a:cubicBezTo>
                <a:cubicBezTo>
                  <a:pt x="273" y="289"/>
                  <a:pt x="273" y="289"/>
                  <a:pt x="273" y="289"/>
                </a:cubicBezTo>
                <a:lnTo>
                  <a:pt x="273" y="144"/>
                </a:lnTo>
                <a:close/>
                <a:moveTo>
                  <a:pt x="16" y="112"/>
                </a:moveTo>
                <a:cubicBezTo>
                  <a:pt x="337" y="112"/>
                  <a:pt x="337" y="112"/>
                  <a:pt x="337" y="112"/>
                </a:cubicBezTo>
                <a:cubicBezTo>
                  <a:pt x="337" y="128"/>
                  <a:pt x="337" y="128"/>
                  <a:pt x="337" y="128"/>
                </a:cubicBezTo>
                <a:cubicBezTo>
                  <a:pt x="16" y="128"/>
                  <a:pt x="16" y="128"/>
                  <a:pt x="16" y="128"/>
                </a:cubicBezTo>
                <a:lnTo>
                  <a:pt x="16" y="112"/>
                </a:lnTo>
                <a:close/>
              </a:path>
            </a:pathLst>
          </a:custGeom>
          <a:solidFill>
            <a:schemeClr val="accent2"/>
          </a:solidFill>
          <a:ln>
            <a:noFill/>
          </a:ln>
        </p:spPr>
        <p:txBody>
          <a:bodyPr vert="horz" wrap="square" lIns="45720" tIns="22860" rIns="45720" bIns="22860" numCol="1" anchor="t" anchorCtr="0" compatLnSpc="1">
            <a:prstTxWarp prst="textNoShape">
              <a:avLst/>
            </a:prstTxWarp>
          </a:bodyPr>
          <a:lstStyle/>
          <a:p>
            <a:endParaRPr lang="en-US" sz="675"/>
          </a:p>
        </p:txBody>
      </p:sp>
      <p:sp>
        <p:nvSpPr>
          <p:cNvPr id="11" name="Freeform 25">
            <a:extLst>
              <a:ext uri="{FF2B5EF4-FFF2-40B4-BE49-F238E27FC236}">
                <a16:creationId xmlns:a16="http://schemas.microsoft.com/office/drawing/2014/main" id="{52E01972-E9EC-27D1-9306-C916E9308FDB}"/>
              </a:ext>
            </a:extLst>
          </p:cNvPr>
          <p:cNvSpPr>
            <a:spLocks noEditPoints="1"/>
          </p:cNvSpPr>
          <p:nvPr/>
        </p:nvSpPr>
        <p:spPr bwMode="auto">
          <a:xfrm>
            <a:off x="967818" y="1964376"/>
            <a:ext cx="548640" cy="548640"/>
          </a:xfrm>
          <a:custGeom>
            <a:avLst/>
            <a:gdLst>
              <a:gd name="T0" fmla="*/ 206 w 353"/>
              <a:gd name="T1" fmla="*/ 166 h 354"/>
              <a:gd name="T2" fmla="*/ 196 w 353"/>
              <a:gd name="T3" fmla="*/ 85 h 354"/>
              <a:gd name="T4" fmla="*/ 209 w 353"/>
              <a:gd name="T5" fmla="*/ 129 h 354"/>
              <a:gd name="T6" fmla="*/ 201 w 353"/>
              <a:gd name="T7" fmla="*/ 138 h 354"/>
              <a:gd name="T8" fmla="*/ 189 w 353"/>
              <a:gd name="T9" fmla="*/ 129 h 354"/>
              <a:gd name="T10" fmla="*/ 177 w 353"/>
              <a:gd name="T11" fmla="*/ 166 h 354"/>
              <a:gd name="T12" fmla="*/ 177 w 353"/>
              <a:gd name="T13" fmla="*/ 173 h 354"/>
              <a:gd name="T14" fmla="*/ 182 w 353"/>
              <a:gd name="T15" fmla="*/ 176 h 354"/>
              <a:gd name="T16" fmla="*/ 215 w 353"/>
              <a:gd name="T17" fmla="*/ 185 h 354"/>
              <a:gd name="T18" fmla="*/ 224 w 353"/>
              <a:gd name="T19" fmla="*/ 173 h 354"/>
              <a:gd name="T20" fmla="*/ 176 w 353"/>
              <a:gd name="T21" fmla="*/ 85 h 354"/>
              <a:gd name="T22" fmla="*/ 172 w 353"/>
              <a:gd name="T23" fmla="*/ 81 h 354"/>
              <a:gd name="T24" fmla="*/ 138 w 353"/>
              <a:gd name="T25" fmla="*/ 73 h 354"/>
              <a:gd name="T26" fmla="*/ 129 w 353"/>
              <a:gd name="T27" fmla="*/ 85 h 354"/>
              <a:gd name="T28" fmla="*/ 146 w 353"/>
              <a:gd name="T29" fmla="*/ 92 h 354"/>
              <a:gd name="T30" fmla="*/ 158 w 353"/>
              <a:gd name="T31" fmla="*/ 173 h 354"/>
              <a:gd name="T32" fmla="*/ 144 w 353"/>
              <a:gd name="T33" fmla="*/ 129 h 354"/>
              <a:gd name="T34" fmla="*/ 153 w 353"/>
              <a:gd name="T35" fmla="*/ 120 h 354"/>
              <a:gd name="T36" fmla="*/ 164 w 353"/>
              <a:gd name="T37" fmla="*/ 129 h 354"/>
              <a:gd name="T38" fmla="*/ 177 w 353"/>
              <a:gd name="T39" fmla="*/ 92 h 354"/>
              <a:gd name="T40" fmla="*/ 321 w 353"/>
              <a:gd name="T41" fmla="*/ 0 h 354"/>
              <a:gd name="T42" fmla="*/ 0 w 353"/>
              <a:gd name="T43" fmla="*/ 33 h 354"/>
              <a:gd name="T44" fmla="*/ 32 w 353"/>
              <a:gd name="T45" fmla="*/ 305 h 354"/>
              <a:gd name="T46" fmla="*/ 144 w 353"/>
              <a:gd name="T47" fmla="*/ 338 h 354"/>
              <a:gd name="T48" fmla="*/ 112 w 353"/>
              <a:gd name="T49" fmla="*/ 346 h 354"/>
              <a:gd name="T50" fmla="*/ 233 w 353"/>
              <a:gd name="T51" fmla="*/ 354 h 354"/>
              <a:gd name="T52" fmla="*/ 233 w 353"/>
              <a:gd name="T53" fmla="*/ 338 h 354"/>
              <a:gd name="T54" fmla="*/ 209 w 353"/>
              <a:gd name="T55" fmla="*/ 305 h 354"/>
              <a:gd name="T56" fmla="*/ 353 w 353"/>
              <a:gd name="T57" fmla="*/ 273 h 354"/>
              <a:gd name="T58" fmla="*/ 321 w 353"/>
              <a:gd name="T59" fmla="*/ 0 h 354"/>
              <a:gd name="T60" fmla="*/ 160 w 353"/>
              <a:gd name="T61" fmla="*/ 338 h 354"/>
              <a:gd name="T62" fmla="*/ 193 w 353"/>
              <a:gd name="T63" fmla="*/ 305 h 354"/>
              <a:gd name="T64" fmla="*/ 337 w 353"/>
              <a:gd name="T65" fmla="*/ 273 h 354"/>
              <a:gd name="T66" fmla="*/ 32 w 353"/>
              <a:gd name="T67" fmla="*/ 289 h 354"/>
              <a:gd name="T68" fmla="*/ 16 w 353"/>
              <a:gd name="T69" fmla="*/ 257 h 354"/>
              <a:gd name="T70" fmla="*/ 337 w 353"/>
              <a:gd name="T71" fmla="*/ 273 h 354"/>
              <a:gd name="T72" fmla="*/ 16 w 353"/>
              <a:gd name="T73" fmla="*/ 241 h 354"/>
              <a:gd name="T74" fmla="*/ 32 w 353"/>
              <a:gd name="T75" fmla="*/ 16 h 354"/>
              <a:gd name="T76" fmla="*/ 337 w 353"/>
              <a:gd name="T77" fmla="*/ 33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53" h="354">
                <a:moveTo>
                  <a:pt x="219" y="170"/>
                </a:moveTo>
                <a:cubicBezTo>
                  <a:pt x="206" y="166"/>
                  <a:pt x="206" y="166"/>
                  <a:pt x="206" y="166"/>
                </a:cubicBezTo>
                <a:cubicBezTo>
                  <a:pt x="217" y="157"/>
                  <a:pt x="225" y="144"/>
                  <a:pt x="225" y="129"/>
                </a:cubicBezTo>
                <a:cubicBezTo>
                  <a:pt x="225" y="109"/>
                  <a:pt x="213" y="92"/>
                  <a:pt x="196" y="85"/>
                </a:cubicBezTo>
                <a:cubicBezTo>
                  <a:pt x="191" y="100"/>
                  <a:pt x="191" y="100"/>
                  <a:pt x="191" y="100"/>
                </a:cubicBezTo>
                <a:cubicBezTo>
                  <a:pt x="202" y="106"/>
                  <a:pt x="209" y="116"/>
                  <a:pt x="209" y="129"/>
                </a:cubicBezTo>
                <a:cubicBezTo>
                  <a:pt x="209" y="139"/>
                  <a:pt x="204" y="148"/>
                  <a:pt x="197" y="154"/>
                </a:cubicBezTo>
                <a:cubicBezTo>
                  <a:pt x="201" y="138"/>
                  <a:pt x="201" y="138"/>
                  <a:pt x="201" y="138"/>
                </a:cubicBezTo>
                <a:cubicBezTo>
                  <a:pt x="201" y="136"/>
                  <a:pt x="201" y="134"/>
                  <a:pt x="200" y="132"/>
                </a:cubicBezTo>
                <a:cubicBezTo>
                  <a:pt x="198" y="128"/>
                  <a:pt x="193" y="126"/>
                  <a:pt x="189" y="129"/>
                </a:cubicBezTo>
                <a:cubicBezTo>
                  <a:pt x="187" y="130"/>
                  <a:pt x="186" y="132"/>
                  <a:pt x="185" y="134"/>
                </a:cubicBezTo>
                <a:cubicBezTo>
                  <a:pt x="177" y="166"/>
                  <a:pt x="177" y="166"/>
                  <a:pt x="177" y="166"/>
                </a:cubicBezTo>
                <a:cubicBezTo>
                  <a:pt x="177" y="166"/>
                  <a:pt x="177" y="166"/>
                  <a:pt x="177" y="166"/>
                </a:cubicBezTo>
                <a:cubicBezTo>
                  <a:pt x="176" y="168"/>
                  <a:pt x="176" y="171"/>
                  <a:pt x="177" y="173"/>
                </a:cubicBezTo>
                <a:cubicBezTo>
                  <a:pt x="178" y="174"/>
                  <a:pt x="180" y="175"/>
                  <a:pt x="182" y="176"/>
                </a:cubicBezTo>
                <a:cubicBezTo>
                  <a:pt x="182" y="176"/>
                  <a:pt x="182" y="176"/>
                  <a:pt x="182" y="176"/>
                </a:cubicBezTo>
                <a:cubicBezTo>
                  <a:pt x="182" y="176"/>
                  <a:pt x="182" y="176"/>
                  <a:pt x="183" y="176"/>
                </a:cubicBezTo>
                <a:cubicBezTo>
                  <a:pt x="215" y="185"/>
                  <a:pt x="215" y="185"/>
                  <a:pt x="215" y="185"/>
                </a:cubicBezTo>
                <a:cubicBezTo>
                  <a:pt x="217" y="186"/>
                  <a:pt x="219" y="185"/>
                  <a:pt x="221" y="184"/>
                </a:cubicBezTo>
                <a:cubicBezTo>
                  <a:pt x="225" y="182"/>
                  <a:pt x="226" y="177"/>
                  <a:pt x="224" y="173"/>
                </a:cubicBezTo>
                <a:cubicBezTo>
                  <a:pt x="223" y="171"/>
                  <a:pt x="221" y="170"/>
                  <a:pt x="219" y="170"/>
                </a:cubicBezTo>
                <a:moveTo>
                  <a:pt x="176" y="85"/>
                </a:moveTo>
                <a:cubicBezTo>
                  <a:pt x="175" y="84"/>
                  <a:pt x="173" y="83"/>
                  <a:pt x="172" y="82"/>
                </a:cubicBezTo>
                <a:cubicBezTo>
                  <a:pt x="172" y="81"/>
                  <a:pt x="172" y="81"/>
                  <a:pt x="172" y="81"/>
                </a:cubicBezTo>
                <a:cubicBezTo>
                  <a:pt x="171" y="81"/>
                  <a:pt x="171" y="81"/>
                  <a:pt x="170" y="81"/>
                </a:cubicBezTo>
                <a:cubicBezTo>
                  <a:pt x="138" y="73"/>
                  <a:pt x="138" y="73"/>
                  <a:pt x="138" y="73"/>
                </a:cubicBezTo>
                <a:cubicBezTo>
                  <a:pt x="136" y="72"/>
                  <a:pt x="134" y="73"/>
                  <a:pt x="132" y="74"/>
                </a:cubicBezTo>
                <a:cubicBezTo>
                  <a:pt x="128" y="76"/>
                  <a:pt x="127" y="81"/>
                  <a:pt x="129" y="85"/>
                </a:cubicBezTo>
                <a:cubicBezTo>
                  <a:pt x="130" y="87"/>
                  <a:pt x="132" y="88"/>
                  <a:pt x="134" y="88"/>
                </a:cubicBezTo>
                <a:cubicBezTo>
                  <a:pt x="146" y="92"/>
                  <a:pt x="146" y="92"/>
                  <a:pt x="146" y="92"/>
                </a:cubicBezTo>
                <a:cubicBezTo>
                  <a:pt x="135" y="100"/>
                  <a:pt x="128" y="114"/>
                  <a:pt x="128" y="129"/>
                </a:cubicBezTo>
                <a:cubicBezTo>
                  <a:pt x="128" y="149"/>
                  <a:pt x="141" y="166"/>
                  <a:pt x="158" y="173"/>
                </a:cubicBezTo>
                <a:cubicBezTo>
                  <a:pt x="162" y="158"/>
                  <a:pt x="162" y="158"/>
                  <a:pt x="162" y="158"/>
                </a:cubicBezTo>
                <a:cubicBezTo>
                  <a:pt x="152" y="152"/>
                  <a:pt x="144" y="141"/>
                  <a:pt x="144" y="129"/>
                </a:cubicBezTo>
                <a:cubicBezTo>
                  <a:pt x="144" y="118"/>
                  <a:pt x="149" y="109"/>
                  <a:pt x="157" y="104"/>
                </a:cubicBezTo>
                <a:cubicBezTo>
                  <a:pt x="153" y="120"/>
                  <a:pt x="153" y="120"/>
                  <a:pt x="153" y="120"/>
                </a:cubicBezTo>
                <a:cubicBezTo>
                  <a:pt x="152" y="122"/>
                  <a:pt x="152" y="124"/>
                  <a:pt x="153" y="126"/>
                </a:cubicBezTo>
                <a:cubicBezTo>
                  <a:pt x="156" y="130"/>
                  <a:pt x="160" y="132"/>
                  <a:pt x="164" y="129"/>
                </a:cubicBezTo>
                <a:cubicBezTo>
                  <a:pt x="166" y="128"/>
                  <a:pt x="168" y="126"/>
                  <a:pt x="168" y="124"/>
                </a:cubicBezTo>
                <a:cubicBezTo>
                  <a:pt x="177" y="92"/>
                  <a:pt x="177" y="92"/>
                  <a:pt x="177" y="92"/>
                </a:cubicBezTo>
                <a:cubicBezTo>
                  <a:pt x="177" y="90"/>
                  <a:pt x="177" y="87"/>
                  <a:pt x="176" y="85"/>
                </a:cubicBezTo>
                <a:moveTo>
                  <a:pt x="321" y="0"/>
                </a:moveTo>
                <a:cubicBezTo>
                  <a:pt x="32" y="0"/>
                  <a:pt x="32" y="0"/>
                  <a:pt x="32" y="0"/>
                </a:cubicBezTo>
                <a:cubicBezTo>
                  <a:pt x="14" y="0"/>
                  <a:pt x="0" y="15"/>
                  <a:pt x="0" y="33"/>
                </a:cubicBezTo>
                <a:cubicBezTo>
                  <a:pt x="0" y="273"/>
                  <a:pt x="0" y="273"/>
                  <a:pt x="0" y="273"/>
                </a:cubicBezTo>
                <a:cubicBezTo>
                  <a:pt x="0" y="291"/>
                  <a:pt x="14" y="305"/>
                  <a:pt x="32" y="305"/>
                </a:cubicBezTo>
                <a:cubicBezTo>
                  <a:pt x="144" y="305"/>
                  <a:pt x="144" y="305"/>
                  <a:pt x="144" y="305"/>
                </a:cubicBezTo>
                <a:cubicBezTo>
                  <a:pt x="144" y="338"/>
                  <a:pt x="144" y="338"/>
                  <a:pt x="144" y="338"/>
                </a:cubicBezTo>
                <a:cubicBezTo>
                  <a:pt x="120" y="338"/>
                  <a:pt x="120" y="338"/>
                  <a:pt x="120" y="338"/>
                </a:cubicBezTo>
                <a:cubicBezTo>
                  <a:pt x="116" y="338"/>
                  <a:pt x="112" y="341"/>
                  <a:pt x="112" y="346"/>
                </a:cubicBezTo>
                <a:cubicBezTo>
                  <a:pt x="112" y="350"/>
                  <a:pt x="116" y="354"/>
                  <a:pt x="120" y="354"/>
                </a:cubicBezTo>
                <a:cubicBezTo>
                  <a:pt x="233" y="354"/>
                  <a:pt x="233" y="354"/>
                  <a:pt x="233" y="354"/>
                </a:cubicBezTo>
                <a:cubicBezTo>
                  <a:pt x="237" y="354"/>
                  <a:pt x="241" y="350"/>
                  <a:pt x="241" y="346"/>
                </a:cubicBezTo>
                <a:cubicBezTo>
                  <a:pt x="241" y="341"/>
                  <a:pt x="237" y="338"/>
                  <a:pt x="233" y="338"/>
                </a:cubicBezTo>
                <a:cubicBezTo>
                  <a:pt x="209" y="338"/>
                  <a:pt x="209" y="338"/>
                  <a:pt x="209" y="338"/>
                </a:cubicBezTo>
                <a:cubicBezTo>
                  <a:pt x="209" y="305"/>
                  <a:pt x="209" y="305"/>
                  <a:pt x="209" y="305"/>
                </a:cubicBezTo>
                <a:cubicBezTo>
                  <a:pt x="321" y="305"/>
                  <a:pt x="321" y="305"/>
                  <a:pt x="321" y="305"/>
                </a:cubicBezTo>
                <a:cubicBezTo>
                  <a:pt x="339" y="305"/>
                  <a:pt x="353" y="291"/>
                  <a:pt x="353" y="273"/>
                </a:cubicBezTo>
                <a:cubicBezTo>
                  <a:pt x="353" y="33"/>
                  <a:pt x="353" y="33"/>
                  <a:pt x="353" y="33"/>
                </a:cubicBezTo>
                <a:cubicBezTo>
                  <a:pt x="353" y="15"/>
                  <a:pt x="339" y="0"/>
                  <a:pt x="321" y="0"/>
                </a:cubicBezTo>
                <a:moveTo>
                  <a:pt x="193" y="338"/>
                </a:moveTo>
                <a:cubicBezTo>
                  <a:pt x="160" y="338"/>
                  <a:pt x="160" y="338"/>
                  <a:pt x="160" y="338"/>
                </a:cubicBezTo>
                <a:cubicBezTo>
                  <a:pt x="160" y="305"/>
                  <a:pt x="160" y="305"/>
                  <a:pt x="160" y="305"/>
                </a:cubicBezTo>
                <a:cubicBezTo>
                  <a:pt x="193" y="305"/>
                  <a:pt x="193" y="305"/>
                  <a:pt x="193" y="305"/>
                </a:cubicBezTo>
                <a:lnTo>
                  <a:pt x="193" y="338"/>
                </a:lnTo>
                <a:close/>
                <a:moveTo>
                  <a:pt x="337" y="273"/>
                </a:moveTo>
                <a:cubicBezTo>
                  <a:pt x="337" y="282"/>
                  <a:pt x="330" y="289"/>
                  <a:pt x="321" y="289"/>
                </a:cubicBezTo>
                <a:cubicBezTo>
                  <a:pt x="32" y="289"/>
                  <a:pt x="32" y="289"/>
                  <a:pt x="32" y="289"/>
                </a:cubicBezTo>
                <a:cubicBezTo>
                  <a:pt x="23" y="289"/>
                  <a:pt x="16" y="282"/>
                  <a:pt x="16" y="273"/>
                </a:cubicBezTo>
                <a:cubicBezTo>
                  <a:pt x="16" y="257"/>
                  <a:pt x="16" y="257"/>
                  <a:pt x="16" y="257"/>
                </a:cubicBezTo>
                <a:cubicBezTo>
                  <a:pt x="337" y="257"/>
                  <a:pt x="337" y="257"/>
                  <a:pt x="337" y="257"/>
                </a:cubicBezTo>
                <a:lnTo>
                  <a:pt x="337" y="273"/>
                </a:lnTo>
                <a:close/>
                <a:moveTo>
                  <a:pt x="337" y="241"/>
                </a:moveTo>
                <a:cubicBezTo>
                  <a:pt x="16" y="241"/>
                  <a:pt x="16" y="241"/>
                  <a:pt x="16" y="241"/>
                </a:cubicBezTo>
                <a:cubicBezTo>
                  <a:pt x="16" y="33"/>
                  <a:pt x="16" y="33"/>
                  <a:pt x="16" y="33"/>
                </a:cubicBezTo>
                <a:cubicBezTo>
                  <a:pt x="16" y="24"/>
                  <a:pt x="23" y="16"/>
                  <a:pt x="32" y="16"/>
                </a:cubicBezTo>
                <a:cubicBezTo>
                  <a:pt x="321" y="16"/>
                  <a:pt x="321" y="16"/>
                  <a:pt x="321" y="16"/>
                </a:cubicBezTo>
                <a:cubicBezTo>
                  <a:pt x="330" y="16"/>
                  <a:pt x="337" y="24"/>
                  <a:pt x="337" y="33"/>
                </a:cubicBezTo>
                <a:lnTo>
                  <a:pt x="337" y="241"/>
                </a:lnTo>
                <a:close/>
              </a:path>
            </a:pathLst>
          </a:custGeom>
          <a:solidFill>
            <a:schemeClr val="accent2"/>
          </a:solidFill>
          <a:ln>
            <a:noFill/>
          </a:ln>
        </p:spPr>
        <p:txBody>
          <a:bodyPr vert="horz" wrap="square" lIns="45720" tIns="22860" rIns="45720" bIns="22860" numCol="1" anchor="t" anchorCtr="0" compatLnSpc="1">
            <a:prstTxWarp prst="textNoShape">
              <a:avLst/>
            </a:prstTxWarp>
          </a:bodyPr>
          <a:lstStyle/>
          <a:p>
            <a:endParaRPr lang="en-US" sz="675"/>
          </a:p>
        </p:txBody>
      </p:sp>
      <p:sp>
        <p:nvSpPr>
          <p:cNvPr id="12" name="Freeform 11">
            <a:extLst>
              <a:ext uri="{FF2B5EF4-FFF2-40B4-BE49-F238E27FC236}">
                <a16:creationId xmlns:a16="http://schemas.microsoft.com/office/drawing/2014/main" id="{DE2C2FD3-4D8B-3B5E-D973-14A1FFADCA68}"/>
              </a:ext>
            </a:extLst>
          </p:cNvPr>
          <p:cNvSpPr>
            <a:spLocks noEditPoints="1"/>
          </p:cNvSpPr>
          <p:nvPr/>
        </p:nvSpPr>
        <p:spPr bwMode="auto">
          <a:xfrm>
            <a:off x="967818" y="5549072"/>
            <a:ext cx="548640" cy="548640"/>
          </a:xfrm>
          <a:custGeom>
            <a:avLst/>
            <a:gdLst>
              <a:gd name="T0" fmla="*/ 353 w 353"/>
              <a:gd name="T1" fmla="*/ 109 h 322"/>
              <a:gd name="T2" fmla="*/ 225 w 353"/>
              <a:gd name="T3" fmla="*/ 0 h 322"/>
              <a:gd name="T4" fmla="*/ 107 w 353"/>
              <a:gd name="T5" fmla="*/ 66 h 322"/>
              <a:gd name="T6" fmla="*/ 126 w 353"/>
              <a:gd name="T7" fmla="*/ 65 h 322"/>
              <a:gd name="T8" fmla="*/ 225 w 353"/>
              <a:gd name="T9" fmla="*/ 17 h 322"/>
              <a:gd name="T10" fmla="*/ 337 w 353"/>
              <a:gd name="T11" fmla="*/ 109 h 322"/>
              <a:gd name="T12" fmla="*/ 303 w 353"/>
              <a:gd name="T13" fmla="*/ 175 h 322"/>
              <a:gd name="T14" fmla="*/ 298 w 353"/>
              <a:gd name="T15" fmla="*/ 191 h 322"/>
              <a:gd name="T16" fmla="*/ 305 w 353"/>
              <a:gd name="T17" fmla="*/ 215 h 322"/>
              <a:gd name="T18" fmla="*/ 272 w 353"/>
              <a:gd name="T19" fmla="*/ 202 h 322"/>
              <a:gd name="T20" fmla="*/ 268 w 353"/>
              <a:gd name="T21" fmla="*/ 218 h 322"/>
              <a:gd name="T22" fmla="*/ 329 w 353"/>
              <a:gd name="T23" fmla="*/ 241 h 322"/>
              <a:gd name="T24" fmla="*/ 314 w 353"/>
              <a:gd name="T25" fmla="*/ 187 h 322"/>
              <a:gd name="T26" fmla="*/ 353 w 353"/>
              <a:gd name="T27" fmla="*/ 109 h 322"/>
              <a:gd name="T28" fmla="*/ 128 w 353"/>
              <a:gd name="T29" fmla="*/ 81 h 322"/>
              <a:gd name="T30" fmla="*/ 0 w 353"/>
              <a:gd name="T31" fmla="*/ 189 h 322"/>
              <a:gd name="T32" fmla="*/ 39 w 353"/>
              <a:gd name="T33" fmla="*/ 267 h 322"/>
              <a:gd name="T34" fmla="*/ 24 w 353"/>
              <a:gd name="T35" fmla="*/ 322 h 322"/>
              <a:gd name="T36" fmla="*/ 96 w 353"/>
              <a:gd name="T37" fmla="*/ 294 h 322"/>
              <a:gd name="T38" fmla="*/ 128 w 353"/>
              <a:gd name="T39" fmla="*/ 298 h 322"/>
              <a:gd name="T40" fmla="*/ 257 w 353"/>
              <a:gd name="T41" fmla="*/ 189 h 322"/>
              <a:gd name="T42" fmla="*/ 128 w 353"/>
              <a:gd name="T43" fmla="*/ 81 h 322"/>
              <a:gd name="T44" fmla="*/ 128 w 353"/>
              <a:gd name="T45" fmla="*/ 281 h 322"/>
              <a:gd name="T46" fmla="*/ 99 w 353"/>
              <a:gd name="T47" fmla="*/ 278 h 322"/>
              <a:gd name="T48" fmla="*/ 96 w 353"/>
              <a:gd name="T49" fmla="*/ 278 h 322"/>
              <a:gd name="T50" fmla="*/ 90 w 353"/>
              <a:gd name="T51" fmla="*/ 279 h 322"/>
              <a:gd name="T52" fmla="*/ 48 w 353"/>
              <a:gd name="T53" fmla="*/ 295 h 322"/>
              <a:gd name="T54" fmla="*/ 55 w 353"/>
              <a:gd name="T55" fmla="*/ 272 h 322"/>
              <a:gd name="T56" fmla="*/ 50 w 353"/>
              <a:gd name="T57" fmla="*/ 255 h 322"/>
              <a:gd name="T58" fmla="*/ 16 w 353"/>
              <a:gd name="T59" fmla="*/ 189 h 322"/>
              <a:gd name="T60" fmla="*/ 128 w 353"/>
              <a:gd name="T61" fmla="*/ 97 h 322"/>
              <a:gd name="T62" fmla="*/ 241 w 353"/>
              <a:gd name="T63" fmla="*/ 189 h 322"/>
              <a:gd name="T64" fmla="*/ 128 w 353"/>
              <a:gd name="T65" fmla="*/ 281 h 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53" h="322">
                <a:moveTo>
                  <a:pt x="353" y="109"/>
                </a:moveTo>
                <a:cubicBezTo>
                  <a:pt x="353" y="49"/>
                  <a:pt x="296" y="0"/>
                  <a:pt x="225" y="0"/>
                </a:cubicBezTo>
                <a:cubicBezTo>
                  <a:pt x="172" y="0"/>
                  <a:pt x="126" y="28"/>
                  <a:pt x="107" y="66"/>
                </a:cubicBezTo>
                <a:cubicBezTo>
                  <a:pt x="113" y="65"/>
                  <a:pt x="119" y="65"/>
                  <a:pt x="126" y="65"/>
                </a:cubicBezTo>
                <a:cubicBezTo>
                  <a:pt x="145" y="36"/>
                  <a:pt x="182" y="17"/>
                  <a:pt x="225" y="17"/>
                </a:cubicBezTo>
                <a:cubicBezTo>
                  <a:pt x="287" y="17"/>
                  <a:pt x="337" y="58"/>
                  <a:pt x="337" y="109"/>
                </a:cubicBezTo>
                <a:cubicBezTo>
                  <a:pt x="337" y="134"/>
                  <a:pt x="325" y="157"/>
                  <a:pt x="303" y="175"/>
                </a:cubicBezTo>
                <a:cubicBezTo>
                  <a:pt x="298" y="179"/>
                  <a:pt x="296" y="185"/>
                  <a:pt x="298" y="191"/>
                </a:cubicBezTo>
                <a:cubicBezTo>
                  <a:pt x="305" y="215"/>
                  <a:pt x="305" y="215"/>
                  <a:pt x="305" y="215"/>
                </a:cubicBezTo>
                <a:cubicBezTo>
                  <a:pt x="272" y="202"/>
                  <a:pt x="272" y="202"/>
                  <a:pt x="272" y="202"/>
                </a:cubicBezTo>
                <a:cubicBezTo>
                  <a:pt x="271" y="207"/>
                  <a:pt x="270" y="213"/>
                  <a:pt x="268" y="218"/>
                </a:cubicBezTo>
                <a:cubicBezTo>
                  <a:pt x="329" y="241"/>
                  <a:pt x="329" y="241"/>
                  <a:pt x="329" y="241"/>
                </a:cubicBezTo>
                <a:cubicBezTo>
                  <a:pt x="314" y="187"/>
                  <a:pt x="314" y="187"/>
                  <a:pt x="314" y="187"/>
                </a:cubicBezTo>
                <a:cubicBezTo>
                  <a:pt x="338" y="167"/>
                  <a:pt x="353" y="140"/>
                  <a:pt x="353" y="109"/>
                </a:cubicBezTo>
                <a:moveTo>
                  <a:pt x="128" y="81"/>
                </a:moveTo>
                <a:cubicBezTo>
                  <a:pt x="57" y="81"/>
                  <a:pt x="0" y="129"/>
                  <a:pt x="0" y="189"/>
                </a:cubicBezTo>
                <a:cubicBezTo>
                  <a:pt x="0" y="220"/>
                  <a:pt x="15" y="248"/>
                  <a:pt x="39" y="267"/>
                </a:cubicBezTo>
                <a:cubicBezTo>
                  <a:pt x="24" y="322"/>
                  <a:pt x="24" y="322"/>
                  <a:pt x="24" y="322"/>
                </a:cubicBezTo>
                <a:cubicBezTo>
                  <a:pt x="96" y="294"/>
                  <a:pt x="96" y="294"/>
                  <a:pt x="96" y="294"/>
                </a:cubicBezTo>
                <a:cubicBezTo>
                  <a:pt x="106" y="296"/>
                  <a:pt x="117" y="298"/>
                  <a:pt x="128" y="298"/>
                </a:cubicBezTo>
                <a:cubicBezTo>
                  <a:pt x="199" y="298"/>
                  <a:pt x="257" y="249"/>
                  <a:pt x="257" y="189"/>
                </a:cubicBezTo>
                <a:cubicBezTo>
                  <a:pt x="257" y="129"/>
                  <a:pt x="199" y="81"/>
                  <a:pt x="128" y="81"/>
                </a:cubicBezTo>
                <a:moveTo>
                  <a:pt x="128" y="281"/>
                </a:moveTo>
                <a:cubicBezTo>
                  <a:pt x="119" y="281"/>
                  <a:pt x="109" y="280"/>
                  <a:pt x="99" y="278"/>
                </a:cubicBezTo>
                <a:cubicBezTo>
                  <a:pt x="98" y="278"/>
                  <a:pt x="97" y="278"/>
                  <a:pt x="96" y="278"/>
                </a:cubicBezTo>
                <a:cubicBezTo>
                  <a:pt x="94" y="278"/>
                  <a:pt x="92" y="278"/>
                  <a:pt x="90" y="279"/>
                </a:cubicBezTo>
                <a:cubicBezTo>
                  <a:pt x="48" y="295"/>
                  <a:pt x="48" y="295"/>
                  <a:pt x="48" y="295"/>
                </a:cubicBezTo>
                <a:cubicBezTo>
                  <a:pt x="55" y="272"/>
                  <a:pt x="55" y="272"/>
                  <a:pt x="55" y="272"/>
                </a:cubicBezTo>
                <a:cubicBezTo>
                  <a:pt x="57" y="266"/>
                  <a:pt x="55" y="259"/>
                  <a:pt x="50" y="255"/>
                </a:cubicBezTo>
                <a:cubicBezTo>
                  <a:pt x="28" y="237"/>
                  <a:pt x="16" y="214"/>
                  <a:pt x="16" y="189"/>
                </a:cubicBezTo>
                <a:cubicBezTo>
                  <a:pt x="16" y="138"/>
                  <a:pt x="66" y="97"/>
                  <a:pt x="128" y="97"/>
                </a:cubicBezTo>
                <a:cubicBezTo>
                  <a:pt x="190" y="97"/>
                  <a:pt x="241" y="138"/>
                  <a:pt x="241" y="189"/>
                </a:cubicBezTo>
                <a:cubicBezTo>
                  <a:pt x="241" y="240"/>
                  <a:pt x="190" y="281"/>
                  <a:pt x="128" y="281"/>
                </a:cubicBezTo>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139">
            <a:extLst>
              <a:ext uri="{FF2B5EF4-FFF2-40B4-BE49-F238E27FC236}">
                <a16:creationId xmlns:a16="http://schemas.microsoft.com/office/drawing/2014/main" id="{612E00FB-A02D-FC9D-A1D8-22A99D711FDF}"/>
              </a:ext>
            </a:extLst>
          </p:cNvPr>
          <p:cNvSpPr>
            <a:spLocks noEditPoints="1"/>
          </p:cNvSpPr>
          <p:nvPr/>
        </p:nvSpPr>
        <p:spPr bwMode="auto">
          <a:xfrm flipH="1">
            <a:off x="967818" y="3120959"/>
            <a:ext cx="548640" cy="548640"/>
          </a:xfrm>
          <a:custGeom>
            <a:avLst/>
            <a:gdLst>
              <a:gd name="T0" fmla="*/ 425 w 426"/>
              <a:gd name="T1" fmla="*/ 420 h 425"/>
              <a:gd name="T2" fmla="*/ 426 w 426"/>
              <a:gd name="T3" fmla="*/ 419 h 425"/>
              <a:gd name="T4" fmla="*/ 426 w 426"/>
              <a:gd name="T5" fmla="*/ 417 h 425"/>
              <a:gd name="T6" fmla="*/ 426 w 426"/>
              <a:gd name="T7" fmla="*/ 415 h 425"/>
              <a:gd name="T8" fmla="*/ 426 w 426"/>
              <a:gd name="T9" fmla="*/ 414 h 425"/>
              <a:gd name="T10" fmla="*/ 426 w 426"/>
              <a:gd name="T11" fmla="*/ 413 h 425"/>
              <a:gd name="T12" fmla="*/ 382 w 426"/>
              <a:gd name="T13" fmla="*/ 282 h 425"/>
              <a:gd name="T14" fmla="*/ 157 w 426"/>
              <a:gd name="T15" fmla="*/ 56 h 425"/>
              <a:gd name="T16" fmla="*/ 92 w 426"/>
              <a:gd name="T17" fmla="*/ 0 h 425"/>
              <a:gd name="T18" fmla="*/ 7 w 426"/>
              <a:gd name="T19" fmla="*/ 76 h 425"/>
              <a:gd name="T20" fmla="*/ 7 w 426"/>
              <a:gd name="T21" fmla="*/ 109 h 425"/>
              <a:gd name="T22" fmla="*/ 55 w 426"/>
              <a:gd name="T23" fmla="*/ 158 h 425"/>
              <a:gd name="T24" fmla="*/ 283 w 426"/>
              <a:gd name="T25" fmla="*/ 385 h 425"/>
              <a:gd name="T26" fmla="*/ 9 w 426"/>
              <a:gd name="T27" fmla="*/ 406 h 425"/>
              <a:gd name="T28" fmla="*/ 9 w 426"/>
              <a:gd name="T29" fmla="*/ 425 h 425"/>
              <a:gd name="T30" fmla="*/ 417 w 426"/>
              <a:gd name="T31" fmla="*/ 425 h 425"/>
              <a:gd name="T32" fmla="*/ 421 w 426"/>
              <a:gd name="T33" fmla="*/ 424 h 425"/>
              <a:gd name="T34" fmla="*/ 422 w 426"/>
              <a:gd name="T35" fmla="*/ 423 h 425"/>
              <a:gd name="T36" fmla="*/ 424 w 426"/>
              <a:gd name="T37" fmla="*/ 422 h 425"/>
              <a:gd name="T38" fmla="*/ 425 w 426"/>
              <a:gd name="T39" fmla="*/ 421 h 425"/>
              <a:gd name="T40" fmla="*/ 299 w 426"/>
              <a:gd name="T41" fmla="*/ 371 h 425"/>
              <a:gd name="T42" fmla="*/ 338 w 426"/>
              <a:gd name="T43" fmla="*/ 346 h 425"/>
              <a:gd name="T44" fmla="*/ 348 w 426"/>
              <a:gd name="T45" fmla="*/ 304 h 425"/>
              <a:gd name="T46" fmla="*/ 403 w 426"/>
              <a:gd name="T47" fmla="*/ 401 h 425"/>
              <a:gd name="T48" fmla="*/ 357 w 426"/>
              <a:gd name="T49" fmla="*/ 283 h 425"/>
              <a:gd name="T50" fmla="*/ 141 w 426"/>
              <a:gd name="T51" fmla="*/ 86 h 425"/>
              <a:gd name="T52" fmla="*/ 127 w 426"/>
              <a:gd name="T53" fmla="*/ 99 h 425"/>
              <a:gd name="T54" fmla="*/ 329 w 426"/>
              <a:gd name="T55" fmla="*/ 328 h 425"/>
              <a:gd name="T56" fmla="*/ 99 w 426"/>
              <a:gd name="T57" fmla="*/ 127 h 425"/>
              <a:gd name="T58" fmla="*/ 19 w 426"/>
              <a:gd name="T59" fmla="*/ 92 h 425"/>
              <a:gd name="T60" fmla="*/ 89 w 426"/>
              <a:gd name="T61" fmla="*/ 20 h 425"/>
              <a:gd name="T62" fmla="*/ 95 w 426"/>
              <a:gd name="T63" fmla="*/ 20 h 425"/>
              <a:gd name="T64" fmla="*/ 62 w 426"/>
              <a:gd name="T65" fmla="*/ 138 h 425"/>
              <a:gd name="T66" fmla="*/ 19 w 426"/>
              <a:gd name="T67" fmla="*/ 92 h 425"/>
              <a:gd name="T68" fmla="*/ 289 w 426"/>
              <a:gd name="T69" fmla="*/ 340 h 425"/>
              <a:gd name="T70" fmla="*/ 75 w 426"/>
              <a:gd name="T71" fmla="*/ 151 h 4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26" h="425">
                <a:moveTo>
                  <a:pt x="425" y="421"/>
                </a:moveTo>
                <a:cubicBezTo>
                  <a:pt x="425" y="421"/>
                  <a:pt x="425" y="421"/>
                  <a:pt x="425" y="420"/>
                </a:cubicBezTo>
                <a:cubicBezTo>
                  <a:pt x="425" y="420"/>
                  <a:pt x="425" y="420"/>
                  <a:pt x="426" y="419"/>
                </a:cubicBezTo>
                <a:cubicBezTo>
                  <a:pt x="426" y="419"/>
                  <a:pt x="426" y="419"/>
                  <a:pt x="426" y="419"/>
                </a:cubicBezTo>
                <a:cubicBezTo>
                  <a:pt x="426" y="418"/>
                  <a:pt x="426" y="418"/>
                  <a:pt x="426" y="417"/>
                </a:cubicBezTo>
                <a:cubicBezTo>
                  <a:pt x="426" y="417"/>
                  <a:pt x="426" y="417"/>
                  <a:pt x="426" y="417"/>
                </a:cubicBezTo>
                <a:cubicBezTo>
                  <a:pt x="426" y="417"/>
                  <a:pt x="426" y="416"/>
                  <a:pt x="426" y="416"/>
                </a:cubicBezTo>
                <a:cubicBezTo>
                  <a:pt x="426" y="416"/>
                  <a:pt x="426" y="416"/>
                  <a:pt x="426" y="415"/>
                </a:cubicBezTo>
                <a:cubicBezTo>
                  <a:pt x="426" y="415"/>
                  <a:pt x="426" y="415"/>
                  <a:pt x="426" y="415"/>
                </a:cubicBezTo>
                <a:cubicBezTo>
                  <a:pt x="426" y="415"/>
                  <a:pt x="426" y="414"/>
                  <a:pt x="426" y="414"/>
                </a:cubicBezTo>
                <a:cubicBezTo>
                  <a:pt x="426" y="414"/>
                  <a:pt x="426" y="413"/>
                  <a:pt x="426" y="413"/>
                </a:cubicBezTo>
                <a:cubicBezTo>
                  <a:pt x="426" y="413"/>
                  <a:pt x="426" y="413"/>
                  <a:pt x="426" y="413"/>
                </a:cubicBezTo>
                <a:cubicBezTo>
                  <a:pt x="385" y="285"/>
                  <a:pt x="385" y="285"/>
                  <a:pt x="385" y="285"/>
                </a:cubicBezTo>
                <a:cubicBezTo>
                  <a:pt x="384" y="284"/>
                  <a:pt x="383" y="283"/>
                  <a:pt x="382" y="282"/>
                </a:cubicBezTo>
                <a:cubicBezTo>
                  <a:pt x="159" y="58"/>
                  <a:pt x="159" y="58"/>
                  <a:pt x="159" y="58"/>
                </a:cubicBezTo>
                <a:cubicBezTo>
                  <a:pt x="158" y="57"/>
                  <a:pt x="158" y="57"/>
                  <a:pt x="157" y="56"/>
                </a:cubicBezTo>
                <a:cubicBezTo>
                  <a:pt x="108" y="7"/>
                  <a:pt x="108" y="7"/>
                  <a:pt x="108" y="7"/>
                </a:cubicBezTo>
                <a:cubicBezTo>
                  <a:pt x="104" y="3"/>
                  <a:pt x="98" y="0"/>
                  <a:pt x="92" y="0"/>
                </a:cubicBezTo>
                <a:cubicBezTo>
                  <a:pt x="86" y="0"/>
                  <a:pt x="80" y="3"/>
                  <a:pt x="75" y="7"/>
                </a:cubicBezTo>
                <a:cubicBezTo>
                  <a:pt x="7" y="76"/>
                  <a:pt x="7" y="76"/>
                  <a:pt x="7" y="76"/>
                </a:cubicBezTo>
                <a:cubicBezTo>
                  <a:pt x="2" y="80"/>
                  <a:pt x="0" y="86"/>
                  <a:pt x="0" y="92"/>
                </a:cubicBezTo>
                <a:cubicBezTo>
                  <a:pt x="0" y="98"/>
                  <a:pt x="2" y="104"/>
                  <a:pt x="7" y="109"/>
                </a:cubicBezTo>
                <a:cubicBezTo>
                  <a:pt x="54" y="156"/>
                  <a:pt x="54" y="156"/>
                  <a:pt x="54" y="156"/>
                </a:cubicBezTo>
                <a:cubicBezTo>
                  <a:pt x="55" y="157"/>
                  <a:pt x="55" y="157"/>
                  <a:pt x="55" y="158"/>
                </a:cubicBezTo>
                <a:cubicBezTo>
                  <a:pt x="279" y="383"/>
                  <a:pt x="279" y="383"/>
                  <a:pt x="279" y="383"/>
                </a:cubicBezTo>
                <a:cubicBezTo>
                  <a:pt x="280" y="384"/>
                  <a:pt x="282" y="385"/>
                  <a:pt x="283" y="385"/>
                </a:cubicBezTo>
                <a:cubicBezTo>
                  <a:pt x="353" y="406"/>
                  <a:pt x="353" y="406"/>
                  <a:pt x="353" y="406"/>
                </a:cubicBezTo>
                <a:cubicBezTo>
                  <a:pt x="9" y="406"/>
                  <a:pt x="9" y="406"/>
                  <a:pt x="9" y="406"/>
                </a:cubicBezTo>
                <a:cubicBezTo>
                  <a:pt x="4" y="406"/>
                  <a:pt x="0" y="410"/>
                  <a:pt x="0" y="415"/>
                </a:cubicBezTo>
                <a:cubicBezTo>
                  <a:pt x="0" y="421"/>
                  <a:pt x="4" y="425"/>
                  <a:pt x="9" y="425"/>
                </a:cubicBezTo>
                <a:cubicBezTo>
                  <a:pt x="417" y="425"/>
                  <a:pt x="417" y="425"/>
                  <a:pt x="417" y="425"/>
                </a:cubicBezTo>
                <a:cubicBezTo>
                  <a:pt x="417" y="425"/>
                  <a:pt x="417" y="425"/>
                  <a:pt x="417" y="425"/>
                </a:cubicBezTo>
                <a:cubicBezTo>
                  <a:pt x="418" y="425"/>
                  <a:pt x="418" y="425"/>
                  <a:pt x="419" y="425"/>
                </a:cubicBezTo>
                <a:cubicBezTo>
                  <a:pt x="419" y="425"/>
                  <a:pt x="420" y="424"/>
                  <a:pt x="421" y="424"/>
                </a:cubicBezTo>
                <a:cubicBezTo>
                  <a:pt x="421" y="424"/>
                  <a:pt x="421" y="424"/>
                  <a:pt x="421" y="424"/>
                </a:cubicBezTo>
                <a:cubicBezTo>
                  <a:pt x="421" y="424"/>
                  <a:pt x="422" y="424"/>
                  <a:pt x="422" y="423"/>
                </a:cubicBezTo>
                <a:cubicBezTo>
                  <a:pt x="422" y="423"/>
                  <a:pt x="422" y="423"/>
                  <a:pt x="422" y="423"/>
                </a:cubicBezTo>
                <a:cubicBezTo>
                  <a:pt x="423" y="423"/>
                  <a:pt x="423" y="422"/>
                  <a:pt x="424" y="422"/>
                </a:cubicBezTo>
                <a:cubicBezTo>
                  <a:pt x="424" y="422"/>
                  <a:pt x="424" y="422"/>
                  <a:pt x="424" y="422"/>
                </a:cubicBezTo>
                <a:cubicBezTo>
                  <a:pt x="424" y="422"/>
                  <a:pt x="424" y="421"/>
                  <a:pt x="425" y="421"/>
                </a:cubicBezTo>
                <a:close/>
                <a:moveTo>
                  <a:pt x="403" y="401"/>
                </a:moveTo>
                <a:cubicBezTo>
                  <a:pt x="299" y="371"/>
                  <a:pt x="299" y="371"/>
                  <a:pt x="299" y="371"/>
                </a:cubicBezTo>
                <a:cubicBezTo>
                  <a:pt x="306" y="346"/>
                  <a:pt x="306" y="346"/>
                  <a:pt x="306" y="346"/>
                </a:cubicBezTo>
                <a:cubicBezTo>
                  <a:pt x="338" y="346"/>
                  <a:pt x="338" y="346"/>
                  <a:pt x="338" y="346"/>
                </a:cubicBezTo>
                <a:cubicBezTo>
                  <a:pt x="344" y="346"/>
                  <a:pt x="348" y="342"/>
                  <a:pt x="348" y="337"/>
                </a:cubicBezTo>
                <a:cubicBezTo>
                  <a:pt x="348" y="304"/>
                  <a:pt x="348" y="304"/>
                  <a:pt x="348" y="304"/>
                </a:cubicBezTo>
                <a:cubicBezTo>
                  <a:pt x="369" y="299"/>
                  <a:pt x="369" y="299"/>
                  <a:pt x="369" y="299"/>
                </a:cubicBezTo>
                <a:lnTo>
                  <a:pt x="403" y="401"/>
                </a:lnTo>
                <a:close/>
                <a:moveTo>
                  <a:pt x="150" y="76"/>
                </a:moveTo>
                <a:cubicBezTo>
                  <a:pt x="357" y="283"/>
                  <a:pt x="357" y="283"/>
                  <a:pt x="357" y="283"/>
                </a:cubicBezTo>
                <a:cubicBezTo>
                  <a:pt x="341" y="287"/>
                  <a:pt x="341" y="287"/>
                  <a:pt x="341" y="287"/>
                </a:cubicBezTo>
                <a:cubicBezTo>
                  <a:pt x="141" y="86"/>
                  <a:pt x="141" y="86"/>
                  <a:pt x="141" y="86"/>
                </a:cubicBezTo>
                <a:lnTo>
                  <a:pt x="150" y="76"/>
                </a:lnTo>
                <a:close/>
                <a:moveTo>
                  <a:pt x="127" y="99"/>
                </a:moveTo>
                <a:cubicBezTo>
                  <a:pt x="329" y="301"/>
                  <a:pt x="329" y="301"/>
                  <a:pt x="329" y="301"/>
                </a:cubicBezTo>
                <a:cubicBezTo>
                  <a:pt x="329" y="328"/>
                  <a:pt x="329" y="328"/>
                  <a:pt x="329" y="328"/>
                </a:cubicBezTo>
                <a:cubicBezTo>
                  <a:pt x="303" y="328"/>
                  <a:pt x="303" y="328"/>
                  <a:pt x="303" y="328"/>
                </a:cubicBezTo>
                <a:cubicBezTo>
                  <a:pt x="99" y="127"/>
                  <a:pt x="99" y="127"/>
                  <a:pt x="99" y="127"/>
                </a:cubicBezTo>
                <a:lnTo>
                  <a:pt x="127" y="99"/>
                </a:lnTo>
                <a:close/>
                <a:moveTo>
                  <a:pt x="19" y="92"/>
                </a:moveTo>
                <a:cubicBezTo>
                  <a:pt x="19" y="92"/>
                  <a:pt x="19" y="90"/>
                  <a:pt x="20" y="89"/>
                </a:cubicBezTo>
                <a:cubicBezTo>
                  <a:pt x="89" y="20"/>
                  <a:pt x="89" y="20"/>
                  <a:pt x="89" y="20"/>
                </a:cubicBezTo>
                <a:cubicBezTo>
                  <a:pt x="90" y="19"/>
                  <a:pt x="91" y="19"/>
                  <a:pt x="92" y="19"/>
                </a:cubicBezTo>
                <a:cubicBezTo>
                  <a:pt x="93" y="19"/>
                  <a:pt x="94" y="19"/>
                  <a:pt x="95" y="20"/>
                </a:cubicBezTo>
                <a:cubicBezTo>
                  <a:pt x="137" y="63"/>
                  <a:pt x="137" y="63"/>
                  <a:pt x="137" y="63"/>
                </a:cubicBezTo>
                <a:cubicBezTo>
                  <a:pt x="62" y="138"/>
                  <a:pt x="62" y="138"/>
                  <a:pt x="62" y="138"/>
                </a:cubicBezTo>
                <a:cubicBezTo>
                  <a:pt x="20" y="95"/>
                  <a:pt x="20" y="95"/>
                  <a:pt x="20" y="95"/>
                </a:cubicBezTo>
                <a:cubicBezTo>
                  <a:pt x="19" y="94"/>
                  <a:pt x="19" y="93"/>
                  <a:pt x="19" y="92"/>
                </a:cubicBezTo>
                <a:close/>
                <a:moveTo>
                  <a:pt x="86" y="140"/>
                </a:moveTo>
                <a:cubicBezTo>
                  <a:pt x="289" y="340"/>
                  <a:pt x="289" y="340"/>
                  <a:pt x="289" y="340"/>
                </a:cubicBezTo>
                <a:cubicBezTo>
                  <a:pt x="283" y="360"/>
                  <a:pt x="283" y="360"/>
                  <a:pt x="283" y="360"/>
                </a:cubicBezTo>
                <a:cubicBezTo>
                  <a:pt x="75" y="151"/>
                  <a:pt x="75" y="151"/>
                  <a:pt x="75" y="151"/>
                </a:cubicBezTo>
                <a:lnTo>
                  <a:pt x="86" y="14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TextBox 17">
            <a:extLst>
              <a:ext uri="{FF2B5EF4-FFF2-40B4-BE49-F238E27FC236}">
                <a16:creationId xmlns:a16="http://schemas.microsoft.com/office/drawing/2014/main" id="{367206DD-9B24-5418-C88F-26A2E50AA8D3}"/>
              </a:ext>
            </a:extLst>
          </p:cNvPr>
          <p:cNvSpPr txBox="1"/>
          <p:nvPr/>
        </p:nvSpPr>
        <p:spPr>
          <a:xfrm>
            <a:off x="2103842" y="2834473"/>
            <a:ext cx="4471769" cy="961802"/>
          </a:xfrm>
          <a:prstGeom prst="rect">
            <a:avLst/>
          </a:prstGeom>
          <a:noFill/>
        </p:spPr>
        <p:txBody>
          <a:bodyPr wrap="square" lIns="0" tIns="0" rIns="0" bIns="0" rtlCol="0">
            <a:spAutoFit/>
          </a:bodyPr>
          <a:lstStyle/>
          <a:p>
            <a:pPr>
              <a:lnSpc>
                <a:spcPts val="1867"/>
              </a:lnSpc>
              <a:spcAft>
                <a:spcPts val="400"/>
              </a:spcAft>
            </a:pPr>
            <a:r>
              <a:rPr lang="en-US" sz="1100" dirty="0">
                <a:solidFill>
                  <a:schemeClr val="accent1"/>
                </a:solidFill>
                <a:latin typeface="Lato" panose="020F0502020204030203" pitchFamily="34" charset="0"/>
              </a:rPr>
              <a:t>Education &amp; Outreach:</a:t>
            </a:r>
          </a:p>
          <a:p>
            <a:pPr marL="171450" indent="-171450">
              <a:spcAft>
                <a:spcPts val="200"/>
              </a:spcAft>
              <a:buFont typeface="Arial" panose="020B0604020202020204" pitchFamily="34" charset="0"/>
              <a:buChar char="•"/>
            </a:pPr>
            <a:r>
              <a:rPr lang="en-US" sz="1000" dirty="0">
                <a:solidFill>
                  <a:schemeClr val="accent1"/>
                </a:solidFill>
                <a:latin typeface="Lato" panose="020F0502020204030203" pitchFamily="34" charset="0"/>
              </a:rPr>
              <a:t>More than 25 </a:t>
            </a:r>
            <a:r>
              <a:rPr lang="en-US" sz="1000" dirty="0">
                <a:solidFill>
                  <a:schemeClr val="accent1"/>
                </a:solidFill>
                <a:latin typeface="Lato" panose="020F0502020204030203" pitchFamily="34" charset="0"/>
                <a:hlinkClick r:id="rId2"/>
              </a:rPr>
              <a:t>workshop classes </a:t>
            </a:r>
            <a:r>
              <a:rPr lang="en-US" sz="1000" dirty="0">
                <a:solidFill>
                  <a:schemeClr val="accent1"/>
                </a:solidFill>
                <a:latin typeface="Lato" panose="020F0502020204030203" pitchFamily="34" charset="0"/>
              </a:rPr>
              <a:t>and summer bootcamp</a:t>
            </a:r>
          </a:p>
          <a:p>
            <a:pPr marL="171450" indent="-171450">
              <a:spcAft>
                <a:spcPts val="200"/>
              </a:spcAft>
              <a:buFont typeface="Arial" panose="020B0604020202020204" pitchFamily="34" charset="0"/>
              <a:buChar char="•"/>
            </a:pPr>
            <a:r>
              <a:rPr lang="en-US" sz="1000" dirty="0">
                <a:solidFill>
                  <a:srgbClr val="0070C0"/>
                </a:solidFill>
                <a:latin typeface="Lato" panose="020F0502020204030203" pitchFamily="34" charset="0"/>
              </a:rPr>
              <a:t>TAC 450</a:t>
            </a:r>
            <a:r>
              <a:rPr lang="en-US" sz="1000" dirty="0">
                <a:solidFill>
                  <a:schemeClr val="accent1"/>
                </a:solidFill>
                <a:latin typeface="Lato" panose="020F0502020204030203" pitchFamily="34" charset="0"/>
              </a:rPr>
              <a:t>: High-Performance Computing for Applied Machine Learning</a:t>
            </a:r>
          </a:p>
          <a:p>
            <a:pPr marL="171450" indent="-171450">
              <a:spcAft>
                <a:spcPts val="200"/>
              </a:spcAft>
              <a:buFont typeface="Arial" panose="020B0604020202020204" pitchFamily="34" charset="0"/>
              <a:buChar char="•"/>
            </a:pPr>
            <a:r>
              <a:rPr lang="en-US" sz="1000" dirty="0">
                <a:solidFill>
                  <a:srgbClr val="0070C0"/>
                </a:solidFill>
                <a:latin typeface="Lato" panose="020F0502020204030203" pitchFamily="34" charset="0"/>
              </a:rPr>
              <a:t>NSF </a:t>
            </a:r>
            <a:r>
              <a:rPr lang="en-US" sz="1000" dirty="0" err="1">
                <a:solidFill>
                  <a:srgbClr val="0070C0"/>
                </a:solidFill>
                <a:latin typeface="Lato" panose="020F0502020204030203" pitchFamily="34" charset="0"/>
              </a:rPr>
              <a:t>CyberTraining</a:t>
            </a:r>
            <a:r>
              <a:rPr lang="en-US" sz="1000" dirty="0">
                <a:solidFill>
                  <a:srgbClr val="0070C0"/>
                </a:solidFill>
                <a:latin typeface="Lato" panose="020F0502020204030203" pitchFamily="34" charset="0"/>
              </a:rPr>
              <a:t> </a:t>
            </a:r>
            <a:r>
              <a:rPr lang="en-US" sz="1000" dirty="0">
                <a:solidFill>
                  <a:schemeClr val="accent1"/>
                </a:solidFill>
                <a:latin typeface="Lato" panose="020F0502020204030203" pitchFamily="34" charset="0"/>
              </a:rPr>
              <a:t>project ($300K) – collaboration with AME faculty for development of computational science coursework at Viterbi</a:t>
            </a:r>
          </a:p>
        </p:txBody>
      </p:sp>
      <p:sp>
        <p:nvSpPr>
          <p:cNvPr id="19" name="TextBox 18">
            <a:extLst>
              <a:ext uri="{FF2B5EF4-FFF2-40B4-BE49-F238E27FC236}">
                <a16:creationId xmlns:a16="http://schemas.microsoft.com/office/drawing/2014/main" id="{5F2D61CA-F01D-B24F-BA78-DAC4B23F7F45}"/>
              </a:ext>
            </a:extLst>
          </p:cNvPr>
          <p:cNvSpPr txBox="1"/>
          <p:nvPr/>
        </p:nvSpPr>
        <p:spPr>
          <a:xfrm>
            <a:off x="2091205" y="4180020"/>
            <a:ext cx="5056716" cy="987450"/>
          </a:xfrm>
          <a:prstGeom prst="rect">
            <a:avLst/>
          </a:prstGeom>
          <a:noFill/>
        </p:spPr>
        <p:txBody>
          <a:bodyPr wrap="square" lIns="0" tIns="0" rIns="0" bIns="0" rtlCol="0">
            <a:spAutoFit/>
          </a:bodyPr>
          <a:lstStyle/>
          <a:p>
            <a:pPr>
              <a:lnSpc>
                <a:spcPts val="1867"/>
              </a:lnSpc>
              <a:spcAft>
                <a:spcPts val="400"/>
              </a:spcAft>
            </a:pPr>
            <a:r>
              <a:rPr lang="en-US" sz="1100" dirty="0">
                <a:solidFill>
                  <a:schemeClr val="accent1"/>
                </a:solidFill>
                <a:latin typeface="Lato" panose="020F0502020204030203" pitchFamily="34" charset="0"/>
              </a:rPr>
              <a:t>Research Collaborations:</a:t>
            </a:r>
          </a:p>
          <a:p>
            <a:pPr marL="171450" indent="-171450">
              <a:spcAft>
                <a:spcPts val="200"/>
              </a:spcAft>
              <a:buFont typeface="Arial" panose="020B0604020202020204" pitchFamily="34" charset="0"/>
              <a:buChar char="•"/>
            </a:pPr>
            <a:r>
              <a:rPr lang="en-US" sz="1000" dirty="0">
                <a:solidFill>
                  <a:schemeClr val="accent1"/>
                </a:solidFill>
                <a:latin typeface="Lato" panose="020F0502020204030203" pitchFamily="34" charset="0"/>
              </a:rPr>
              <a:t>NSF </a:t>
            </a:r>
            <a:r>
              <a:rPr lang="en-US" sz="1000" dirty="0">
                <a:solidFill>
                  <a:srgbClr val="0070C0"/>
                </a:solidFill>
                <a:latin typeface="Lato" panose="020F0502020204030203" pitchFamily="34" charset="0"/>
              </a:rPr>
              <a:t>Campus Compute</a:t>
            </a:r>
            <a:r>
              <a:rPr lang="en-US" sz="1000" dirty="0">
                <a:solidFill>
                  <a:schemeClr val="accent1"/>
                </a:solidFill>
                <a:latin typeface="Lato" panose="020F0502020204030203" pitchFamily="34" charset="0"/>
              </a:rPr>
              <a:t> ($400K) - Hybrid Computing System Development</a:t>
            </a:r>
          </a:p>
          <a:p>
            <a:pPr marL="171450" indent="-171450">
              <a:spcAft>
                <a:spcPts val="200"/>
              </a:spcAft>
              <a:buFont typeface="Arial" panose="020B0604020202020204" pitchFamily="34" charset="0"/>
              <a:buChar char="•"/>
            </a:pPr>
            <a:r>
              <a:rPr lang="en-US" sz="1000" dirty="0">
                <a:solidFill>
                  <a:schemeClr val="accent1"/>
                </a:solidFill>
                <a:latin typeface="Lato" panose="020F0502020204030203" pitchFamily="34" charset="0"/>
              </a:rPr>
              <a:t>NSF </a:t>
            </a:r>
            <a:r>
              <a:rPr lang="en-US" sz="1000" dirty="0">
                <a:solidFill>
                  <a:srgbClr val="0070C0"/>
                </a:solidFill>
                <a:latin typeface="Lato" panose="020F0502020204030203" pitchFamily="34" charset="0"/>
              </a:rPr>
              <a:t>Regional Network </a:t>
            </a:r>
            <a:r>
              <a:rPr lang="en-US" sz="1000" dirty="0">
                <a:solidFill>
                  <a:schemeClr val="accent1"/>
                </a:solidFill>
                <a:latin typeface="Lato" panose="020F0502020204030203" pitchFamily="34" charset="0"/>
              </a:rPr>
              <a:t>($1M) - Science DMZ R&amp;E Network Deployment</a:t>
            </a:r>
          </a:p>
          <a:p>
            <a:pPr marL="171450" indent="-171450">
              <a:spcAft>
                <a:spcPts val="200"/>
              </a:spcAft>
              <a:buFont typeface="Arial" panose="020B0604020202020204" pitchFamily="34" charset="0"/>
              <a:buChar char="•"/>
            </a:pPr>
            <a:r>
              <a:rPr lang="en-US" sz="1000" dirty="0">
                <a:solidFill>
                  <a:schemeClr val="accent1"/>
                </a:solidFill>
                <a:latin typeface="Lato" panose="020F0502020204030203" pitchFamily="34" charset="0"/>
              </a:rPr>
              <a:t>NSF </a:t>
            </a:r>
            <a:r>
              <a:rPr lang="en-US" sz="1000" dirty="0">
                <a:solidFill>
                  <a:srgbClr val="0070C0"/>
                </a:solidFill>
                <a:latin typeface="Lato" panose="020F0502020204030203" pitchFamily="34" charset="0"/>
              </a:rPr>
              <a:t>Regional Computing</a:t>
            </a:r>
            <a:r>
              <a:rPr lang="en-US" sz="1000" dirty="0">
                <a:solidFill>
                  <a:schemeClr val="accent1"/>
                </a:solidFill>
                <a:latin typeface="Lato" panose="020F0502020204030203" pitchFamily="34" charset="0"/>
              </a:rPr>
              <a:t> ($1M) – Leading Research Computing Alliance in SoCal</a:t>
            </a:r>
          </a:p>
          <a:p>
            <a:pPr marL="171450" indent="-171450">
              <a:spcAft>
                <a:spcPts val="200"/>
              </a:spcAft>
              <a:buFont typeface="Arial" panose="020B0604020202020204" pitchFamily="34" charset="0"/>
              <a:buChar char="•"/>
            </a:pPr>
            <a:r>
              <a:rPr lang="en-US" sz="1000" dirty="0">
                <a:solidFill>
                  <a:srgbClr val="0070C0"/>
                </a:solidFill>
                <a:latin typeface="Lato" panose="020F0502020204030203" pitchFamily="34" charset="0"/>
              </a:rPr>
              <a:t>Cryo-EM</a:t>
            </a:r>
            <a:r>
              <a:rPr lang="en-US" sz="1000" dirty="0">
                <a:solidFill>
                  <a:schemeClr val="accent1"/>
                </a:solidFill>
                <a:latin typeface="Lato" panose="020F0502020204030203" pitchFamily="34" charset="0"/>
              </a:rPr>
              <a:t> project for </a:t>
            </a:r>
            <a:r>
              <a:rPr lang="en-US" sz="1000" dirty="0" err="1">
                <a:solidFill>
                  <a:schemeClr val="accent1"/>
                </a:solidFill>
                <a:latin typeface="Lato" panose="020F0502020204030203" pitchFamily="34" charset="0"/>
              </a:rPr>
              <a:t>Dornsife</a:t>
            </a:r>
            <a:r>
              <a:rPr lang="en-US" sz="1000" dirty="0">
                <a:solidFill>
                  <a:schemeClr val="accent1"/>
                </a:solidFill>
                <a:latin typeface="Lato" panose="020F0502020204030203" pitchFamily="34" charset="0"/>
              </a:rPr>
              <a:t> &amp; Viterbi –Development of Computational Ecosystem </a:t>
            </a:r>
          </a:p>
        </p:txBody>
      </p:sp>
      <p:sp>
        <p:nvSpPr>
          <p:cNvPr id="20" name="TextBox 19">
            <a:extLst>
              <a:ext uri="{FF2B5EF4-FFF2-40B4-BE49-F238E27FC236}">
                <a16:creationId xmlns:a16="http://schemas.microsoft.com/office/drawing/2014/main" id="{05B6B98D-F67F-2B28-625A-EF24F0E50CCB}"/>
              </a:ext>
            </a:extLst>
          </p:cNvPr>
          <p:cNvSpPr txBox="1"/>
          <p:nvPr/>
        </p:nvSpPr>
        <p:spPr>
          <a:xfrm>
            <a:off x="2103842" y="1642814"/>
            <a:ext cx="4369529" cy="987450"/>
          </a:xfrm>
          <a:prstGeom prst="rect">
            <a:avLst/>
          </a:prstGeom>
          <a:noFill/>
        </p:spPr>
        <p:txBody>
          <a:bodyPr wrap="square" lIns="0" tIns="0" rIns="0" bIns="0" rtlCol="0">
            <a:spAutoFit/>
          </a:bodyPr>
          <a:lstStyle/>
          <a:p>
            <a:pPr>
              <a:lnSpc>
                <a:spcPts val="1867"/>
              </a:lnSpc>
              <a:spcAft>
                <a:spcPts val="400"/>
              </a:spcAft>
            </a:pPr>
            <a:r>
              <a:rPr lang="en-US" sz="1100" dirty="0">
                <a:solidFill>
                  <a:schemeClr val="accent1"/>
                </a:solidFill>
                <a:latin typeface="Lato" panose="020F0502020204030203" pitchFamily="34" charset="0"/>
              </a:rPr>
              <a:t>Advanced Cyberinfrastructure:</a:t>
            </a:r>
          </a:p>
          <a:p>
            <a:pPr marL="171450" indent="-171450">
              <a:spcAft>
                <a:spcPts val="200"/>
              </a:spcAft>
              <a:buFont typeface="Arial" panose="020B0604020202020204" pitchFamily="34" charset="0"/>
              <a:buChar char="•"/>
            </a:pPr>
            <a:r>
              <a:rPr lang="en-US" sz="1000" dirty="0">
                <a:solidFill>
                  <a:srgbClr val="0070C0"/>
                </a:solidFill>
                <a:latin typeface="Lato" panose="020F0502020204030203" pitchFamily="34" charset="0"/>
              </a:rPr>
              <a:t>Discovery</a:t>
            </a:r>
            <a:r>
              <a:rPr lang="en-US" sz="1000" dirty="0">
                <a:solidFill>
                  <a:schemeClr val="accent1"/>
                </a:solidFill>
                <a:latin typeface="Lato" panose="020F0502020204030203" pitchFamily="34" charset="0"/>
              </a:rPr>
              <a:t> shared HPC cluster system &amp; </a:t>
            </a:r>
            <a:r>
              <a:rPr lang="en-US" sz="1000" dirty="0">
                <a:solidFill>
                  <a:srgbClr val="0070C0"/>
                </a:solidFill>
                <a:latin typeface="Lato" panose="020F0502020204030203" pitchFamily="34" charset="0"/>
              </a:rPr>
              <a:t>Endeavour</a:t>
            </a:r>
            <a:r>
              <a:rPr lang="en-US" sz="1000" dirty="0">
                <a:solidFill>
                  <a:schemeClr val="accent1"/>
                </a:solidFill>
                <a:latin typeface="Lato" panose="020F0502020204030203" pitchFamily="34" charset="0"/>
              </a:rPr>
              <a:t> Condo cluster program</a:t>
            </a:r>
          </a:p>
          <a:p>
            <a:pPr marL="171450" indent="-171450">
              <a:spcAft>
                <a:spcPts val="200"/>
              </a:spcAft>
              <a:buFont typeface="Arial" panose="020B0604020202020204" pitchFamily="34" charset="0"/>
              <a:buChar char="•"/>
            </a:pPr>
            <a:r>
              <a:rPr lang="en-US" sz="1000" dirty="0">
                <a:solidFill>
                  <a:srgbClr val="0070C0"/>
                </a:solidFill>
                <a:latin typeface="Lato" panose="020F0502020204030203" pitchFamily="34" charset="0"/>
              </a:rPr>
              <a:t>Artemis</a:t>
            </a:r>
            <a:r>
              <a:rPr lang="en-US" sz="1000" dirty="0">
                <a:solidFill>
                  <a:schemeClr val="accent1"/>
                </a:solidFill>
                <a:latin typeface="Lato" panose="020F0502020204030203" pitchFamily="34" charset="0"/>
              </a:rPr>
              <a:t>: virtual computing platforms and cloud solution (NSF Funded)</a:t>
            </a:r>
          </a:p>
          <a:p>
            <a:pPr marL="171450" indent="-171450">
              <a:spcAft>
                <a:spcPts val="200"/>
              </a:spcAft>
              <a:buFont typeface="Arial" panose="020B0604020202020204" pitchFamily="34" charset="0"/>
              <a:buChar char="•"/>
            </a:pPr>
            <a:r>
              <a:rPr lang="en-US" sz="1000" dirty="0">
                <a:solidFill>
                  <a:schemeClr val="accent1"/>
                </a:solidFill>
                <a:latin typeface="Lato" panose="020F0502020204030203" pitchFamily="34" charset="0"/>
              </a:rPr>
              <a:t>High-performance HPC network upgrade to 200Gbps</a:t>
            </a:r>
          </a:p>
          <a:p>
            <a:pPr marL="171450" indent="-171450">
              <a:spcAft>
                <a:spcPts val="200"/>
              </a:spcAft>
              <a:buFont typeface="Arial" panose="020B0604020202020204" pitchFamily="34" charset="0"/>
              <a:buChar char="•"/>
            </a:pPr>
            <a:r>
              <a:rPr lang="en-US" sz="1000" dirty="0">
                <a:solidFill>
                  <a:schemeClr val="accent1"/>
                </a:solidFill>
                <a:latin typeface="Lato" panose="020F0502020204030203" pitchFamily="34" charset="0"/>
              </a:rPr>
              <a:t>10+PB data storage capacity</a:t>
            </a:r>
          </a:p>
        </p:txBody>
      </p:sp>
      <p:sp>
        <p:nvSpPr>
          <p:cNvPr id="21" name="TextBox 20">
            <a:extLst>
              <a:ext uri="{FF2B5EF4-FFF2-40B4-BE49-F238E27FC236}">
                <a16:creationId xmlns:a16="http://schemas.microsoft.com/office/drawing/2014/main" id="{A87DEF8C-58BB-8F91-05AB-9914EECE9DFA}"/>
              </a:ext>
            </a:extLst>
          </p:cNvPr>
          <p:cNvSpPr txBox="1"/>
          <p:nvPr/>
        </p:nvSpPr>
        <p:spPr>
          <a:xfrm>
            <a:off x="2103842" y="5319642"/>
            <a:ext cx="4701988" cy="961802"/>
          </a:xfrm>
          <a:prstGeom prst="rect">
            <a:avLst/>
          </a:prstGeom>
          <a:noFill/>
        </p:spPr>
        <p:txBody>
          <a:bodyPr wrap="square" lIns="0" tIns="0" rIns="0" bIns="0" rtlCol="0">
            <a:spAutoFit/>
          </a:bodyPr>
          <a:lstStyle/>
          <a:p>
            <a:pPr>
              <a:lnSpc>
                <a:spcPts val="1867"/>
              </a:lnSpc>
              <a:spcAft>
                <a:spcPts val="400"/>
              </a:spcAft>
            </a:pPr>
            <a:r>
              <a:rPr lang="en-US" sz="1100" dirty="0">
                <a:solidFill>
                  <a:schemeClr val="accent1"/>
                </a:solidFill>
                <a:latin typeface="Lato" panose="020F0502020204030203" pitchFamily="34" charset="0"/>
              </a:rPr>
              <a:t>Industry Partnership:</a:t>
            </a:r>
          </a:p>
          <a:p>
            <a:pPr marL="171450" indent="-171450">
              <a:spcAft>
                <a:spcPts val="200"/>
              </a:spcAft>
              <a:buFont typeface="Arial" panose="020B0604020202020204" pitchFamily="34" charset="0"/>
              <a:buChar char="•"/>
            </a:pPr>
            <a:r>
              <a:rPr lang="en-US" sz="1000" dirty="0">
                <a:solidFill>
                  <a:srgbClr val="0070C0"/>
                </a:solidFill>
                <a:latin typeface="Lato" panose="020F0502020204030203" pitchFamily="34" charset="0"/>
              </a:rPr>
              <a:t>Samsung Semiconductor, Inc. </a:t>
            </a:r>
            <a:r>
              <a:rPr lang="en-US" sz="1000" dirty="0">
                <a:solidFill>
                  <a:schemeClr val="accent1"/>
                </a:solidFill>
                <a:latin typeface="Lato" panose="020F0502020204030203" pitchFamily="34" charset="0"/>
              </a:rPr>
              <a:t>– Smart Memory, Full </a:t>
            </a:r>
            <a:r>
              <a:rPr lang="en-US" sz="1000" dirty="0" err="1">
                <a:solidFill>
                  <a:schemeClr val="accent1"/>
                </a:solidFill>
                <a:latin typeface="Lato" panose="020F0502020204030203" pitchFamily="34" charset="0"/>
              </a:rPr>
              <a:t>NVMe</a:t>
            </a:r>
            <a:r>
              <a:rPr lang="en-US" sz="1000" dirty="0">
                <a:solidFill>
                  <a:schemeClr val="accent1"/>
                </a:solidFill>
                <a:latin typeface="Lato" panose="020F0502020204030203" pitchFamily="34" charset="0"/>
              </a:rPr>
              <a:t> storage solution</a:t>
            </a:r>
          </a:p>
          <a:p>
            <a:pPr marL="171450" indent="-171450">
              <a:spcAft>
                <a:spcPts val="200"/>
              </a:spcAft>
              <a:buFont typeface="Arial" panose="020B0604020202020204" pitchFamily="34" charset="0"/>
              <a:buChar char="•"/>
            </a:pPr>
            <a:r>
              <a:rPr lang="en-US" sz="1000" dirty="0">
                <a:solidFill>
                  <a:schemeClr val="accent1"/>
                </a:solidFill>
                <a:latin typeface="Lato" panose="020F0502020204030203" pitchFamily="34" charset="0"/>
              </a:rPr>
              <a:t>VAST Data – Advanced FS testbed</a:t>
            </a:r>
          </a:p>
          <a:p>
            <a:pPr marL="171450" indent="-171450">
              <a:spcAft>
                <a:spcPts val="200"/>
              </a:spcAft>
              <a:buFont typeface="Arial" panose="020B0604020202020204" pitchFamily="34" charset="0"/>
              <a:buChar char="•"/>
            </a:pPr>
            <a:r>
              <a:rPr lang="en-US" sz="1000" dirty="0">
                <a:solidFill>
                  <a:srgbClr val="0070C0"/>
                </a:solidFill>
                <a:latin typeface="Lato" panose="020F0502020204030203" pitchFamily="34" charset="0"/>
              </a:rPr>
              <a:t>Nvidia</a:t>
            </a:r>
            <a:r>
              <a:rPr lang="en-US" sz="1000" dirty="0">
                <a:solidFill>
                  <a:schemeClr val="accent1"/>
                </a:solidFill>
                <a:latin typeface="Lato" panose="020F0502020204030203" pitchFamily="34" charset="0"/>
              </a:rPr>
              <a:t> – Early access to Grace-Hopper next-gen superchip, future collaboration for Frontiers of Computing  </a:t>
            </a:r>
          </a:p>
        </p:txBody>
      </p:sp>
      <p:pic>
        <p:nvPicPr>
          <p:cNvPr id="22" name="Picture Placeholder 7">
            <a:extLst>
              <a:ext uri="{FF2B5EF4-FFF2-40B4-BE49-F238E27FC236}">
                <a16:creationId xmlns:a16="http://schemas.microsoft.com/office/drawing/2014/main" id="{48935ABD-C9C5-6D6C-D93C-7377562F77F1}"/>
              </a:ext>
            </a:extLst>
          </p:cNvPr>
          <p:cNvPicPr>
            <a:picLocks noGrp="1" noChangeAspect="1"/>
          </p:cNvPicPr>
          <p:nvPr>
            <p:ph type="pic" sz="quarter" idx="10"/>
          </p:nvPr>
        </p:nvPicPr>
        <p:blipFill rotWithShape="1">
          <a:blip r:embed="rId3">
            <a:extLst>
              <a:ext uri="{28A0092B-C50C-407E-A947-70E740481C1C}">
                <a14:useLocalDpi xmlns:a14="http://schemas.microsoft.com/office/drawing/2010/main" val="0"/>
              </a:ext>
            </a:extLst>
          </a:blip>
          <a:srcRect l="1182" r="6656" b="1061"/>
          <a:stretch/>
        </p:blipFill>
        <p:spPr>
          <a:xfrm>
            <a:off x="7490012" y="1"/>
            <a:ext cx="4701988" cy="6858000"/>
          </a:xfrm>
        </p:spPr>
      </p:pic>
    </p:spTree>
    <p:extLst>
      <p:ext uri="{BB962C8B-B14F-4D97-AF65-F5344CB8AC3E}">
        <p14:creationId xmlns:p14="http://schemas.microsoft.com/office/powerpoint/2010/main" val="4673781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a:t>CARC </a:t>
            </a:r>
            <a:r>
              <a:rPr lang="en-US" dirty="0" err="1"/>
              <a:t>SystemS</a:t>
            </a:r>
            <a:r>
              <a:rPr lang="en-US" dirty="0"/>
              <a:t> </a:t>
            </a:r>
            <a:r>
              <a:rPr lang="en-US" dirty="0">
                <a:solidFill>
                  <a:schemeClr val="accent2"/>
                </a:solidFill>
              </a:rPr>
              <a:t>overview</a:t>
            </a:r>
          </a:p>
        </p:txBody>
      </p:sp>
      <p:sp>
        <p:nvSpPr>
          <p:cNvPr id="7" name="Text Placeholder 6">
            <a:extLst>
              <a:ext uri="{FF2B5EF4-FFF2-40B4-BE49-F238E27FC236}">
                <a16:creationId xmlns:a16="http://schemas.microsoft.com/office/drawing/2014/main" id="{13BF4412-D428-424E-B0BE-11638D4E0AD9}"/>
              </a:ext>
            </a:extLst>
          </p:cNvPr>
          <p:cNvSpPr>
            <a:spLocks noGrp="1"/>
          </p:cNvSpPr>
          <p:nvPr>
            <p:ph type="body" sz="quarter" idx="11"/>
          </p:nvPr>
        </p:nvSpPr>
        <p:spPr>
          <a:xfrm>
            <a:off x="791633" y="1211815"/>
            <a:ext cx="10604499" cy="188459"/>
          </a:xfrm>
        </p:spPr>
        <p:txBody>
          <a:bodyPr/>
          <a:lstStyle/>
          <a:p>
            <a:r>
              <a:rPr lang="en-US" sz="1067" dirty="0"/>
              <a:t>CARC systems include the Endeavour condo cluster as well as the Discovery shared cluster</a:t>
            </a:r>
          </a:p>
        </p:txBody>
      </p:sp>
      <p:pic>
        <p:nvPicPr>
          <p:cNvPr id="9" name="Picture 8">
            <a:extLst>
              <a:ext uri="{FF2B5EF4-FFF2-40B4-BE49-F238E27FC236}">
                <a16:creationId xmlns:a16="http://schemas.microsoft.com/office/drawing/2014/main" id="{352370D6-7CAD-86AA-5542-2B4B6C5507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88844" y="1815128"/>
            <a:ext cx="1265314" cy="914400"/>
          </a:xfrm>
          <a:prstGeom prst="rect">
            <a:avLst/>
          </a:prstGeom>
        </p:spPr>
      </p:pic>
      <p:pic>
        <p:nvPicPr>
          <p:cNvPr id="10" name="Picture 9">
            <a:extLst>
              <a:ext uri="{FF2B5EF4-FFF2-40B4-BE49-F238E27FC236}">
                <a16:creationId xmlns:a16="http://schemas.microsoft.com/office/drawing/2014/main" id="{0FED77A7-1380-74FB-C634-2520E6306B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25833" y="1880478"/>
            <a:ext cx="1265315" cy="914400"/>
          </a:xfrm>
          <a:prstGeom prst="rect">
            <a:avLst/>
          </a:prstGeom>
        </p:spPr>
      </p:pic>
      <p:pic>
        <p:nvPicPr>
          <p:cNvPr id="12" name="Picture 11">
            <a:extLst>
              <a:ext uri="{FF2B5EF4-FFF2-40B4-BE49-F238E27FC236}">
                <a16:creationId xmlns:a16="http://schemas.microsoft.com/office/drawing/2014/main" id="{DBC66BE4-ACED-9CE2-81A2-001CB24A31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32091" y="4735716"/>
            <a:ext cx="695363" cy="794700"/>
          </a:xfrm>
          <a:prstGeom prst="rect">
            <a:avLst/>
          </a:prstGeom>
        </p:spPr>
      </p:pic>
      <p:pic>
        <p:nvPicPr>
          <p:cNvPr id="16" name="Picture 15">
            <a:extLst>
              <a:ext uri="{FF2B5EF4-FFF2-40B4-BE49-F238E27FC236}">
                <a16:creationId xmlns:a16="http://schemas.microsoft.com/office/drawing/2014/main" id="{6D5F02F1-B8A6-C7E9-C0C6-BA309BFA3B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24185" y="4804976"/>
            <a:ext cx="695363" cy="794700"/>
          </a:xfrm>
          <a:prstGeom prst="rect">
            <a:avLst/>
          </a:prstGeom>
        </p:spPr>
      </p:pic>
      <p:pic>
        <p:nvPicPr>
          <p:cNvPr id="17" name="Picture 16">
            <a:extLst>
              <a:ext uri="{FF2B5EF4-FFF2-40B4-BE49-F238E27FC236}">
                <a16:creationId xmlns:a16="http://schemas.microsoft.com/office/drawing/2014/main" id="{FC1AA71E-3109-A601-F5A4-580B58D7A5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58665" y="4771180"/>
            <a:ext cx="695363" cy="794700"/>
          </a:xfrm>
          <a:prstGeom prst="rect">
            <a:avLst/>
          </a:prstGeom>
        </p:spPr>
      </p:pic>
      <p:pic>
        <p:nvPicPr>
          <p:cNvPr id="19" name="Picture 18">
            <a:extLst>
              <a:ext uri="{FF2B5EF4-FFF2-40B4-BE49-F238E27FC236}">
                <a16:creationId xmlns:a16="http://schemas.microsoft.com/office/drawing/2014/main" id="{0362B551-5811-43B1-9344-C52789318B0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16918" y="3626102"/>
            <a:ext cx="721948" cy="721948"/>
          </a:xfrm>
          <a:prstGeom prst="rect">
            <a:avLst/>
          </a:prstGeom>
        </p:spPr>
      </p:pic>
      <p:pic>
        <p:nvPicPr>
          <p:cNvPr id="20" name="Picture 19">
            <a:extLst>
              <a:ext uri="{FF2B5EF4-FFF2-40B4-BE49-F238E27FC236}">
                <a16:creationId xmlns:a16="http://schemas.microsoft.com/office/drawing/2014/main" id="{1217D57B-FAF2-E57D-F439-1DC59CAA28D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65739" y="3617111"/>
            <a:ext cx="721948" cy="721948"/>
          </a:xfrm>
          <a:prstGeom prst="rect">
            <a:avLst/>
          </a:prstGeom>
        </p:spPr>
      </p:pic>
      <p:cxnSp>
        <p:nvCxnSpPr>
          <p:cNvPr id="21" name="Elbow Connector 20">
            <a:extLst>
              <a:ext uri="{FF2B5EF4-FFF2-40B4-BE49-F238E27FC236}">
                <a16:creationId xmlns:a16="http://schemas.microsoft.com/office/drawing/2014/main" id="{FC889897-0E43-F7C4-9584-DC09465922B3}"/>
              </a:ext>
            </a:extLst>
          </p:cNvPr>
          <p:cNvCxnSpPr>
            <a:cxnSpLocks/>
            <a:stCxn id="9" idx="2"/>
            <a:endCxn id="19" idx="0"/>
          </p:cNvCxnSpPr>
          <p:nvPr/>
        </p:nvCxnSpPr>
        <p:spPr>
          <a:xfrm rot="16200000" flipH="1">
            <a:off x="4451409" y="2799619"/>
            <a:ext cx="896574" cy="756391"/>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22" name="Elbow Connector 21">
            <a:extLst>
              <a:ext uri="{FF2B5EF4-FFF2-40B4-BE49-F238E27FC236}">
                <a16:creationId xmlns:a16="http://schemas.microsoft.com/office/drawing/2014/main" id="{BCF643A9-4C77-1828-9FE4-0F85B8D8EA70}"/>
              </a:ext>
            </a:extLst>
          </p:cNvPr>
          <p:cNvCxnSpPr>
            <a:cxnSpLocks/>
            <a:stCxn id="10" idx="2"/>
            <a:endCxn id="20" idx="0"/>
          </p:cNvCxnSpPr>
          <p:nvPr/>
        </p:nvCxnSpPr>
        <p:spPr>
          <a:xfrm rot="5400000">
            <a:off x="7131486" y="2790105"/>
            <a:ext cx="822233" cy="831778"/>
          </a:xfrm>
          <a:prstGeom prst="bentConnector3">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F77E7E11-6C81-9215-FE90-2D808BE31D9C}"/>
              </a:ext>
            </a:extLst>
          </p:cNvPr>
          <p:cNvCxnSpPr>
            <a:stCxn id="12" idx="0"/>
            <a:endCxn id="19" idx="2"/>
          </p:cNvCxnSpPr>
          <p:nvPr/>
        </p:nvCxnSpPr>
        <p:spPr>
          <a:xfrm flipV="1">
            <a:off x="4579773" y="4348050"/>
            <a:ext cx="698119" cy="387666"/>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35DDAD6-6F1A-0EFE-47AD-0C56ACBEA51A}"/>
              </a:ext>
            </a:extLst>
          </p:cNvPr>
          <p:cNvCxnSpPr>
            <a:stCxn id="17" idx="0"/>
            <a:endCxn id="19" idx="2"/>
          </p:cNvCxnSpPr>
          <p:nvPr/>
        </p:nvCxnSpPr>
        <p:spPr>
          <a:xfrm flipH="1" flipV="1">
            <a:off x="5277892" y="4348050"/>
            <a:ext cx="828455" cy="42313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8F70011-8BFB-5212-E1DE-87646593797A}"/>
              </a:ext>
            </a:extLst>
          </p:cNvPr>
          <p:cNvCxnSpPr>
            <a:stCxn id="16" idx="0"/>
            <a:endCxn id="19" idx="2"/>
          </p:cNvCxnSpPr>
          <p:nvPr/>
        </p:nvCxnSpPr>
        <p:spPr>
          <a:xfrm flipH="1" flipV="1">
            <a:off x="5277892" y="4348050"/>
            <a:ext cx="2393975" cy="456926"/>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FBAF6856-2FE4-9046-D977-5223185CAF08}"/>
              </a:ext>
            </a:extLst>
          </p:cNvPr>
          <p:cNvCxnSpPr>
            <a:stCxn id="12" idx="0"/>
            <a:endCxn id="20" idx="2"/>
          </p:cNvCxnSpPr>
          <p:nvPr/>
        </p:nvCxnSpPr>
        <p:spPr>
          <a:xfrm flipV="1">
            <a:off x="4579773" y="4339059"/>
            <a:ext cx="2546940" cy="396657"/>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E0A70506-01C2-C013-AD41-23470E68F726}"/>
              </a:ext>
            </a:extLst>
          </p:cNvPr>
          <p:cNvCxnSpPr>
            <a:cxnSpLocks/>
            <a:stCxn id="17" idx="0"/>
            <a:endCxn id="20" idx="2"/>
          </p:cNvCxnSpPr>
          <p:nvPr/>
        </p:nvCxnSpPr>
        <p:spPr>
          <a:xfrm flipV="1">
            <a:off x="6106347" y="4339059"/>
            <a:ext cx="1020366" cy="432121"/>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4C5B3617-1899-B199-B1E9-E08A89EB87A6}"/>
              </a:ext>
            </a:extLst>
          </p:cNvPr>
          <p:cNvCxnSpPr>
            <a:cxnSpLocks/>
            <a:stCxn id="16" idx="0"/>
            <a:endCxn id="20" idx="2"/>
          </p:cNvCxnSpPr>
          <p:nvPr/>
        </p:nvCxnSpPr>
        <p:spPr>
          <a:xfrm flipH="1" flipV="1">
            <a:off x="7126713" y="4339059"/>
            <a:ext cx="545154" cy="465917"/>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grpSp>
        <p:nvGrpSpPr>
          <p:cNvPr id="51" name="Group 50">
            <a:extLst>
              <a:ext uri="{FF2B5EF4-FFF2-40B4-BE49-F238E27FC236}">
                <a16:creationId xmlns:a16="http://schemas.microsoft.com/office/drawing/2014/main" id="{DB2F0C11-FD3E-F654-7E8E-5CC981E72EB9}"/>
              </a:ext>
            </a:extLst>
          </p:cNvPr>
          <p:cNvGrpSpPr/>
          <p:nvPr/>
        </p:nvGrpSpPr>
        <p:grpSpPr>
          <a:xfrm>
            <a:off x="5038865" y="2964594"/>
            <a:ext cx="2393067" cy="381461"/>
            <a:chOff x="122567" y="3083481"/>
            <a:chExt cx="2743200" cy="286096"/>
          </a:xfrm>
        </p:grpSpPr>
        <p:sp>
          <p:nvSpPr>
            <p:cNvPr id="52" name="Rounded Rectangle 51">
              <a:extLst>
                <a:ext uri="{FF2B5EF4-FFF2-40B4-BE49-F238E27FC236}">
                  <a16:creationId xmlns:a16="http://schemas.microsoft.com/office/drawing/2014/main" id="{BB2B86B5-094C-E320-8721-C3B5E0693B07}"/>
                </a:ext>
              </a:extLst>
            </p:cNvPr>
            <p:cNvSpPr/>
            <p:nvPr/>
          </p:nvSpPr>
          <p:spPr>
            <a:xfrm>
              <a:off x="122567" y="3179040"/>
              <a:ext cx="2743200" cy="91440"/>
            </a:xfrm>
            <a:prstGeom prst="roundRect">
              <a:avLst/>
            </a:prstGeom>
            <a:solidFill>
              <a:schemeClr val="accent6">
                <a:lumMod val="50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t>Libraries</a:t>
              </a:r>
            </a:p>
          </p:txBody>
        </p:sp>
        <p:sp>
          <p:nvSpPr>
            <p:cNvPr id="54" name="Rounded Rectangle 53">
              <a:extLst>
                <a:ext uri="{FF2B5EF4-FFF2-40B4-BE49-F238E27FC236}">
                  <a16:creationId xmlns:a16="http://schemas.microsoft.com/office/drawing/2014/main" id="{33DA91B9-6FBB-F54E-B966-A2AC1F68F33E}"/>
                </a:ext>
              </a:extLst>
            </p:cNvPr>
            <p:cNvSpPr/>
            <p:nvPr/>
          </p:nvSpPr>
          <p:spPr>
            <a:xfrm>
              <a:off x="122567" y="3083481"/>
              <a:ext cx="2743200" cy="91440"/>
            </a:xfrm>
            <a:prstGeom prst="roundRect">
              <a:avLst/>
            </a:prstGeom>
            <a:solidFill>
              <a:schemeClr val="accent6">
                <a:lumMod val="75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t>Applications</a:t>
              </a:r>
            </a:p>
          </p:txBody>
        </p:sp>
        <p:sp>
          <p:nvSpPr>
            <p:cNvPr id="55" name="Rounded Rectangle 54">
              <a:extLst>
                <a:ext uri="{FF2B5EF4-FFF2-40B4-BE49-F238E27FC236}">
                  <a16:creationId xmlns:a16="http://schemas.microsoft.com/office/drawing/2014/main" id="{C1C77608-D72A-97BC-5A69-80238F1DEE45}"/>
                </a:ext>
              </a:extLst>
            </p:cNvPr>
            <p:cNvSpPr/>
            <p:nvPr/>
          </p:nvSpPr>
          <p:spPr>
            <a:xfrm>
              <a:off x="122567" y="3278137"/>
              <a:ext cx="2743200" cy="91440"/>
            </a:xfrm>
            <a:prstGeom prst="roundRect">
              <a:avLst/>
            </a:prstGeom>
            <a:solidFill>
              <a:schemeClr val="accent6">
                <a:lumMod val="25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t>OS/System Tools</a:t>
              </a:r>
            </a:p>
          </p:txBody>
        </p:sp>
      </p:grpSp>
      <p:sp>
        <p:nvSpPr>
          <p:cNvPr id="61" name="TextBox 60">
            <a:extLst>
              <a:ext uri="{FF2B5EF4-FFF2-40B4-BE49-F238E27FC236}">
                <a16:creationId xmlns:a16="http://schemas.microsoft.com/office/drawing/2014/main" id="{57A0D9E3-2ED1-F188-DB4F-952A7DB273FC}"/>
              </a:ext>
            </a:extLst>
          </p:cNvPr>
          <p:cNvSpPr txBox="1"/>
          <p:nvPr/>
        </p:nvSpPr>
        <p:spPr>
          <a:xfrm>
            <a:off x="3537319" y="1572701"/>
            <a:ext cx="2143023" cy="307777"/>
          </a:xfrm>
          <a:prstGeom prst="rect">
            <a:avLst/>
          </a:prstGeom>
          <a:noFill/>
        </p:spPr>
        <p:txBody>
          <a:bodyPr wrap="none" rtlCol="0">
            <a:spAutoFit/>
          </a:bodyPr>
          <a:lstStyle/>
          <a:p>
            <a:r>
              <a:rPr lang="en-US" sz="1400" dirty="0"/>
              <a:t>Endeavour (Condo Cluster)</a:t>
            </a:r>
          </a:p>
        </p:txBody>
      </p:sp>
      <p:sp>
        <p:nvSpPr>
          <p:cNvPr id="63" name="TextBox 62">
            <a:extLst>
              <a:ext uri="{FF2B5EF4-FFF2-40B4-BE49-F238E27FC236}">
                <a16:creationId xmlns:a16="http://schemas.microsoft.com/office/drawing/2014/main" id="{83F06D25-B822-7B10-163D-AF1DAFF263D1}"/>
              </a:ext>
            </a:extLst>
          </p:cNvPr>
          <p:cNvSpPr txBox="1"/>
          <p:nvPr/>
        </p:nvSpPr>
        <p:spPr>
          <a:xfrm>
            <a:off x="6811594" y="1622708"/>
            <a:ext cx="2098908" cy="307777"/>
          </a:xfrm>
          <a:prstGeom prst="rect">
            <a:avLst/>
          </a:prstGeom>
          <a:noFill/>
        </p:spPr>
        <p:txBody>
          <a:bodyPr wrap="none" rtlCol="0">
            <a:spAutoFit/>
          </a:bodyPr>
          <a:lstStyle/>
          <a:p>
            <a:r>
              <a:rPr lang="en-US" sz="1400" dirty="0"/>
              <a:t>Discovery (Shared Cluster)</a:t>
            </a:r>
          </a:p>
        </p:txBody>
      </p:sp>
      <p:sp>
        <p:nvSpPr>
          <p:cNvPr id="64" name="TextBox 63">
            <a:extLst>
              <a:ext uri="{FF2B5EF4-FFF2-40B4-BE49-F238E27FC236}">
                <a16:creationId xmlns:a16="http://schemas.microsoft.com/office/drawing/2014/main" id="{9CF27217-3A5D-036A-BCEB-81298943B6E7}"/>
              </a:ext>
            </a:extLst>
          </p:cNvPr>
          <p:cNvSpPr txBox="1"/>
          <p:nvPr/>
        </p:nvSpPr>
        <p:spPr>
          <a:xfrm>
            <a:off x="4187227" y="5696240"/>
            <a:ext cx="966931" cy="461665"/>
          </a:xfrm>
          <a:prstGeom prst="rect">
            <a:avLst/>
          </a:prstGeom>
          <a:noFill/>
        </p:spPr>
        <p:txBody>
          <a:bodyPr wrap="none" rtlCol="0">
            <a:spAutoFit/>
          </a:bodyPr>
          <a:lstStyle/>
          <a:p>
            <a:pPr algn="ctr"/>
            <a:r>
              <a:rPr lang="en-US" sz="1200" dirty="0"/>
              <a:t>/home</a:t>
            </a:r>
          </a:p>
          <a:p>
            <a:pPr algn="ctr"/>
            <a:r>
              <a:rPr lang="en-US" sz="1200" dirty="0"/>
              <a:t>100 GB/user</a:t>
            </a:r>
          </a:p>
        </p:txBody>
      </p:sp>
      <p:sp>
        <p:nvSpPr>
          <p:cNvPr id="65" name="TextBox 64">
            <a:extLst>
              <a:ext uri="{FF2B5EF4-FFF2-40B4-BE49-F238E27FC236}">
                <a16:creationId xmlns:a16="http://schemas.microsoft.com/office/drawing/2014/main" id="{EE8AE476-274D-EF94-31BD-8CCC575758B9}"/>
              </a:ext>
            </a:extLst>
          </p:cNvPr>
          <p:cNvSpPr txBox="1"/>
          <p:nvPr/>
        </p:nvSpPr>
        <p:spPr>
          <a:xfrm>
            <a:off x="5604899" y="5642072"/>
            <a:ext cx="1018227" cy="646331"/>
          </a:xfrm>
          <a:prstGeom prst="rect">
            <a:avLst/>
          </a:prstGeom>
          <a:noFill/>
        </p:spPr>
        <p:txBody>
          <a:bodyPr wrap="none" rtlCol="0">
            <a:spAutoFit/>
          </a:bodyPr>
          <a:lstStyle/>
          <a:p>
            <a:pPr algn="ctr"/>
            <a:r>
              <a:rPr lang="en-US" sz="1200" dirty="0"/>
              <a:t>/project2</a:t>
            </a:r>
          </a:p>
          <a:p>
            <a:pPr algn="ctr"/>
            <a:r>
              <a:rPr lang="en-US" sz="1200" dirty="0"/>
              <a:t>1</a:t>
            </a:r>
            <a:r>
              <a:rPr lang="en-US" altLang="zh-CN" sz="1200" dirty="0"/>
              <a:t>5</a:t>
            </a:r>
            <a:r>
              <a:rPr lang="en-US" sz="1200" dirty="0"/>
              <a:t>TB free</a:t>
            </a:r>
          </a:p>
          <a:p>
            <a:pPr algn="ctr"/>
            <a:r>
              <a:rPr lang="en-US" sz="1200" dirty="0"/>
              <a:t>($60/TB/Yr)</a:t>
            </a:r>
          </a:p>
        </p:txBody>
      </p:sp>
      <p:sp>
        <p:nvSpPr>
          <p:cNvPr id="66" name="TextBox 65">
            <a:extLst>
              <a:ext uri="{FF2B5EF4-FFF2-40B4-BE49-F238E27FC236}">
                <a16:creationId xmlns:a16="http://schemas.microsoft.com/office/drawing/2014/main" id="{18BE8506-D67B-ABE9-D660-41E69053A1FB}"/>
              </a:ext>
            </a:extLst>
          </p:cNvPr>
          <p:cNvSpPr txBox="1"/>
          <p:nvPr/>
        </p:nvSpPr>
        <p:spPr>
          <a:xfrm>
            <a:off x="7277436" y="5679018"/>
            <a:ext cx="832280" cy="461665"/>
          </a:xfrm>
          <a:prstGeom prst="rect">
            <a:avLst/>
          </a:prstGeom>
          <a:noFill/>
        </p:spPr>
        <p:txBody>
          <a:bodyPr wrap="none" rtlCol="0">
            <a:spAutoFit/>
          </a:bodyPr>
          <a:lstStyle/>
          <a:p>
            <a:pPr algn="ctr"/>
            <a:r>
              <a:rPr lang="en-US" sz="1200" dirty="0"/>
              <a:t>/scratch1</a:t>
            </a:r>
          </a:p>
          <a:p>
            <a:pPr algn="ctr"/>
            <a:r>
              <a:rPr lang="en-US" sz="1200" dirty="0"/>
              <a:t>10TB </a:t>
            </a:r>
          </a:p>
        </p:txBody>
      </p:sp>
      <p:sp>
        <p:nvSpPr>
          <p:cNvPr id="68" name="TextBox 67">
            <a:extLst>
              <a:ext uri="{FF2B5EF4-FFF2-40B4-BE49-F238E27FC236}">
                <a16:creationId xmlns:a16="http://schemas.microsoft.com/office/drawing/2014/main" id="{B83ADD82-9994-E447-E455-9CDD23068819}"/>
              </a:ext>
            </a:extLst>
          </p:cNvPr>
          <p:cNvSpPr txBox="1"/>
          <p:nvPr/>
        </p:nvSpPr>
        <p:spPr>
          <a:xfrm>
            <a:off x="3666600" y="3784792"/>
            <a:ext cx="1316386" cy="420756"/>
          </a:xfrm>
          <a:prstGeom prst="rect">
            <a:avLst/>
          </a:prstGeom>
          <a:noFill/>
        </p:spPr>
        <p:txBody>
          <a:bodyPr wrap="none" rtlCol="0">
            <a:spAutoFit/>
          </a:bodyPr>
          <a:lstStyle/>
          <a:p>
            <a:pPr algn="r"/>
            <a:r>
              <a:rPr lang="en-US" sz="1067" dirty="0"/>
              <a:t>Login node:</a:t>
            </a:r>
          </a:p>
          <a:p>
            <a:pPr algn="r"/>
            <a:r>
              <a:rPr lang="en-US" sz="1067" dirty="0"/>
              <a:t>endeavour.usc.edu</a:t>
            </a:r>
          </a:p>
        </p:txBody>
      </p:sp>
      <p:sp>
        <p:nvSpPr>
          <p:cNvPr id="69" name="TextBox 68">
            <a:extLst>
              <a:ext uri="{FF2B5EF4-FFF2-40B4-BE49-F238E27FC236}">
                <a16:creationId xmlns:a16="http://schemas.microsoft.com/office/drawing/2014/main" id="{68E3B132-CC6C-C608-63DF-8164DCB3F18E}"/>
              </a:ext>
            </a:extLst>
          </p:cNvPr>
          <p:cNvSpPr txBox="1"/>
          <p:nvPr/>
        </p:nvSpPr>
        <p:spPr>
          <a:xfrm>
            <a:off x="7325833" y="3776698"/>
            <a:ext cx="1250663" cy="420756"/>
          </a:xfrm>
          <a:prstGeom prst="rect">
            <a:avLst/>
          </a:prstGeom>
          <a:noFill/>
        </p:spPr>
        <p:txBody>
          <a:bodyPr wrap="none" rtlCol="0">
            <a:spAutoFit/>
          </a:bodyPr>
          <a:lstStyle/>
          <a:p>
            <a:r>
              <a:rPr lang="en-US" sz="1067" dirty="0"/>
              <a:t>Login node:</a:t>
            </a:r>
          </a:p>
          <a:p>
            <a:r>
              <a:rPr lang="en-US" sz="1067" dirty="0"/>
              <a:t>discovery.usc.edu</a:t>
            </a:r>
          </a:p>
        </p:txBody>
      </p:sp>
      <p:pic>
        <p:nvPicPr>
          <p:cNvPr id="70" name="Picture 69">
            <a:extLst>
              <a:ext uri="{FF2B5EF4-FFF2-40B4-BE49-F238E27FC236}">
                <a16:creationId xmlns:a16="http://schemas.microsoft.com/office/drawing/2014/main" id="{730D0D43-7A3F-C498-DB9D-BDF807BD4BA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305854" y="2682424"/>
            <a:ext cx="1053409" cy="1053409"/>
          </a:xfrm>
          <a:prstGeom prst="rect">
            <a:avLst/>
          </a:prstGeom>
        </p:spPr>
      </p:pic>
      <p:sp>
        <p:nvSpPr>
          <p:cNvPr id="71" name="TextBox 70">
            <a:extLst>
              <a:ext uri="{FF2B5EF4-FFF2-40B4-BE49-F238E27FC236}">
                <a16:creationId xmlns:a16="http://schemas.microsoft.com/office/drawing/2014/main" id="{34F1579F-87AA-9E7F-EA77-0482E7D7BA0B}"/>
              </a:ext>
            </a:extLst>
          </p:cNvPr>
          <p:cNvSpPr txBox="1"/>
          <p:nvPr/>
        </p:nvSpPr>
        <p:spPr>
          <a:xfrm>
            <a:off x="849395" y="2678774"/>
            <a:ext cx="1643399" cy="420756"/>
          </a:xfrm>
          <a:prstGeom prst="rect">
            <a:avLst/>
          </a:prstGeom>
          <a:noFill/>
        </p:spPr>
        <p:txBody>
          <a:bodyPr wrap="none" rtlCol="0">
            <a:spAutoFit/>
          </a:bodyPr>
          <a:lstStyle/>
          <a:p>
            <a:pPr algn="ctr"/>
            <a:r>
              <a:rPr lang="en-US" sz="1067" dirty="0"/>
              <a:t>Data Transfer Nodes</a:t>
            </a:r>
          </a:p>
          <a:p>
            <a:pPr algn="ctr"/>
            <a:r>
              <a:rPr lang="en-US" sz="1067" dirty="0"/>
              <a:t>hpc-transfer1/2.usc.edu</a:t>
            </a:r>
          </a:p>
        </p:txBody>
      </p:sp>
      <p:sp>
        <p:nvSpPr>
          <p:cNvPr id="72" name="TextBox 71">
            <a:extLst>
              <a:ext uri="{FF2B5EF4-FFF2-40B4-BE49-F238E27FC236}">
                <a16:creationId xmlns:a16="http://schemas.microsoft.com/office/drawing/2014/main" id="{7E612045-B176-C11E-5D41-D6AD333D4FC5}"/>
              </a:ext>
            </a:extLst>
          </p:cNvPr>
          <p:cNvSpPr txBox="1"/>
          <p:nvPr/>
        </p:nvSpPr>
        <p:spPr>
          <a:xfrm>
            <a:off x="2444269" y="3450492"/>
            <a:ext cx="699230" cy="246221"/>
          </a:xfrm>
          <a:prstGeom prst="rect">
            <a:avLst/>
          </a:prstGeom>
          <a:noFill/>
        </p:spPr>
        <p:txBody>
          <a:bodyPr wrap="none" rtlCol="0">
            <a:spAutoFit/>
          </a:bodyPr>
          <a:lstStyle/>
          <a:p>
            <a:r>
              <a:rPr lang="en-US" sz="1000" dirty="0"/>
              <a:t>100Gbps</a:t>
            </a:r>
          </a:p>
        </p:txBody>
      </p:sp>
      <p:sp>
        <p:nvSpPr>
          <p:cNvPr id="73" name="TextBox 72">
            <a:extLst>
              <a:ext uri="{FF2B5EF4-FFF2-40B4-BE49-F238E27FC236}">
                <a16:creationId xmlns:a16="http://schemas.microsoft.com/office/drawing/2014/main" id="{FBA3E728-B3D3-10D4-2C6E-49C7C46945A4}"/>
              </a:ext>
            </a:extLst>
          </p:cNvPr>
          <p:cNvSpPr txBox="1"/>
          <p:nvPr/>
        </p:nvSpPr>
        <p:spPr>
          <a:xfrm>
            <a:off x="5562453" y="4074343"/>
            <a:ext cx="1037463" cy="246221"/>
          </a:xfrm>
          <a:prstGeom prst="rect">
            <a:avLst/>
          </a:prstGeom>
          <a:noFill/>
        </p:spPr>
        <p:txBody>
          <a:bodyPr wrap="none" rtlCol="0">
            <a:spAutoFit/>
          </a:bodyPr>
          <a:lstStyle/>
          <a:p>
            <a:r>
              <a:rPr lang="en-US" sz="1000" dirty="0"/>
              <a:t>200Gbps NDR IB</a:t>
            </a:r>
          </a:p>
        </p:txBody>
      </p:sp>
      <p:sp>
        <p:nvSpPr>
          <p:cNvPr id="74" name="TextBox 73">
            <a:extLst>
              <a:ext uri="{FF2B5EF4-FFF2-40B4-BE49-F238E27FC236}">
                <a16:creationId xmlns:a16="http://schemas.microsoft.com/office/drawing/2014/main" id="{3EB343C6-B2C4-9996-0AFD-AD2D457DEC28}"/>
              </a:ext>
            </a:extLst>
          </p:cNvPr>
          <p:cNvSpPr txBox="1"/>
          <p:nvPr/>
        </p:nvSpPr>
        <p:spPr>
          <a:xfrm>
            <a:off x="539363" y="3857306"/>
            <a:ext cx="2481770" cy="2646878"/>
          </a:xfrm>
          <a:prstGeom prst="rect">
            <a:avLst/>
          </a:prstGeom>
          <a:noFill/>
        </p:spPr>
        <p:txBody>
          <a:bodyPr wrap="none" rtlCol="0">
            <a:spAutoFit/>
          </a:bodyPr>
          <a:lstStyle/>
          <a:p>
            <a:r>
              <a:rPr lang="en-US" sz="1100" b="1" dirty="0">
                <a:solidFill>
                  <a:schemeClr val="tx1"/>
                </a:solidFill>
              </a:rPr>
              <a:t>Home directory (NFS): </a:t>
            </a:r>
          </a:p>
          <a:p>
            <a:r>
              <a:rPr lang="en-US" sz="1100" dirty="0">
                <a:solidFill>
                  <a:schemeClr val="tx1"/>
                </a:solidFill>
              </a:rPr>
              <a:t>Highly Available, not fast</a:t>
            </a:r>
          </a:p>
          <a:p>
            <a:pPr marL="285750" indent="-285750">
              <a:buFont typeface="Arial" panose="020B0604020202020204" pitchFamily="34" charset="0"/>
              <a:buChar char="•"/>
            </a:pPr>
            <a:r>
              <a:rPr lang="en-US" sz="1100" dirty="0">
                <a:solidFill>
                  <a:schemeClr val="tx1"/>
                </a:solidFill>
              </a:rPr>
              <a:t>Installing packages and software</a:t>
            </a:r>
          </a:p>
          <a:p>
            <a:pPr marL="285750" indent="-285750">
              <a:buFont typeface="Arial" panose="020B0604020202020204" pitchFamily="34" charset="0"/>
              <a:buChar char="•"/>
            </a:pPr>
            <a:r>
              <a:rPr lang="en-US" sz="1100" dirty="0">
                <a:solidFill>
                  <a:schemeClr val="tx1"/>
                </a:solidFill>
              </a:rPr>
              <a:t>Storing Keys, Config files, etc.</a:t>
            </a:r>
          </a:p>
          <a:p>
            <a:pPr marL="285750" indent="-285750">
              <a:buFont typeface="Arial" panose="020B0604020202020204" pitchFamily="34" charset="0"/>
              <a:buChar char="•"/>
            </a:pPr>
            <a:endParaRPr lang="en-US" sz="1100" dirty="0">
              <a:solidFill>
                <a:schemeClr val="tx1"/>
              </a:solidFill>
            </a:endParaRPr>
          </a:p>
          <a:p>
            <a:r>
              <a:rPr lang="en-US" sz="1100" b="1" dirty="0">
                <a:solidFill>
                  <a:schemeClr val="tx1"/>
                </a:solidFill>
              </a:rPr>
              <a:t>Scratch directory (PFS):</a:t>
            </a:r>
          </a:p>
          <a:p>
            <a:r>
              <a:rPr lang="en-US" sz="1100" dirty="0">
                <a:solidFill>
                  <a:schemeClr val="tx1"/>
                </a:solidFill>
              </a:rPr>
              <a:t>Very fast, not persistent</a:t>
            </a:r>
          </a:p>
          <a:p>
            <a:pPr marL="285750" indent="-285750">
              <a:buFont typeface="Arial" panose="020B0604020202020204" pitchFamily="34" charset="0"/>
              <a:buChar char="•"/>
            </a:pPr>
            <a:r>
              <a:rPr lang="en-US" sz="1100" dirty="0">
                <a:solidFill>
                  <a:schemeClr val="tx1"/>
                </a:solidFill>
              </a:rPr>
              <a:t>Massive data generated during</a:t>
            </a:r>
            <a:br>
              <a:rPr lang="en-US" sz="1100" dirty="0">
                <a:solidFill>
                  <a:schemeClr val="tx1"/>
                </a:solidFill>
              </a:rPr>
            </a:br>
            <a:r>
              <a:rPr lang="en-US" sz="1100" dirty="0">
                <a:solidFill>
                  <a:schemeClr val="tx1"/>
                </a:solidFill>
              </a:rPr>
              <a:t>simulations</a:t>
            </a:r>
          </a:p>
          <a:p>
            <a:endParaRPr lang="en-US" sz="1100" b="1" dirty="0">
              <a:solidFill>
                <a:schemeClr val="tx1"/>
              </a:solidFill>
            </a:endParaRPr>
          </a:p>
          <a:p>
            <a:r>
              <a:rPr lang="en-US" sz="1100" b="1" dirty="0">
                <a:solidFill>
                  <a:schemeClr val="tx1"/>
                </a:solidFill>
              </a:rPr>
              <a:t>Project directory (PFS):</a:t>
            </a:r>
          </a:p>
          <a:p>
            <a:r>
              <a:rPr lang="en-US" sz="1100" dirty="0">
                <a:solidFill>
                  <a:schemeClr val="tx1"/>
                </a:solidFill>
              </a:rPr>
              <a:t>Very fast, persistent</a:t>
            </a:r>
          </a:p>
          <a:p>
            <a:pPr marL="285750" indent="-285750">
              <a:buFont typeface="Arial" panose="020B0604020202020204" pitchFamily="34" charset="0"/>
              <a:buChar char="•"/>
            </a:pPr>
            <a:r>
              <a:rPr lang="en-US" sz="1100" dirty="0"/>
              <a:t>Long-term storage for </a:t>
            </a:r>
          </a:p>
          <a:p>
            <a:r>
              <a:rPr lang="en-US" sz="1100" dirty="0"/>
              <a:t>        research project data</a:t>
            </a:r>
            <a:endParaRPr lang="en-US" sz="1100" dirty="0">
              <a:solidFill>
                <a:schemeClr val="tx1"/>
              </a:solidFill>
            </a:endParaRPr>
          </a:p>
          <a:p>
            <a:endParaRPr lang="en-US" sz="1200" dirty="0"/>
          </a:p>
        </p:txBody>
      </p:sp>
      <p:cxnSp>
        <p:nvCxnSpPr>
          <p:cNvPr id="75" name="Straight Connector 74">
            <a:extLst>
              <a:ext uri="{FF2B5EF4-FFF2-40B4-BE49-F238E27FC236}">
                <a16:creationId xmlns:a16="http://schemas.microsoft.com/office/drawing/2014/main" id="{AF252188-3782-4EA1-DA3C-4F684DF56D3E}"/>
              </a:ext>
            </a:extLst>
          </p:cNvPr>
          <p:cNvCxnSpPr>
            <a:cxnSpLocks/>
          </p:cNvCxnSpPr>
          <p:nvPr/>
        </p:nvCxnSpPr>
        <p:spPr>
          <a:xfrm>
            <a:off x="3024409" y="3442791"/>
            <a:ext cx="23817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6" name="Elbow Connector 75">
            <a:extLst>
              <a:ext uri="{FF2B5EF4-FFF2-40B4-BE49-F238E27FC236}">
                <a16:creationId xmlns:a16="http://schemas.microsoft.com/office/drawing/2014/main" id="{51DD8449-5A54-0E71-876E-BED2F11AE085}"/>
              </a:ext>
            </a:extLst>
          </p:cNvPr>
          <p:cNvCxnSpPr>
            <a:cxnSpLocks/>
            <a:endCxn id="12" idx="1"/>
          </p:cNvCxnSpPr>
          <p:nvPr/>
        </p:nvCxnSpPr>
        <p:spPr>
          <a:xfrm rot="16200000" flipH="1">
            <a:off x="2887945" y="3788920"/>
            <a:ext cx="1704066" cy="984226"/>
          </a:xfrm>
          <a:prstGeom prst="bentConnector2">
            <a:avLst/>
          </a:prstGeom>
          <a:ln w="19050"/>
        </p:spPr>
        <p:style>
          <a:lnRef idx="1">
            <a:schemeClr val="accent1"/>
          </a:lnRef>
          <a:fillRef idx="0">
            <a:schemeClr val="accent1"/>
          </a:fillRef>
          <a:effectRef idx="0">
            <a:schemeClr val="accent1"/>
          </a:effectRef>
          <a:fontRef idx="minor">
            <a:schemeClr val="tx1"/>
          </a:fontRef>
        </p:style>
      </p:cxnSp>
      <p:grpSp>
        <p:nvGrpSpPr>
          <p:cNvPr id="122" name="Group 121">
            <a:extLst>
              <a:ext uri="{FF2B5EF4-FFF2-40B4-BE49-F238E27FC236}">
                <a16:creationId xmlns:a16="http://schemas.microsoft.com/office/drawing/2014/main" id="{279FFBDC-6A78-16D9-B8A4-228A476F2DAE}"/>
              </a:ext>
            </a:extLst>
          </p:cNvPr>
          <p:cNvGrpSpPr/>
          <p:nvPr/>
        </p:nvGrpSpPr>
        <p:grpSpPr>
          <a:xfrm>
            <a:off x="9249084" y="2623280"/>
            <a:ext cx="2410140" cy="1724770"/>
            <a:chOff x="9249084" y="2623280"/>
            <a:chExt cx="2410140" cy="1724770"/>
          </a:xfrm>
        </p:grpSpPr>
        <p:sp>
          <p:nvSpPr>
            <p:cNvPr id="103" name="Rectangle 102">
              <a:extLst>
                <a:ext uri="{FF2B5EF4-FFF2-40B4-BE49-F238E27FC236}">
                  <a16:creationId xmlns:a16="http://schemas.microsoft.com/office/drawing/2014/main" id="{4EBCC73B-5730-99AE-A69E-D52CE46DB3D8}"/>
                </a:ext>
              </a:extLst>
            </p:cNvPr>
            <p:cNvSpPr/>
            <p:nvPr/>
          </p:nvSpPr>
          <p:spPr>
            <a:xfrm>
              <a:off x="9249084" y="2702130"/>
              <a:ext cx="2410140" cy="1645920"/>
            </a:xfrm>
            <a:prstGeom prst="rect">
              <a:avLst/>
            </a:prstGeom>
            <a:noFill/>
            <a:ln>
              <a:solidFill>
                <a:schemeClr val="accent6">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2" name="Picture 111" descr="A white and blue logo&#10;&#10;Description automatically generated">
              <a:extLst>
                <a:ext uri="{FF2B5EF4-FFF2-40B4-BE49-F238E27FC236}">
                  <a16:creationId xmlns:a16="http://schemas.microsoft.com/office/drawing/2014/main" id="{51E7F149-0394-6FF1-A70A-F8BFB0EE3690}"/>
                </a:ext>
              </a:extLst>
            </p:cNvPr>
            <p:cNvPicPr>
              <a:picLocks noChangeAspect="1"/>
            </p:cNvPicPr>
            <p:nvPr/>
          </p:nvPicPr>
          <p:blipFill>
            <a:blip r:embed="rId6"/>
            <a:stretch>
              <a:fillRect/>
            </a:stretch>
          </p:blipFill>
          <p:spPr>
            <a:xfrm>
              <a:off x="9945638" y="2623280"/>
              <a:ext cx="952500" cy="952500"/>
            </a:xfrm>
            <a:prstGeom prst="rect">
              <a:avLst/>
            </a:prstGeom>
          </p:spPr>
        </p:pic>
        <p:sp>
          <p:nvSpPr>
            <p:cNvPr id="118" name="TextBox 117">
              <a:extLst>
                <a:ext uri="{FF2B5EF4-FFF2-40B4-BE49-F238E27FC236}">
                  <a16:creationId xmlns:a16="http://schemas.microsoft.com/office/drawing/2014/main" id="{DDE5FA4F-EDF3-5E4D-B7D3-CEA71ADB53E2}"/>
                </a:ext>
              </a:extLst>
            </p:cNvPr>
            <p:cNvSpPr txBox="1"/>
            <p:nvPr/>
          </p:nvSpPr>
          <p:spPr>
            <a:xfrm>
              <a:off x="9404025" y="3466884"/>
              <a:ext cx="2100255" cy="623248"/>
            </a:xfrm>
            <a:prstGeom prst="rect">
              <a:avLst/>
            </a:prstGeom>
            <a:noFill/>
          </p:spPr>
          <p:txBody>
            <a:bodyPr wrap="none" rtlCol="0">
              <a:spAutoFit/>
            </a:bodyPr>
            <a:lstStyle/>
            <a:p>
              <a:r>
                <a:rPr lang="en-US" sz="1200" dirty="0"/>
                <a:t>Data Archiving Tape System</a:t>
              </a:r>
            </a:p>
            <a:p>
              <a:pPr>
                <a:spcBef>
                  <a:spcPts val="300"/>
                </a:spcBef>
              </a:pPr>
              <a:r>
                <a:rPr lang="en-US" sz="1000" dirty="0"/>
                <a:t>- 20PB capacity</a:t>
              </a:r>
            </a:p>
            <a:p>
              <a:r>
                <a:rPr lang="en-US" sz="1000" dirty="0"/>
                <a:t>- Expandable up to 200PB</a:t>
              </a:r>
            </a:p>
          </p:txBody>
        </p:sp>
      </p:grpSp>
      <p:grpSp>
        <p:nvGrpSpPr>
          <p:cNvPr id="121" name="Group 120">
            <a:extLst>
              <a:ext uri="{FF2B5EF4-FFF2-40B4-BE49-F238E27FC236}">
                <a16:creationId xmlns:a16="http://schemas.microsoft.com/office/drawing/2014/main" id="{E56C92CF-222A-9E3E-BFB0-5EB0E5CC840D}"/>
              </a:ext>
            </a:extLst>
          </p:cNvPr>
          <p:cNvGrpSpPr/>
          <p:nvPr/>
        </p:nvGrpSpPr>
        <p:grpSpPr>
          <a:xfrm>
            <a:off x="9249084" y="953636"/>
            <a:ext cx="2410140" cy="1645920"/>
            <a:chOff x="9249084" y="953636"/>
            <a:chExt cx="2410140" cy="1645920"/>
          </a:xfrm>
        </p:grpSpPr>
        <p:sp>
          <p:nvSpPr>
            <p:cNvPr id="102" name="Rectangle 101">
              <a:extLst>
                <a:ext uri="{FF2B5EF4-FFF2-40B4-BE49-F238E27FC236}">
                  <a16:creationId xmlns:a16="http://schemas.microsoft.com/office/drawing/2014/main" id="{86DD7526-5858-9B1E-0A94-D727341A213F}"/>
                </a:ext>
              </a:extLst>
            </p:cNvPr>
            <p:cNvSpPr/>
            <p:nvPr/>
          </p:nvSpPr>
          <p:spPr>
            <a:xfrm>
              <a:off x="9249084" y="953636"/>
              <a:ext cx="2410140" cy="1645920"/>
            </a:xfrm>
            <a:prstGeom prst="rect">
              <a:avLst/>
            </a:prstGeom>
            <a:noFill/>
            <a:ln>
              <a:solidFill>
                <a:schemeClr val="accent6">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6" name="Picture 105" descr="A cloud computing logo with a cloud and gears&#10;&#10;Description automatically generated">
              <a:extLst>
                <a:ext uri="{FF2B5EF4-FFF2-40B4-BE49-F238E27FC236}">
                  <a16:creationId xmlns:a16="http://schemas.microsoft.com/office/drawing/2014/main" id="{91EA844C-6B4C-40E9-8955-2062177D1182}"/>
                </a:ext>
              </a:extLst>
            </p:cNvPr>
            <p:cNvPicPr>
              <a:picLocks noChangeAspect="1"/>
            </p:cNvPicPr>
            <p:nvPr/>
          </p:nvPicPr>
          <p:blipFill>
            <a:blip r:embed="rId7"/>
            <a:stretch>
              <a:fillRect/>
            </a:stretch>
          </p:blipFill>
          <p:spPr>
            <a:xfrm>
              <a:off x="9892963" y="1018130"/>
              <a:ext cx="1122381" cy="795287"/>
            </a:xfrm>
            <a:prstGeom prst="rect">
              <a:avLst/>
            </a:prstGeom>
          </p:spPr>
        </p:pic>
        <p:sp>
          <p:nvSpPr>
            <p:cNvPr id="117" name="TextBox 116">
              <a:extLst>
                <a:ext uri="{FF2B5EF4-FFF2-40B4-BE49-F238E27FC236}">
                  <a16:creationId xmlns:a16="http://schemas.microsoft.com/office/drawing/2014/main" id="{BF9D3AEA-9745-7069-0D9A-62C509CAA4D6}"/>
                </a:ext>
              </a:extLst>
            </p:cNvPr>
            <p:cNvSpPr txBox="1"/>
            <p:nvPr/>
          </p:nvSpPr>
          <p:spPr>
            <a:xfrm>
              <a:off x="9568438" y="1790988"/>
              <a:ext cx="1898277" cy="777136"/>
            </a:xfrm>
            <a:prstGeom prst="rect">
              <a:avLst/>
            </a:prstGeom>
            <a:noFill/>
          </p:spPr>
          <p:txBody>
            <a:bodyPr wrap="none" rtlCol="0">
              <a:spAutoFit/>
            </a:bodyPr>
            <a:lstStyle/>
            <a:p>
              <a:r>
                <a:rPr lang="en-US" sz="1200" dirty="0"/>
                <a:t>Artemis: Private Cloud</a:t>
              </a:r>
            </a:p>
            <a:p>
              <a:pPr>
                <a:spcBef>
                  <a:spcPts val="300"/>
                </a:spcBef>
              </a:pPr>
              <a:r>
                <a:rPr lang="en-US" sz="1000" dirty="0"/>
                <a:t>- Virtual computing platform</a:t>
              </a:r>
            </a:p>
            <a:p>
              <a:r>
                <a:rPr lang="en-US" sz="1000" dirty="0"/>
                <a:t>- DB, Web server, Docker, etc.</a:t>
              </a:r>
            </a:p>
            <a:p>
              <a:r>
                <a:rPr lang="en-US" sz="1000" dirty="0"/>
                <a:t>- In production since 09/23</a:t>
              </a:r>
            </a:p>
          </p:txBody>
        </p:sp>
      </p:grpSp>
    </p:spTree>
    <p:extLst>
      <p:ext uri="{BB962C8B-B14F-4D97-AF65-F5344CB8AC3E}">
        <p14:creationId xmlns:p14="http://schemas.microsoft.com/office/powerpoint/2010/main" val="37239689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a:t>HPC </a:t>
            </a:r>
            <a:r>
              <a:rPr lang="en-US" dirty="0">
                <a:solidFill>
                  <a:schemeClr val="accent2"/>
                </a:solidFill>
              </a:rPr>
              <a:t>Resources</a:t>
            </a:r>
          </a:p>
        </p:txBody>
      </p:sp>
      <p:sp>
        <p:nvSpPr>
          <p:cNvPr id="3" name="Text Placeholder 2"/>
          <p:cNvSpPr>
            <a:spLocks noGrp="1"/>
          </p:cNvSpPr>
          <p:nvPr>
            <p:ph type="body" sz="quarter" idx="11"/>
          </p:nvPr>
        </p:nvSpPr>
        <p:spPr/>
        <p:txBody>
          <a:bodyPr/>
          <a:lstStyle/>
          <a:p>
            <a:r>
              <a:rPr lang="en-US" dirty="0"/>
              <a:t>The following table summarizes the resources at CARC.</a:t>
            </a:r>
          </a:p>
        </p:txBody>
      </p:sp>
      <p:sp>
        <p:nvSpPr>
          <p:cNvPr id="13" name="TextBox 12"/>
          <p:cNvSpPr txBox="1"/>
          <p:nvPr/>
        </p:nvSpPr>
        <p:spPr>
          <a:xfrm>
            <a:off x="917450" y="5002368"/>
            <a:ext cx="10327470" cy="855299"/>
          </a:xfrm>
          <a:prstGeom prst="rect">
            <a:avLst/>
          </a:prstGeom>
          <a:noFill/>
          <a:ln>
            <a:noFill/>
          </a:ln>
        </p:spPr>
        <p:txBody>
          <a:bodyPr wrap="square" lIns="0" tIns="0" rIns="0" bIns="0" rtlCol="0">
            <a:spAutoFit/>
          </a:bodyPr>
          <a:lstStyle/>
          <a:p>
            <a:pPr>
              <a:lnSpc>
                <a:spcPct val="130000"/>
              </a:lnSpc>
              <a:spcAft>
                <a:spcPts val="200"/>
              </a:spcAft>
            </a:pPr>
            <a:r>
              <a:rPr lang="en-US" sz="1100" dirty="0">
                <a:solidFill>
                  <a:schemeClr val="accent3"/>
                </a:solidFill>
                <a:cs typeface="Calibri" panose="020F0502020204030204" pitchFamily="34" charset="0"/>
              </a:rPr>
              <a:t>Recognizing the need for a significant upgrade in USC's current HPC infrastructure to meet the demands of future research, CARC is actively engaged in collaborative efforts with multiple departments across the university, focusing on planning and developing next-generation HPC systems that will deliver the necessary computing power to propel USC's research endeavors forward. These concerted efforts aim to provide optimal support for the the Frontiers of Computing initiative, ensuring that USC remains at the forefront of cutting-edge research and innovation.  </a:t>
            </a:r>
            <a:endParaRPr lang="en-US" sz="1100" dirty="0">
              <a:solidFill>
                <a:schemeClr val="accent3"/>
              </a:solidFill>
              <a:ea typeface="Open Sans Light" panose="020B0306030504020204" pitchFamily="34" charset="0"/>
              <a:cs typeface="Calibri" panose="020F0502020204030204" pitchFamily="34" charset="0"/>
            </a:endParaRPr>
          </a:p>
        </p:txBody>
      </p:sp>
      <p:pic>
        <p:nvPicPr>
          <p:cNvPr id="17" name="Picture 16">
            <a:extLst>
              <a:ext uri="{FF2B5EF4-FFF2-40B4-BE49-F238E27FC236}">
                <a16:creationId xmlns:a16="http://schemas.microsoft.com/office/drawing/2014/main" id="{02E5A025-B9EC-4B3B-8A5A-78BE0B998494}"/>
              </a:ext>
            </a:extLst>
          </p:cNvPr>
          <p:cNvPicPr>
            <a:picLocks noChangeAspect="1"/>
          </p:cNvPicPr>
          <p:nvPr/>
        </p:nvPicPr>
        <p:blipFill>
          <a:blip r:embed="rId3"/>
          <a:stretch>
            <a:fillRect/>
          </a:stretch>
        </p:blipFill>
        <p:spPr>
          <a:xfrm>
            <a:off x="9311851" y="156465"/>
            <a:ext cx="2118996" cy="495873"/>
          </a:xfrm>
          <a:prstGeom prst="rect">
            <a:avLst/>
          </a:prstGeom>
        </p:spPr>
      </p:pic>
      <p:graphicFrame>
        <p:nvGraphicFramePr>
          <p:cNvPr id="18" name="Table 17">
            <a:extLst>
              <a:ext uri="{FF2B5EF4-FFF2-40B4-BE49-F238E27FC236}">
                <a16:creationId xmlns:a16="http://schemas.microsoft.com/office/drawing/2014/main" id="{CD31E53F-A397-6F11-7C75-BD6FC3D672B0}"/>
              </a:ext>
            </a:extLst>
          </p:cNvPr>
          <p:cNvGraphicFramePr>
            <a:graphicFrameLocks noGrp="1"/>
          </p:cNvGraphicFramePr>
          <p:nvPr>
            <p:extLst>
              <p:ext uri="{D42A27DB-BD31-4B8C-83A1-F6EECF244321}">
                <p14:modId xmlns:p14="http://schemas.microsoft.com/office/powerpoint/2010/main" val="1985014135"/>
              </p:ext>
            </p:extLst>
          </p:nvPr>
        </p:nvGraphicFramePr>
        <p:xfrm>
          <a:off x="917450" y="1665718"/>
          <a:ext cx="10327470" cy="3055248"/>
        </p:xfrm>
        <a:graphic>
          <a:graphicData uri="http://schemas.openxmlformats.org/drawingml/2006/table">
            <a:tbl>
              <a:tblPr firstRow="1" firstCol="1" bandRow="1">
                <a:tableStyleId>{5C22544A-7EE6-4342-B048-85BDC9FD1C3A}</a:tableStyleId>
              </a:tblPr>
              <a:tblGrid>
                <a:gridCol w="3442490">
                  <a:extLst>
                    <a:ext uri="{9D8B030D-6E8A-4147-A177-3AD203B41FA5}">
                      <a16:colId xmlns:a16="http://schemas.microsoft.com/office/drawing/2014/main" val="2656217272"/>
                    </a:ext>
                  </a:extLst>
                </a:gridCol>
                <a:gridCol w="2861888">
                  <a:extLst>
                    <a:ext uri="{9D8B030D-6E8A-4147-A177-3AD203B41FA5}">
                      <a16:colId xmlns:a16="http://schemas.microsoft.com/office/drawing/2014/main" val="776135662"/>
                    </a:ext>
                  </a:extLst>
                </a:gridCol>
                <a:gridCol w="4023092">
                  <a:extLst>
                    <a:ext uri="{9D8B030D-6E8A-4147-A177-3AD203B41FA5}">
                      <a16:colId xmlns:a16="http://schemas.microsoft.com/office/drawing/2014/main" val="1992916330"/>
                    </a:ext>
                  </a:extLst>
                </a:gridCol>
              </a:tblGrid>
              <a:tr h="190953">
                <a:tc>
                  <a:txBody>
                    <a:bodyPr/>
                    <a:lstStyle/>
                    <a:p>
                      <a:pPr marL="0" marR="0" algn="l">
                        <a:spcBef>
                          <a:spcPts val="0"/>
                        </a:spcBef>
                        <a:spcAft>
                          <a:spcPts val="0"/>
                        </a:spcAft>
                      </a:pPr>
                      <a:r>
                        <a:rPr lang="en-US" sz="1100" dirty="0">
                          <a:effectLst/>
                        </a:rPr>
                        <a:t>Category</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tc>
                <a:tc>
                  <a:txBody>
                    <a:bodyPr/>
                    <a:lstStyle/>
                    <a:p>
                      <a:pPr marL="0" marR="0" algn="l">
                        <a:spcBef>
                          <a:spcPts val="0"/>
                        </a:spcBef>
                        <a:spcAft>
                          <a:spcPts val="0"/>
                        </a:spcAft>
                      </a:pPr>
                      <a:r>
                        <a:rPr lang="en-US" sz="1100" dirty="0">
                          <a:effectLst/>
                        </a:rPr>
                        <a:t>Function</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tc>
                <a:tc>
                  <a:txBody>
                    <a:bodyPr/>
                    <a:lstStyle/>
                    <a:p>
                      <a:pPr marL="0" marR="0" algn="l">
                        <a:spcBef>
                          <a:spcPts val="0"/>
                        </a:spcBef>
                        <a:spcAft>
                          <a:spcPts val="0"/>
                        </a:spcAft>
                      </a:pPr>
                      <a:r>
                        <a:rPr lang="en-US" sz="1100">
                          <a:effectLst/>
                        </a:rPr>
                        <a:t>Descriptions</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tc>
                <a:extLst>
                  <a:ext uri="{0D108BD9-81ED-4DB2-BD59-A6C34878D82A}">
                    <a16:rowId xmlns:a16="http://schemas.microsoft.com/office/drawing/2014/main" val="2153618548"/>
                  </a:ext>
                </a:extLst>
              </a:tr>
              <a:tr h="190953">
                <a:tc rowSpan="5">
                  <a:txBody>
                    <a:bodyPr/>
                    <a:lstStyle/>
                    <a:p>
                      <a:pPr marL="0" marR="0" algn="l">
                        <a:spcBef>
                          <a:spcPts val="600"/>
                        </a:spcBef>
                        <a:spcAft>
                          <a:spcPts val="0"/>
                        </a:spcAft>
                      </a:pPr>
                      <a:r>
                        <a:rPr lang="en-US" sz="1100" dirty="0">
                          <a:effectLst/>
                        </a:rPr>
                        <a:t>Discovery general-use cluster</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nchor="ctr"/>
                </a:tc>
                <a:tc>
                  <a:txBody>
                    <a:bodyPr/>
                    <a:lstStyle/>
                    <a:p>
                      <a:pPr marL="0" marR="0" algn="l">
                        <a:spcBef>
                          <a:spcPts val="0"/>
                        </a:spcBef>
                        <a:spcAft>
                          <a:spcPts val="0"/>
                        </a:spcAft>
                      </a:pPr>
                      <a:r>
                        <a:rPr lang="en-US" sz="1100" dirty="0">
                          <a:effectLst/>
                        </a:rPr>
                        <a:t>Login nodes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tc>
                <a:tc>
                  <a:txBody>
                    <a:bodyPr/>
                    <a:lstStyle/>
                    <a:p>
                      <a:pPr marL="0" marR="0" algn="l">
                        <a:spcBef>
                          <a:spcPts val="0"/>
                        </a:spcBef>
                        <a:spcAft>
                          <a:spcPts val="0"/>
                        </a:spcAft>
                      </a:pPr>
                      <a:r>
                        <a:rPr lang="en-US" sz="1100" dirty="0">
                          <a:effectLst/>
                        </a:rPr>
                        <a:t>2 x 40 Gbps nodes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tc>
                <a:extLst>
                  <a:ext uri="{0D108BD9-81ED-4DB2-BD59-A6C34878D82A}">
                    <a16:rowId xmlns:a16="http://schemas.microsoft.com/office/drawing/2014/main" val="3169910568"/>
                  </a:ext>
                </a:extLst>
              </a:tr>
              <a:tr h="190953">
                <a:tc vMerge="1">
                  <a:txBody>
                    <a:bodyPr/>
                    <a:lstStyle/>
                    <a:p>
                      <a:endParaRPr lang="en-US"/>
                    </a:p>
                  </a:txBody>
                  <a:tcPr/>
                </a:tc>
                <a:tc>
                  <a:txBody>
                    <a:bodyPr/>
                    <a:lstStyle/>
                    <a:p>
                      <a:pPr marL="0" marR="0" algn="l">
                        <a:spcBef>
                          <a:spcPts val="0"/>
                        </a:spcBef>
                        <a:spcAft>
                          <a:spcPts val="0"/>
                        </a:spcAft>
                      </a:pPr>
                      <a:r>
                        <a:rPr lang="en-US" sz="1100">
                          <a:effectLst/>
                        </a:rPr>
                        <a:t>Data transfer nodes </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tc>
                <a:tc>
                  <a:txBody>
                    <a:bodyPr/>
                    <a:lstStyle/>
                    <a:p>
                      <a:pPr marL="0" marR="0" algn="l">
                        <a:spcBef>
                          <a:spcPts val="0"/>
                        </a:spcBef>
                        <a:spcAft>
                          <a:spcPts val="0"/>
                        </a:spcAft>
                      </a:pPr>
                      <a:r>
                        <a:rPr lang="en-US" sz="1100" dirty="0">
                          <a:effectLst/>
                        </a:rPr>
                        <a:t>2 x 100 Gbps nodes running </a:t>
                      </a:r>
                      <a:r>
                        <a:rPr lang="en-US" sz="1100" dirty="0" err="1">
                          <a:effectLst/>
                        </a:rPr>
                        <a:t>GlobusConnect</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tc>
                <a:extLst>
                  <a:ext uri="{0D108BD9-81ED-4DB2-BD59-A6C34878D82A}">
                    <a16:rowId xmlns:a16="http://schemas.microsoft.com/office/drawing/2014/main" val="1400271627"/>
                  </a:ext>
                </a:extLst>
              </a:tr>
              <a:tr h="190953">
                <a:tc vMerge="1">
                  <a:txBody>
                    <a:bodyPr/>
                    <a:lstStyle/>
                    <a:p>
                      <a:endParaRPr lang="en-US"/>
                    </a:p>
                  </a:txBody>
                  <a:tcPr/>
                </a:tc>
                <a:tc>
                  <a:txBody>
                    <a:bodyPr/>
                    <a:lstStyle/>
                    <a:p>
                      <a:pPr marL="0" marR="0" algn="l">
                        <a:spcBef>
                          <a:spcPts val="0"/>
                        </a:spcBef>
                        <a:spcAft>
                          <a:spcPts val="0"/>
                        </a:spcAft>
                      </a:pPr>
                      <a:r>
                        <a:rPr lang="en-US" sz="1100">
                          <a:effectLst/>
                        </a:rPr>
                        <a:t>Compute nodes</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tc>
                <a:tc>
                  <a:txBody>
                    <a:bodyPr/>
                    <a:lstStyle/>
                    <a:p>
                      <a:pPr marL="0" marR="0" algn="l">
                        <a:spcBef>
                          <a:spcPts val="0"/>
                        </a:spcBef>
                        <a:spcAft>
                          <a:spcPts val="0"/>
                        </a:spcAft>
                      </a:pPr>
                      <a:r>
                        <a:rPr lang="en-US" sz="1100" dirty="0">
                          <a:effectLst/>
                        </a:rPr>
                        <a:t>~500 nodes, totaling ~18,000 cores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tc>
                <a:extLst>
                  <a:ext uri="{0D108BD9-81ED-4DB2-BD59-A6C34878D82A}">
                    <a16:rowId xmlns:a16="http://schemas.microsoft.com/office/drawing/2014/main" val="1626163411"/>
                  </a:ext>
                </a:extLst>
              </a:tr>
              <a:tr h="190953">
                <a:tc vMerge="1">
                  <a:txBody>
                    <a:bodyPr/>
                    <a:lstStyle/>
                    <a:p>
                      <a:endParaRPr lang="en-US"/>
                    </a:p>
                  </a:txBody>
                  <a:tcPr/>
                </a:tc>
                <a:tc>
                  <a:txBody>
                    <a:bodyPr/>
                    <a:lstStyle/>
                    <a:p>
                      <a:pPr marL="0" marR="0" algn="l">
                        <a:spcBef>
                          <a:spcPts val="0"/>
                        </a:spcBef>
                        <a:spcAft>
                          <a:spcPts val="0"/>
                        </a:spcAft>
                      </a:pPr>
                      <a:r>
                        <a:rPr lang="en-US" sz="1100" dirty="0">
                          <a:effectLst/>
                        </a:rPr>
                        <a:t>GPUs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tc>
                <a:tc>
                  <a:txBody>
                    <a:bodyPr/>
                    <a:lstStyle/>
                    <a:p>
                      <a:pPr marL="0" marR="0" algn="l">
                        <a:spcBef>
                          <a:spcPts val="0"/>
                        </a:spcBef>
                        <a:spcAft>
                          <a:spcPts val="0"/>
                        </a:spcAft>
                      </a:pPr>
                      <a:r>
                        <a:rPr lang="en-US" sz="1100" dirty="0">
                          <a:solidFill>
                            <a:schemeClr val="tx1"/>
                          </a:solidFill>
                          <a:effectLst/>
                        </a:rPr>
                        <a:t>~260 GPUs </a:t>
                      </a:r>
                      <a:r>
                        <a:rPr lang="en-US" sz="1100" dirty="0">
                          <a:effectLst/>
                        </a:rPr>
                        <a:t>(A100, L40s, A40,</a:t>
                      </a:r>
                      <a:r>
                        <a:rPr lang="en-US" sz="1100" dirty="0">
                          <a:solidFill>
                            <a:schemeClr val="tx1"/>
                          </a:solidFill>
                          <a:effectLst/>
                        </a:rPr>
                        <a:t> V100, </a:t>
                      </a:r>
                      <a:r>
                        <a:rPr lang="en-US" sz="1100" strike="noStrike" dirty="0">
                          <a:solidFill>
                            <a:schemeClr val="tx1"/>
                          </a:solidFill>
                          <a:effectLst/>
                        </a:rPr>
                        <a:t>P100</a:t>
                      </a:r>
                      <a:r>
                        <a:rPr lang="en-US" sz="1100" dirty="0">
                          <a:effectLst/>
                        </a:rPr>
                        <a:t>)</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tc>
                <a:extLst>
                  <a:ext uri="{0D108BD9-81ED-4DB2-BD59-A6C34878D82A}">
                    <a16:rowId xmlns:a16="http://schemas.microsoft.com/office/drawing/2014/main" val="493927004"/>
                  </a:ext>
                </a:extLst>
              </a:tr>
              <a:tr h="190953">
                <a:tc vMerge="1">
                  <a:txBody>
                    <a:bodyPr/>
                    <a:lstStyle/>
                    <a:p>
                      <a:endParaRPr lang="en-US"/>
                    </a:p>
                  </a:txBody>
                  <a:tcPr/>
                </a:tc>
                <a:tc>
                  <a:txBody>
                    <a:bodyPr/>
                    <a:lstStyle/>
                    <a:p>
                      <a:pPr marL="0" marR="0" algn="l">
                        <a:spcBef>
                          <a:spcPts val="0"/>
                        </a:spcBef>
                        <a:spcAft>
                          <a:spcPts val="0"/>
                        </a:spcAft>
                      </a:pPr>
                      <a:r>
                        <a:rPr lang="en-US" sz="1100">
                          <a:effectLst/>
                        </a:rPr>
                        <a:t>Large memory nodes</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tc>
                <a:tc>
                  <a:txBody>
                    <a:bodyPr/>
                    <a:lstStyle/>
                    <a:p>
                      <a:pPr marL="0" marR="0" algn="l">
                        <a:spcBef>
                          <a:spcPts val="0"/>
                        </a:spcBef>
                        <a:spcAft>
                          <a:spcPts val="0"/>
                        </a:spcAft>
                      </a:pPr>
                      <a:r>
                        <a:rPr lang="en-US" sz="1100">
                          <a:effectLst/>
                        </a:rPr>
                        <a:t>4 nodes with 1 TB of memory</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tc>
                <a:extLst>
                  <a:ext uri="{0D108BD9-81ED-4DB2-BD59-A6C34878D82A}">
                    <a16:rowId xmlns:a16="http://schemas.microsoft.com/office/drawing/2014/main" val="765897669"/>
                  </a:ext>
                </a:extLst>
              </a:tr>
              <a:tr h="190953">
                <a:tc rowSpan="3">
                  <a:txBody>
                    <a:bodyPr/>
                    <a:lstStyle/>
                    <a:p>
                      <a:pPr marL="0" marR="0" algn="l">
                        <a:spcBef>
                          <a:spcPts val="0"/>
                        </a:spcBef>
                        <a:spcAft>
                          <a:spcPts val="0"/>
                        </a:spcAft>
                      </a:pPr>
                      <a:r>
                        <a:rPr lang="en-US" sz="1100" dirty="0">
                          <a:effectLst/>
                        </a:rPr>
                        <a:t>Endeavour condo cluster</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nchor="ctr"/>
                </a:tc>
                <a:tc>
                  <a:txBody>
                    <a:bodyPr/>
                    <a:lstStyle/>
                    <a:p>
                      <a:pPr marL="0" marR="0" algn="l">
                        <a:spcBef>
                          <a:spcPts val="0"/>
                        </a:spcBef>
                        <a:spcAft>
                          <a:spcPts val="0"/>
                        </a:spcAft>
                      </a:pPr>
                      <a:r>
                        <a:rPr lang="en-US" sz="1100">
                          <a:effectLst/>
                        </a:rPr>
                        <a:t>Login nodes</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tc>
                <a:tc>
                  <a:txBody>
                    <a:bodyPr/>
                    <a:lstStyle/>
                    <a:p>
                      <a:pPr marL="0" marR="0" algn="l">
                        <a:spcBef>
                          <a:spcPts val="0"/>
                        </a:spcBef>
                        <a:spcAft>
                          <a:spcPts val="0"/>
                        </a:spcAft>
                      </a:pPr>
                      <a:r>
                        <a:rPr lang="en-US" sz="1100" dirty="0">
                          <a:effectLst/>
                        </a:rPr>
                        <a:t>2 x 40 Gbps nodes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tc>
                <a:extLst>
                  <a:ext uri="{0D108BD9-81ED-4DB2-BD59-A6C34878D82A}">
                    <a16:rowId xmlns:a16="http://schemas.microsoft.com/office/drawing/2014/main" val="1974898582"/>
                  </a:ext>
                </a:extLst>
              </a:tr>
              <a:tr h="190953">
                <a:tc vMerge="1">
                  <a:txBody>
                    <a:bodyPr/>
                    <a:lstStyle/>
                    <a:p>
                      <a:endParaRPr lang="en-US"/>
                    </a:p>
                  </a:txBody>
                  <a:tcPr/>
                </a:tc>
                <a:tc>
                  <a:txBody>
                    <a:bodyPr/>
                    <a:lstStyle/>
                    <a:p>
                      <a:pPr marL="0" marR="0" algn="l">
                        <a:spcBef>
                          <a:spcPts val="0"/>
                        </a:spcBef>
                        <a:spcAft>
                          <a:spcPts val="0"/>
                        </a:spcAft>
                      </a:pPr>
                      <a:r>
                        <a:rPr lang="en-US" sz="1100" dirty="0">
                          <a:effectLst/>
                        </a:rPr>
                        <a:t>Compute nodes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tc>
                <a:tc>
                  <a:txBody>
                    <a:bodyPr/>
                    <a:lstStyle/>
                    <a:p>
                      <a:pPr marL="0" marR="0" algn="l">
                        <a:spcBef>
                          <a:spcPts val="0"/>
                        </a:spcBef>
                        <a:spcAft>
                          <a:spcPts val="0"/>
                        </a:spcAft>
                      </a:pPr>
                      <a:r>
                        <a:rPr lang="en-US" sz="1100" dirty="0">
                          <a:effectLst/>
                        </a:rPr>
                        <a:t>~900 nodes, totaling ~22,000 cores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tc>
                <a:extLst>
                  <a:ext uri="{0D108BD9-81ED-4DB2-BD59-A6C34878D82A}">
                    <a16:rowId xmlns:a16="http://schemas.microsoft.com/office/drawing/2014/main" val="2413613577"/>
                  </a:ext>
                </a:extLst>
              </a:tr>
              <a:tr h="190953">
                <a:tc vMerge="1">
                  <a:txBody>
                    <a:bodyPr/>
                    <a:lstStyle/>
                    <a:p>
                      <a:pPr marL="0" marR="0" algn="l">
                        <a:spcBef>
                          <a:spcPts val="0"/>
                        </a:spcBef>
                        <a:spcAft>
                          <a:spcPts val="0"/>
                        </a:spcAft>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nchor="ct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100" dirty="0">
                          <a:effectLst/>
                        </a:rPr>
                        <a:t>GPUs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tc>
                <a:tc>
                  <a:txBody>
                    <a:bodyPr/>
                    <a:lstStyle/>
                    <a:p>
                      <a:pPr marL="0" marR="0" algn="l">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~180 GPUs (V100, A40, A100, L40s)</a:t>
                      </a:r>
                    </a:p>
                  </a:txBody>
                  <a:tcPr marL="73025" marR="73025" marT="0" marB="0"/>
                </a:tc>
                <a:extLst>
                  <a:ext uri="{0D108BD9-81ED-4DB2-BD59-A6C34878D82A}">
                    <a16:rowId xmlns:a16="http://schemas.microsoft.com/office/drawing/2014/main" val="2094834025"/>
                  </a:ext>
                </a:extLst>
              </a:tr>
              <a:tr h="190953">
                <a:tc rowSpan="2">
                  <a:txBody>
                    <a:bodyPr/>
                    <a:lstStyle/>
                    <a:p>
                      <a:pPr marL="0" marR="0" algn="l">
                        <a:spcBef>
                          <a:spcPts val="600"/>
                        </a:spcBef>
                        <a:spcAft>
                          <a:spcPts val="0"/>
                        </a:spcAft>
                      </a:pPr>
                      <a:r>
                        <a:rPr lang="en-US" sz="1100" dirty="0">
                          <a:effectLst/>
                        </a:rPr>
                        <a:t>Network</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nchor="ctr"/>
                </a:tc>
                <a:tc>
                  <a:txBody>
                    <a:bodyPr/>
                    <a:lstStyle/>
                    <a:p>
                      <a:pPr marL="0" marR="0" algn="l">
                        <a:spcBef>
                          <a:spcPts val="0"/>
                        </a:spcBef>
                        <a:spcAft>
                          <a:spcPts val="0"/>
                        </a:spcAft>
                      </a:pPr>
                      <a:r>
                        <a:rPr lang="en-US" sz="1100">
                          <a:effectLst/>
                        </a:rPr>
                        <a:t>Interconnection</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tc>
                <a:tc>
                  <a:txBody>
                    <a:bodyPr/>
                    <a:lstStyle/>
                    <a:p>
                      <a:pPr marL="0" marR="0" algn="l">
                        <a:spcBef>
                          <a:spcPts val="0"/>
                        </a:spcBef>
                        <a:spcAft>
                          <a:spcPts val="0"/>
                        </a:spcAft>
                      </a:pPr>
                      <a:r>
                        <a:rPr lang="en-US" sz="1100" dirty="0">
                          <a:effectLst/>
                        </a:rPr>
                        <a:t>InfiniBand NDR (200 </a:t>
                      </a:r>
                      <a:r>
                        <a:rPr lang="en-US" sz="1100" dirty="0" err="1">
                          <a:effectLst/>
                        </a:rPr>
                        <a:t>Gpbs</a:t>
                      </a:r>
                      <a:r>
                        <a:rPr lang="en-US" sz="1100" dirty="0">
                          <a:effectLst/>
                        </a:rPr>
                        <a:t>)</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tc>
                <a:extLst>
                  <a:ext uri="{0D108BD9-81ED-4DB2-BD59-A6C34878D82A}">
                    <a16:rowId xmlns:a16="http://schemas.microsoft.com/office/drawing/2014/main" val="2438452143"/>
                  </a:ext>
                </a:extLst>
              </a:tr>
              <a:tr h="190953">
                <a:tc vMerge="1">
                  <a:txBody>
                    <a:bodyPr/>
                    <a:lstStyle/>
                    <a:p>
                      <a:endParaRPr lang="en-US"/>
                    </a:p>
                  </a:txBody>
                  <a:tcPr/>
                </a:tc>
                <a:tc>
                  <a:txBody>
                    <a:bodyPr/>
                    <a:lstStyle/>
                    <a:p>
                      <a:pPr marL="0" marR="0" algn="l">
                        <a:spcBef>
                          <a:spcPts val="0"/>
                        </a:spcBef>
                        <a:spcAft>
                          <a:spcPts val="0"/>
                        </a:spcAft>
                      </a:pPr>
                      <a:r>
                        <a:rPr lang="en-US" sz="1100" dirty="0">
                          <a:effectLst/>
                        </a:rPr>
                        <a:t>Science DMZ</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tc>
                <a:tc>
                  <a:txBody>
                    <a:bodyPr/>
                    <a:lstStyle/>
                    <a:p>
                      <a:pPr marL="0" marR="0" algn="l">
                        <a:spcBef>
                          <a:spcPts val="0"/>
                        </a:spcBef>
                        <a:spcAft>
                          <a:spcPts val="0"/>
                        </a:spcAft>
                      </a:pPr>
                      <a:r>
                        <a:rPr lang="en-US" sz="1100">
                          <a:effectLst/>
                        </a:rPr>
                        <a:t>DTN w/ perfSONAR</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tc>
                <a:extLst>
                  <a:ext uri="{0D108BD9-81ED-4DB2-BD59-A6C34878D82A}">
                    <a16:rowId xmlns:a16="http://schemas.microsoft.com/office/drawing/2014/main" val="2039791111"/>
                  </a:ext>
                </a:extLst>
              </a:tr>
              <a:tr h="190953">
                <a:tc rowSpan="3">
                  <a:txBody>
                    <a:bodyPr/>
                    <a:lstStyle/>
                    <a:p>
                      <a:pPr marL="0" marR="0" algn="l">
                        <a:spcBef>
                          <a:spcPts val="0"/>
                        </a:spcBef>
                        <a:spcAft>
                          <a:spcPts val="0"/>
                        </a:spcAft>
                      </a:pPr>
                      <a:r>
                        <a:rPr lang="en-US" sz="1200" dirty="0">
                          <a:effectLst/>
                        </a:rPr>
                        <a:t> </a:t>
                      </a:r>
                    </a:p>
                    <a:p>
                      <a:pPr marL="0" marR="0" algn="l">
                        <a:spcBef>
                          <a:spcPts val="0"/>
                        </a:spcBef>
                        <a:spcAft>
                          <a:spcPts val="0"/>
                        </a:spcAft>
                      </a:pPr>
                      <a:r>
                        <a:rPr lang="en-US" sz="1100" dirty="0">
                          <a:effectLst/>
                        </a:rPr>
                        <a:t>Storage file systems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nchor="ctr"/>
                </a:tc>
                <a:tc>
                  <a:txBody>
                    <a:bodyPr/>
                    <a:lstStyle/>
                    <a:p>
                      <a:pPr marL="0" marR="0" algn="l">
                        <a:spcBef>
                          <a:spcPts val="0"/>
                        </a:spcBef>
                        <a:spcAft>
                          <a:spcPts val="0"/>
                        </a:spcAft>
                      </a:pPr>
                      <a:r>
                        <a:rPr lang="en-US" sz="1100">
                          <a:effectLst/>
                        </a:rPr>
                        <a:t>/home1</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tc>
                <a:tc>
                  <a:txBody>
                    <a:bodyPr/>
                    <a:lstStyle/>
                    <a:p>
                      <a:pPr marL="0" marR="0" algn="l">
                        <a:spcBef>
                          <a:spcPts val="0"/>
                        </a:spcBef>
                        <a:spcAft>
                          <a:spcPts val="0"/>
                        </a:spcAft>
                      </a:pPr>
                      <a:r>
                        <a:rPr lang="en-US" sz="1100" dirty="0">
                          <a:effectLst/>
                        </a:rPr>
                        <a:t>280TB total, 100GB/user ZFS/NFS parallel file system</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tc>
                <a:extLst>
                  <a:ext uri="{0D108BD9-81ED-4DB2-BD59-A6C34878D82A}">
                    <a16:rowId xmlns:a16="http://schemas.microsoft.com/office/drawing/2014/main" val="3668134541"/>
                  </a:ext>
                </a:extLst>
              </a:tr>
              <a:tr h="190953">
                <a:tc vMerge="1">
                  <a:txBody>
                    <a:bodyPr/>
                    <a:lstStyle/>
                    <a:p>
                      <a:endParaRPr lang="en-US"/>
                    </a:p>
                  </a:txBody>
                  <a:tcPr/>
                </a:tc>
                <a:tc>
                  <a:txBody>
                    <a:bodyPr/>
                    <a:lstStyle/>
                    <a:p>
                      <a:pPr marL="0" marR="0" algn="l">
                        <a:spcBef>
                          <a:spcPts val="0"/>
                        </a:spcBef>
                        <a:spcAft>
                          <a:spcPts val="0"/>
                        </a:spcAft>
                      </a:pPr>
                      <a:r>
                        <a:rPr lang="en-US" sz="1100" dirty="0">
                          <a:effectLst/>
                        </a:rPr>
                        <a:t>/project2</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tc>
                <a:tc>
                  <a:txBody>
                    <a:bodyPr/>
                    <a:lstStyle/>
                    <a:p>
                      <a:pPr marL="0" marR="0" algn="l">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Vast project file system</a:t>
                      </a:r>
                    </a:p>
                  </a:txBody>
                  <a:tcPr marL="73025" marR="73025" marT="0" marB="0"/>
                </a:tc>
                <a:extLst>
                  <a:ext uri="{0D108BD9-81ED-4DB2-BD59-A6C34878D82A}">
                    <a16:rowId xmlns:a16="http://schemas.microsoft.com/office/drawing/2014/main" val="3527653222"/>
                  </a:ext>
                </a:extLst>
              </a:tr>
              <a:tr h="190953">
                <a:tc vMerge="1">
                  <a:txBody>
                    <a:bodyPr/>
                    <a:lstStyle/>
                    <a:p>
                      <a:endParaRPr lang="en-US"/>
                    </a:p>
                  </a:txBody>
                  <a:tcPr/>
                </a:tc>
                <a:tc>
                  <a:txBody>
                    <a:bodyPr/>
                    <a:lstStyle/>
                    <a:p>
                      <a:pPr marL="0" marR="0" algn="l">
                        <a:spcBef>
                          <a:spcPts val="0"/>
                        </a:spcBef>
                        <a:spcAft>
                          <a:spcPts val="0"/>
                        </a:spcAft>
                      </a:pPr>
                      <a:r>
                        <a:rPr lang="en-US" sz="1100" dirty="0">
                          <a:effectLst/>
                        </a:rPr>
                        <a:t>/scratch1</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tc>
                <a:tc>
                  <a:txBody>
                    <a:bodyPr/>
                    <a:lstStyle/>
                    <a:p>
                      <a:pPr marL="0" marR="0" algn="l">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Intended for short term compute</a:t>
                      </a:r>
                    </a:p>
                  </a:txBody>
                  <a:tcPr marL="73025" marR="73025" marT="0" marB="0"/>
                </a:tc>
                <a:extLst>
                  <a:ext uri="{0D108BD9-81ED-4DB2-BD59-A6C34878D82A}">
                    <a16:rowId xmlns:a16="http://schemas.microsoft.com/office/drawing/2014/main" val="766959967"/>
                  </a:ext>
                </a:extLst>
              </a:tr>
              <a:tr h="190953">
                <a:tc rowSpan="2">
                  <a:txBody>
                    <a:bodyPr/>
                    <a:lstStyle/>
                    <a:p>
                      <a:pPr marL="0" marR="0" algn="l">
                        <a:spcBef>
                          <a:spcPts val="0"/>
                        </a:spcBef>
                        <a:spcAft>
                          <a:spcPts val="0"/>
                        </a:spcAft>
                      </a:pPr>
                      <a:r>
                        <a:rPr lang="en-US" sz="1100" dirty="0">
                          <a:effectLst/>
                        </a:rPr>
                        <a:t>Artemis cloud platform</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l">
                        <a:spcBef>
                          <a:spcPts val="0"/>
                        </a:spcBef>
                        <a:spcAft>
                          <a:spcPts val="0"/>
                        </a:spcAft>
                      </a:pPr>
                      <a:r>
                        <a:rPr lang="en-US" sz="1100">
                          <a:effectLst/>
                        </a:rPr>
                        <a:t>Compute nodes</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tc>
                <a:tc>
                  <a:txBody>
                    <a:bodyPr/>
                    <a:lstStyle/>
                    <a:p>
                      <a:pPr marL="0" marR="0" algn="l">
                        <a:spcBef>
                          <a:spcPts val="0"/>
                        </a:spcBef>
                        <a:spcAft>
                          <a:spcPts val="0"/>
                        </a:spcAft>
                      </a:pPr>
                      <a:r>
                        <a:rPr lang="en-US" sz="1100" dirty="0">
                          <a:effectLst/>
                        </a:rPr>
                        <a:t>14 nodes, totaling 896 cores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tc>
                <a:extLst>
                  <a:ext uri="{0D108BD9-81ED-4DB2-BD59-A6C34878D82A}">
                    <a16:rowId xmlns:a16="http://schemas.microsoft.com/office/drawing/2014/main" val="1979438826"/>
                  </a:ext>
                </a:extLst>
              </a:tr>
              <a:tr h="190953">
                <a:tc vMerge="1">
                  <a:txBody>
                    <a:bodyPr/>
                    <a:lstStyle/>
                    <a:p>
                      <a:endParaRPr lang="en-US"/>
                    </a:p>
                  </a:txBody>
                  <a:tcPr/>
                </a:tc>
                <a:tc>
                  <a:txBody>
                    <a:bodyPr/>
                    <a:lstStyle/>
                    <a:p>
                      <a:pPr marL="0" marR="0" algn="l">
                        <a:spcBef>
                          <a:spcPts val="0"/>
                        </a:spcBef>
                        <a:spcAft>
                          <a:spcPts val="0"/>
                        </a:spcAft>
                      </a:pPr>
                      <a:r>
                        <a:rPr lang="en-US" sz="1100">
                          <a:effectLst/>
                        </a:rPr>
                        <a:t>GPUs</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tc>
                <a:tc>
                  <a:txBody>
                    <a:bodyPr/>
                    <a:lstStyle/>
                    <a:p>
                      <a:pPr marL="0" marR="0" algn="l">
                        <a:spcBef>
                          <a:spcPts val="0"/>
                        </a:spcBef>
                        <a:spcAft>
                          <a:spcPts val="0"/>
                        </a:spcAft>
                      </a:pPr>
                      <a:r>
                        <a:rPr lang="en-US" sz="1100" dirty="0">
                          <a:effectLst/>
                        </a:rPr>
                        <a:t>6 x A40 GPUs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tc>
                <a:extLst>
                  <a:ext uri="{0D108BD9-81ED-4DB2-BD59-A6C34878D82A}">
                    <a16:rowId xmlns:a16="http://schemas.microsoft.com/office/drawing/2014/main" val="1536502869"/>
                  </a:ext>
                </a:extLst>
              </a:tr>
            </a:tbl>
          </a:graphicData>
        </a:graphic>
      </p:graphicFrame>
    </p:spTree>
    <p:extLst>
      <p:ext uri="{BB962C8B-B14F-4D97-AF65-F5344CB8AC3E}">
        <p14:creationId xmlns:p14="http://schemas.microsoft.com/office/powerpoint/2010/main" val="213898057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1"/>
          </p:nvPr>
        </p:nvSpPr>
        <p:spPr>
          <a:xfrm>
            <a:off x="791634" y="1278801"/>
            <a:ext cx="10194564" cy="511012"/>
          </a:xfrm>
        </p:spPr>
        <p:txBody>
          <a:bodyPr/>
          <a:lstStyle/>
          <a:p>
            <a:r>
              <a:rPr lang="en-US" dirty="0">
                <a:solidFill>
                  <a:schemeClr val="tx2">
                    <a:lumMod val="50000"/>
                    <a:lumOff val="50000"/>
                  </a:schemeClr>
                </a:solidFill>
                <a:latin typeface="Arial" panose="020B0604020202020204" pitchFamily="34" charset="0"/>
                <a:cs typeface="Arial" panose="020B0604020202020204" pitchFamily="34" charset="0"/>
              </a:rPr>
              <a:t>The Center for Advanced Research Computing (CARC) launched the Condo Cluster Program (CCP) in December 2020 to allow researchers a flexible way to purchase computing resources for their own dedicated use.</a:t>
            </a:r>
          </a:p>
        </p:txBody>
      </p:sp>
      <p:sp>
        <p:nvSpPr>
          <p:cNvPr id="61" name="Rectangle 60">
            <a:extLst>
              <a:ext uri="{FF2B5EF4-FFF2-40B4-BE49-F238E27FC236}">
                <a16:creationId xmlns:a16="http://schemas.microsoft.com/office/drawing/2014/main" id="{7EAE5AFF-7452-F940-9AF8-F2F54554145F}"/>
              </a:ext>
            </a:extLst>
          </p:cNvPr>
          <p:cNvSpPr/>
          <p:nvPr/>
        </p:nvSpPr>
        <p:spPr>
          <a:xfrm>
            <a:off x="778937" y="1926937"/>
            <a:ext cx="5645311" cy="3564437"/>
          </a:xfrm>
          <a:prstGeom prst="rect">
            <a:avLst/>
          </a:prstGeom>
        </p:spPr>
        <p:txBody>
          <a:bodyPr wrap="square">
            <a:spAutoFit/>
          </a:bodyPr>
          <a:lstStyle/>
          <a:p>
            <a:pPr fontAlgn="base"/>
            <a:r>
              <a:rPr lang="en-US" sz="1467" b="1" dirty="0">
                <a:solidFill>
                  <a:schemeClr val="tx2">
                    <a:lumMod val="50000"/>
                    <a:lumOff val="50000"/>
                  </a:schemeClr>
                </a:solidFill>
                <a:latin typeface="Arial" panose="020B0604020202020204" pitchFamily="34" charset="0"/>
                <a:cs typeface="Arial" panose="020B0604020202020204" pitchFamily="34" charset="0"/>
              </a:rPr>
              <a:t>The CCP has two pricing models: </a:t>
            </a:r>
          </a:p>
          <a:p>
            <a:pPr fontAlgn="base"/>
            <a:endParaRPr lang="en-US" sz="1200" b="1" dirty="0">
              <a:solidFill>
                <a:schemeClr val="accent2"/>
              </a:solidFill>
              <a:latin typeface="Arial" panose="020B0604020202020204" pitchFamily="34" charset="0"/>
              <a:cs typeface="Arial" panose="020B0604020202020204" pitchFamily="34" charset="0"/>
            </a:endParaRPr>
          </a:p>
          <a:p>
            <a:pPr fontAlgn="base">
              <a:spcAft>
                <a:spcPts val="800"/>
              </a:spcAft>
            </a:pPr>
            <a:r>
              <a:rPr lang="en-US" sz="1333" b="1" dirty="0">
                <a:solidFill>
                  <a:schemeClr val="accent2"/>
                </a:solidFill>
                <a:latin typeface="Arial" panose="020B0604020202020204" pitchFamily="34" charset="0"/>
                <a:cs typeface="Arial" panose="020B0604020202020204" pitchFamily="34" charset="0"/>
              </a:rPr>
              <a:t>Annual Subscription Model</a:t>
            </a:r>
          </a:p>
          <a:p>
            <a:pPr marL="228594" indent="-228594" fontAlgn="base">
              <a:spcAft>
                <a:spcPts val="267"/>
              </a:spcAft>
              <a:buFont typeface="Arial" panose="020B0604020202020204" pitchFamily="34" charset="0"/>
              <a:buChar char="•"/>
            </a:pPr>
            <a:r>
              <a:rPr lang="en-US" sz="1333" dirty="0">
                <a:solidFill>
                  <a:schemeClr val="tx2">
                    <a:lumMod val="50000"/>
                    <a:lumOff val="50000"/>
                  </a:schemeClr>
                </a:solidFill>
                <a:latin typeface="Arial" panose="020B0604020202020204" pitchFamily="34" charset="0"/>
                <a:cs typeface="Arial" panose="020B0604020202020204" pitchFamily="34" charset="0"/>
              </a:rPr>
              <a:t>Allows research groups to subscribe to their selected number of compute resources on a yearly basis</a:t>
            </a:r>
          </a:p>
          <a:p>
            <a:pPr marL="228594" indent="-228594" fontAlgn="base">
              <a:spcAft>
                <a:spcPts val="267"/>
              </a:spcAft>
              <a:buFont typeface="Arial" panose="020B0604020202020204" pitchFamily="34" charset="0"/>
              <a:buChar char="•"/>
            </a:pPr>
            <a:r>
              <a:rPr lang="en-US" sz="1333" dirty="0">
                <a:solidFill>
                  <a:schemeClr val="tx2">
                    <a:lumMod val="50000"/>
                    <a:lumOff val="50000"/>
                  </a:schemeClr>
                </a:solidFill>
                <a:latin typeface="Arial" panose="020B0604020202020204" pitchFamily="34" charset="0"/>
                <a:cs typeface="Arial" panose="020B0604020202020204" pitchFamily="34" charset="0"/>
              </a:rPr>
              <a:t>Compute nodes can be requested via CARC User Portal</a:t>
            </a:r>
          </a:p>
          <a:p>
            <a:pPr marL="228594" indent="-228594" fontAlgn="base">
              <a:spcAft>
                <a:spcPts val="267"/>
              </a:spcAft>
              <a:buFont typeface="Arial" panose="020B0604020202020204" pitchFamily="34" charset="0"/>
              <a:buChar char="•"/>
            </a:pPr>
            <a:r>
              <a:rPr lang="en-US" sz="1333" dirty="0">
                <a:solidFill>
                  <a:schemeClr val="tx2">
                    <a:lumMod val="50000"/>
                    <a:lumOff val="50000"/>
                  </a:schemeClr>
                </a:solidFill>
                <a:latin typeface="Arial" panose="020B0604020202020204" pitchFamily="34" charset="0"/>
                <a:cs typeface="Arial" panose="020B0604020202020204" pitchFamily="34" charset="0"/>
              </a:rPr>
              <a:t>Allocated nodes get provisioned automatically within a week</a:t>
            </a:r>
          </a:p>
          <a:p>
            <a:pPr fontAlgn="base"/>
            <a:endParaRPr lang="en-US" sz="1333" b="1" dirty="0">
              <a:solidFill>
                <a:schemeClr val="accent2"/>
              </a:solidFill>
              <a:latin typeface="Arial" panose="020B0604020202020204" pitchFamily="34" charset="0"/>
              <a:cs typeface="Arial" panose="020B0604020202020204" pitchFamily="34" charset="0"/>
            </a:endParaRPr>
          </a:p>
          <a:p>
            <a:pPr fontAlgn="base">
              <a:spcAft>
                <a:spcPts val="800"/>
              </a:spcAft>
            </a:pPr>
            <a:r>
              <a:rPr lang="en-US" sz="1333" b="1" dirty="0">
                <a:solidFill>
                  <a:schemeClr val="accent2"/>
                </a:solidFill>
                <a:latin typeface="Arial" panose="020B0604020202020204" pitchFamily="34" charset="0"/>
                <a:cs typeface="Arial" panose="020B0604020202020204" pitchFamily="34" charset="0"/>
              </a:rPr>
              <a:t>Traditional 5-year System Purchase Model</a:t>
            </a:r>
          </a:p>
          <a:p>
            <a:pPr marL="228594" indent="-228594" fontAlgn="base">
              <a:spcAft>
                <a:spcPts val="267"/>
              </a:spcAft>
              <a:buFont typeface="Arial" panose="020B0604020202020204" pitchFamily="34" charset="0"/>
              <a:buChar char="•"/>
            </a:pPr>
            <a:r>
              <a:rPr lang="en-US" sz="1333" dirty="0">
                <a:solidFill>
                  <a:schemeClr val="tx2">
                    <a:lumMod val="50000"/>
                    <a:lumOff val="50000"/>
                  </a:schemeClr>
                </a:solidFill>
                <a:latin typeface="Arial" panose="020B0604020202020204" pitchFamily="34" charset="0"/>
                <a:cs typeface="Arial" panose="020B0604020202020204" pitchFamily="34" charset="0"/>
              </a:rPr>
              <a:t>A useful option when research groups need to make a bulk purchase using a research grant or departmental budget</a:t>
            </a:r>
          </a:p>
          <a:p>
            <a:pPr marL="228594" indent="-228594" fontAlgn="base">
              <a:spcAft>
                <a:spcPts val="267"/>
              </a:spcAft>
              <a:buFont typeface="Arial" panose="020B0604020202020204" pitchFamily="34" charset="0"/>
              <a:buChar char="•"/>
            </a:pPr>
            <a:r>
              <a:rPr lang="en-US" sz="1333" dirty="0">
                <a:solidFill>
                  <a:schemeClr val="tx2">
                    <a:lumMod val="50000"/>
                    <a:lumOff val="50000"/>
                  </a:schemeClr>
                </a:solidFill>
                <a:latin typeface="Arial" panose="020B0604020202020204" pitchFamily="34" charset="0"/>
                <a:cs typeface="Arial" panose="020B0604020202020204" pitchFamily="34" charset="0"/>
              </a:rPr>
              <a:t>Compute/GPU system configurations by CARC</a:t>
            </a:r>
          </a:p>
          <a:p>
            <a:pPr marL="228594" indent="-228594" fontAlgn="base">
              <a:spcAft>
                <a:spcPts val="267"/>
              </a:spcAft>
              <a:buFont typeface="Arial" panose="020B0604020202020204" pitchFamily="34" charset="0"/>
              <a:buChar char="•"/>
            </a:pPr>
            <a:r>
              <a:rPr lang="en-US" sz="1333" dirty="0">
                <a:solidFill>
                  <a:schemeClr val="tx2">
                    <a:lumMod val="50000"/>
                    <a:lumOff val="50000"/>
                  </a:schemeClr>
                </a:solidFill>
                <a:latin typeface="Arial" panose="020B0604020202020204" pitchFamily="34" charset="0"/>
                <a:cs typeface="Arial" panose="020B0604020202020204" pitchFamily="34" charset="0"/>
              </a:rPr>
              <a:t>System purchases can be requested via CARC User Portal</a:t>
            </a:r>
          </a:p>
          <a:p>
            <a:br>
              <a:rPr lang="en-US" sz="1200" dirty="0">
                <a:solidFill>
                  <a:schemeClr val="accent4"/>
                </a:solidFill>
                <a:latin typeface="Arial" panose="020B0604020202020204" pitchFamily="34" charset="0"/>
                <a:cs typeface="Arial" panose="020B0604020202020204" pitchFamily="34" charset="0"/>
              </a:rPr>
            </a:br>
            <a:endParaRPr lang="en-US" sz="1200" dirty="0">
              <a:solidFill>
                <a:schemeClr val="accent4"/>
              </a:solidFill>
              <a:latin typeface="Arial" panose="020B0604020202020204" pitchFamily="34" charset="0"/>
              <a:cs typeface="Arial" panose="020B0604020202020204" pitchFamily="34" charset="0"/>
            </a:endParaRPr>
          </a:p>
        </p:txBody>
      </p:sp>
      <p:pic>
        <p:nvPicPr>
          <p:cNvPr id="67" name="Picture 66">
            <a:extLst>
              <a:ext uri="{FF2B5EF4-FFF2-40B4-BE49-F238E27FC236}">
                <a16:creationId xmlns:a16="http://schemas.microsoft.com/office/drawing/2014/main" id="{A3184466-E2AA-2140-945F-4C106BB442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86437" y="2352045"/>
            <a:ext cx="4439059" cy="2959372"/>
          </a:xfrm>
          <a:prstGeom prst="rect">
            <a:avLst/>
          </a:prstGeom>
          <a:ln>
            <a:solidFill>
              <a:schemeClr val="accent5"/>
            </a:solidFill>
          </a:ln>
          <a:effectLst>
            <a:outerShdw blurRad="50800" dist="38100" dir="2700000" algn="tl" rotWithShape="0">
              <a:prstClr val="black">
                <a:alpha val="40000"/>
              </a:prstClr>
            </a:outerShdw>
          </a:effectLst>
        </p:spPr>
      </p:pic>
      <p:sp>
        <p:nvSpPr>
          <p:cNvPr id="68" name="Text Placeholder 1">
            <a:extLst>
              <a:ext uri="{FF2B5EF4-FFF2-40B4-BE49-F238E27FC236}">
                <a16:creationId xmlns:a16="http://schemas.microsoft.com/office/drawing/2014/main" id="{D8A0C109-7199-8B4C-85CA-49CD8F2FCDDB}"/>
              </a:ext>
            </a:extLst>
          </p:cNvPr>
          <p:cNvSpPr txBox="1">
            <a:spLocks/>
          </p:cNvSpPr>
          <p:nvPr/>
        </p:nvSpPr>
        <p:spPr>
          <a:xfrm>
            <a:off x="778936" y="759204"/>
            <a:ext cx="10604499" cy="511013"/>
          </a:xfrm>
          <a:prstGeom prst="rect">
            <a:avLst/>
          </a:prstGeom>
        </p:spPr>
        <p:txBody>
          <a:bodyPr lIns="0" tIns="0" rIns="0" bIns="0"/>
          <a:lstStyle>
            <a:lvl1pPr marL="0" indent="0" algn="l" defTabSz="685800" rtl="0" eaLnBrk="1" latinLnBrk="0" hangingPunct="1">
              <a:lnSpc>
                <a:spcPct val="100000"/>
              </a:lnSpc>
              <a:spcBef>
                <a:spcPts val="0"/>
              </a:spcBef>
              <a:buFont typeface="Arial" panose="020B0604020202020204" pitchFamily="34" charset="0"/>
              <a:buNone/>
              <a:defRPr sz="2200" b="0" kern="1200" cap="all" spc="50" baseline="0">
                <a:solidFill>
                  <a:schemeClr val="accent1"/>
                </a:solidFill>
                <a:latin typeface="Lato Black" panose="020F0A02020204030203" pitchFamily="34" charset="0"/>
                <a:ea typeface="Roboto" panose="02000000000000000000" pitchFamily="2" charset="0"/>
                <a:cs typeface="Open Sans" panose="020B0606030504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2933" dirty="0"/>
              <a:t>CCP: </a:t>
            </a:r>
            <a:r>
              <a:rPr lang="en-US" sz="2933" dirty="0">
                <a:solidFill>
                  <a:schemeClr val="accent2"/>
                </a:solidFill>
              </a:rPr>
              <a:t>condo cluster program</a:t>
            </a:r>
          </a:p>
        </p:txBody>
      </p:sp>
    </p:spTree>
    <p:extLst>
      <p:ext uri="{BB962C8B-B14F-4D97-AF65-F5344CB8AC3E}">
        <p14:creationId xmlns:p14="http://schemas.microsoft.com/office/powerpoint/2010/main" val="38366010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a:t>Advanced research computing </a:t>
            </a:r>
            <a:r>
              <a:rPr lang="en-US" dirty="0">
                <a:solidFill>
                  <a:schemeClr val="accent2"/>
                </a:solidFill>
              </a:rPr>
              <a:t>User services</a:t>
            </a:r>
          </a:p>
        </p:txBody>
      </p:sp>
      <p:sp>
        <p:nvSpPr>
          <p:cNvPr id="3" name="Text Placeholder 2"/>
          <p:cNvSpPr>
            <a:spLocks noGrp="1"/>
          </p:cNvSpPr>
          <p:nvPr>
            <p:ph type="body" sz="quarter" idx="11"/>
          </p:nvPr>
        </p:nvSpPr>
        <p:spPr/>
        <p:txBody>
          <a:bodyPr/>
          <a:lstStyle/>
          <a:p>
            <a:r>
              <a:rPr lang="en-US" dirty="0"/>
              <a:t>The Center for Advanced Research Computing (CARC) offers comprehensive user support services</a:t>
            </a:r>
          </a:p>
        </p:txBody>
      </p:sp>
      <p:sp>
        <p:nvSpPr>
          <p:cNvPr id="4" name="Freeform 3"/>
          <p:cNvSpPr/>
          <p:nvPr/>
        </p:nvSpPr>
        <p:spPr>
          <a:xfrm>
            <a:off x="5594238" y="1988439"/>
            <a:ext cx="1747961" cy="1747959"/>
          </a:xfrm>
          <a:custGeom>
            <a:avLst/>
            <a:gdLst>
              <a:gd name="connsiteX0" fmla="*/ 1399542 w 2799083"/>
              <a:gd name="connsiteY0" fmla="*/ 0 h 2799083"/>
              <a:gd name="connsiteX1" fmla="*/ 1536725 w 2799083"/>
              <a:gd name="connsiteY1" fmla="*/ 6746 h 2799083"/>
              <a:gd name="connsiteX2" fmla="*/ 1672578 w 2799083"/>
              <a:gd name="connsiteY2" fmla="*/ 26885 h 2799083"/>
              <a:gd name="connsiteX3" fmla="*/ 1805800 w 2799083"/>
              <a:gd name="connsiteY3" fmla="*/ 60264 h 2799083"/>
              <a:gd name="connsiteX4" fmla="*/ 1935118 w 2799083"/>
              <a:gd name="connsiteY4" fmla="*/ 106533 h 2799083"/>
              <a:gd name="connsiteX5" fmla="*/ 2059285 w 2799083"/>
              <a:gd name="connsiteY5" fmla="*/ 165258 h 2799083"/>
              <a:gd name="connsiteX6" fmla="*/ 2177085 w 2799083"/>
              <a:gd name="connsiteY6" fmla="*/ 235865 h 2799083"/>
              <a:gd name="connsiteX7" fmla="*/ 2287397 w 2799083"/>
              <a:gd name="connsiteY7" fmla="*/ 317682 h 2799083"/>
              <a:gd name="connsiteX8" fmla="*/ 2389167 w 2799083"/>
              <a:gd name="connsiteY8" fmla="*/ 409916 h 2799083"/>
              <a:gd name="connsiteX9" fmla="*/ 2481401 w 2799083"/>
              <a:gd name="connsiteY9" fmla="*/ 511686 h 2799083"/>
              <a:gd name="connsiteX10" fmla="*/ 2563218 w 2799083"/>
              <a:gd name="connsiteY10" fmla="*/ 621998 h 2799083"/>
              <a:gd name="connsiteX11" fmla="*/ 2633825 w 2799083"/>
              <a:gd name="connsiteY11" fmla="*/ 739798 h 2799083"/>
              <a:gd name="connsiteX12" fmla="*/ 2692550 w 2799083"/>
              <a:gd name="connsiteY12" fmla="*/ 863965 h 2799083"/>
              <a:gd name="connsiteX13" fmla="*/ 2738819 w 2799083"/>
              <a:gd name="connsiteY13" fmla="*/ 993283 h 2799083"/>
              <a:gd name="connsiteX14" fmla="*/ 2772198 w 2799083"/>
              <a:gd name="connsiteY14" fmla="*/ 1126505 h 2799083"/>
              <a:gd name="connsiteX15" fmla="*/ 2792337 w 2799083"/>
              <a:gd name="connsiteY15" fmla="*/ 1262358 h 2799083"/>
              <a:gd name="connsiteX16" fmla="*/ 2799083 w 2799083"/>
              <a:gd name="connsiteY16" fmla="*/ 1399542 h 2799083"/>
              <a:gd name="connsiteX17" fmla="*/ 2792337 w 2799083"/>
              <a:gd name="connsiteY17" fmla="*/ 1536725 h 2799083"/>
              <a:gd name="connsiteX18" fmla="*/ 2772198 w 2799083"/>
              <a:gd name="connsiteY18" fmla="*/ 1672578 h 2799083"/>
              <a:gd name="connsiteX19" fmla="*/ 2738819 w 2799083"/>
              <a:gd name="connsiteY19" fmla="*/ 1805800 h 2799083"/>
              <a:gd name="connsiteX20" fmla="*/ 2692550 w 2799083"/>
              <a:gd name="connsiteY20" fmla="*/ 1935118 h 2799083"/>
              <a:gd name="connsiteX21" fmla="*/ 2633825 w 2799083"/>
              <a:gd name="connsiteY21" fmla="*/ 2059285 h 2799083"/>
              <a:gd name="connsiteX22" fmla="*/ 2563218 w 2799083"/>
              <a:gd name="connsiteY22" fmla="*/ 2177085 h 2799083"/>
              <a:gd name="connsiteX23" fmla="*/ 2481401 w 2799083"/>
              <a:gd name="connsiteY23" fmla="*/ 2287397 h 2799083"/>
              <a:gd name="connsiteX24" fmla="*/ 2389167 w 2799083"/>
              <a:gd name="connsiteY24" fmla="*/ 2389167 h 2799083"/>
              <a:gd name="connsiteX25" fmla="*/ 2287397 w 2799083"/>
              <a:gd name="connsiteY25" fmla="*/ 2481401 h 2799083"/>
              <a:gd name="connsiteX26" fmla="*/ 2177085 w 2799083"/>
              <a:gd name="connsiteY26" fmla="*/ 2563218 h 2799083"/>
              <a:gd name="connsiteX27" fmla="*/ 2059285 w 2799083"/>
              <a:gd name="connsiteY27" fmla="*/ 2633825 h 2799083"/>
              <a:gd name="connsiteX28" fmla="*/ 1935118 w 2799083"/>
              <a:gd name="connsiteY28" fmla="*/ 2692550 h 2799083"/>
              <a:gd name="connsiteX29" fmla="*/ 1805800 w 2799083"/>
              <a:gd name="connsiteY29" fmla="*/ 2738819 h 2799083"/>
              <a:gd name="connsiteX30" fmla="*/ 1672578 w 2799083"/>
              <a:gd name="connsiteY30" fmla="*/ 2772198 h 2799083"/>
              <a:gd name="connsiteX31" fmla="*/ 1536725 w 2799083"/>
              <a:gd name="connsiteY31" fmla="*/ 2792337 h 2799083"/>
              <a:gd name="connsiteX32" fmla="*/ 1399542 w 2799083"/>
              <a:gd name="connsiteY32" fmla="*/ 2799083 h 2799083"/>
              <a:gd name="connsiteX33" fmla="*/ 1262358 w 2799083"/>
              <a:gd name="connsiteY33" fmla="*/ 2792337 h 2799083"/>
              <a:gd name="connsiteX34" fmla="*/ 1126505 w 2799083"/>
              <a:gd name="connsiteY34" fmla="*/ 2772198 h 2799083"/>
              <a:gd name="connsiteX35" fmla="*/ 993283 w 2799083"/>
              <a:gd name="connsiteY35" fmla="*/ 2738819 h 2799083"/>
              <a:gd name="connsiteX36" fmla="*/ 863965 w 2799083"/>
              <a:gd name="connsiteY36" fmla="*/ 2692550 h 2799083"/>
              <a:gd name="connsiteX37" fmla="*/ 739798 w 2799083"/>
              <a:gd name="connsiteY37" fmla="*/ 2633825 h 2799083"/>
              <a:gd name="connsiteX38" fmla="*/ 621998 w 2799083"/>
              <a:gd name="connsiteY38" fmla="*/ 2563218 h 2799083"/>
              <a:gd name="connsiteX39" fmla="*/ 511686 w 2799083"/>
              <a:gd name="connsiteY39" fmla="*/ 2481401 h 2799083"/>
              <a:gd name="connsiteX40" fmla="*/ 409916 w 2799083"/>
              <a:gd name="connsiteY40" fmla="*/ 2389167 h 2799083"/>
              <a:gd name="connsiteX41" fmla="*/ 317682 w 2799083"/>
              <a:gd name="connsiteY41" fmla="*/ 2287397 h 2799083"/>
              <a:gd name="connsiteX42" fmla="*/ 235865 w 2799083"/>
              <a:gd name="connsiteY42" fmla="*/ 2177085 h 2799083"/>
              <a:gd name="connsiteX43" fmla="*/ 165258 w 2799083"/>
              <a:gd name="connsiteY43" fmla="*/ 2059285 h 2799083"/>
              <a:gd name="connsiteX44" fmla="*/ 106533 w 2799083"/>
              <a:gd name="connsiteY44" fmla="*/ 1935118 h 2799083"/>
              <a:gd name="connsiteX45" fmla="*/ 60264 w 2799083"/>
              <a:gd name="connsiteY45" fmla="*/ 1805800 h 2799083"/>
              <a:gd name="connsiteX46" fmla="*/ 26885 w 2799083"/>
              <a:gd name="connsiteY46" fmla="*/ 1672578 h 2799083"/>
              <a:gd name="connsiteX47" fmla="*/ 6746 w 2799083"/>
              <a:gd name="connsiteY47" fmla="*/ 1536725 h 2799083"/>
              <a:gd name="connsiteX48" fmla="*/ 0 w 2799083"/>
              <a:gd name="connsiteY48" fmla="*/ 1399542 h 2799083"/>
              <a:gd name="connsiteX49" fmla="*/ 6746 w 2799083"/>
              <a:gd name="connsiteY49" fmla="*/ 1262358 h 2799083"/>
              <a:gd name="connsiteX50" fmla="*/ 26885 w 2799083"/>
              <a:gd name="connsiteY50" fmla="*/ 1126505 h 2799083"/>
              <a:gd name="connsiteX51" fmla="*/ 60264 w 2799083"/>
              <a:gd name="connsiteY51" fmla="*/ 993283 h 2799083"/>
              <a:gd name="connsiteX52" fmla="*/ 106533 w 2799083"/>
              <a:gd name="connsiteY52" fmla="*/ 863965 h 2799083"/>
              <a:gd name="connsiteX53" fmla="*/ 165258 w 2799083"/>
              <a:gd name="connsiteY53" fmla="*/ 739798 h 2799083"/>
              <a:gd name="connsiteX54" fmla="*/ 235865 w 2799083"/>
              <a:gd name="connsiteY54" fmla="*/ 621998 h 2799083"/>
              <a:gd name="connsiteX55" fmla="*/ 317682 w 2799083"/>
              <a:gd name="connsiteY55" fmla="*/ 511686 h 2799083"/>
              <a:gd name="connsiteX56" fmla="*/ 409916 w 2799083"/>
              <a:gd name="connsiteY56" fmla="*/ 409916 h 2799083"/>
              <a:gd name="connsiteX57" fmla="*/ 511686 w 2799083"/>
              <a:gd name="connsiteY57" fmla="*/ 317682 h 2799083"/>
              <a:gd name="connsiteX58" fmla="*/ 621998 w 2799083"/>
              <a:gd name="connsiteY58" fmla="*/ 235865 h 2799083"/>
              <a:gd name="connsiteX59" fmla="*/ 739798 w 2799083"/>
              <a:gd name="connsiteY59" fmla="*/ 165258 h 2799083"/>
              <a:gd name="connsiteX60" fmla="*/ 863965 w 2799083"/>
              <a:gd name="connsiteY60" fmla="*/ 106533 h 2799083"/>
              <a:gd name="connsiteX61" fmla="*/ 993283 w 2799083"/>
              <a:gd name="connsiteY61" fmla="*/ 60264 h 2799083"/>
              <a:gd name="connsiteX62" fmla="*/ 1126505 w 2799083"/>
              <a:gd name="connsiteY62" fmla="*/ 26885 h 2799083"/>
              <a:gd name="connsiteX63" fmla="*/ 1262358 w 2799083"/>
              <a:gd name="connsiteY63" fmla="*/ 6746 h 279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2799083" h="2799083">
                <a:moveTo>
                  <a:pt x="1399542" y="0"/>
                </a:moveTo>
                <a:lnTo>
                  <a:pt x="1536725" y="6746"/>
                </a:lnTo>
                <a:lnTo>
                  <a:pt x="1672578" y="26885"/>
                </a:lnTo>
                <a:lnTo>
                  <a:pt x="1805800" y="60264"/>
                </a:lnTo>
                <a:lnTo>
                  <a:pt x="1935118" y="106533"/>
                </a:lnTo>
                <a:lnTo>
                  <a:pt x="2059285" y="165258"/>
                </a:lnTo>
                <a:lnTo>
                  <a:pt x="2177085" y="235865"/>
                </a:lnTo>
                <a:lnTo>
                  <a:pt x="2287397" y="317682"/>
                </a:lnTo>
                <a:lnTo>
                  <a:pt x="2389167" y="409916"/>
                </a:lnTo>
                <a:lnTo>
                  <a:pt x="2481401" y="511686"/>
                </a:lnTo>
                <a:lnTo>
                  <a:pt x="2563218" y="621998"/>
                </a:lnTo>
                <a:lnTo>
                  <a:pt x="2633825" y="739798"/>
                </a:lnTo>
                <a:lnTo>
                  <a:pt x="2692550" y="863965"/>
                </a:lnTo>
                <a:lnTo>
                  <a:pt x="2738819" y="993283"/>
                </a:lnTo>
                <a:lnTo>
                  <a:pt x="2772198" y="1126505"/>
                </a:lnTo>
                <a:lnTo>
                  <a:pt x="2792337" y="1262358"/>
                </a:lnTo>
                <a:lnTo>
                  <a:pt x="2799083" y="1399542"/>
                </a:lnTo>
                <a:lnTo>
                  <a:pt x="2792337" y="1536725"/>
                </a:lnTo>
                <a:lnTo>
                  <a:pt x="2772198" y="1672578"/>
                </a:lnTo>
                <a:lnTo>
                  <a:pt x="2738819" y="1805800"/>
                </a:lnTo>
                <a:lnTo>
                  <a:pt x="2692550" y="1935118"/>
                </a:lnTo>
                <a:lnTo>
                  <a:pt x="2633825" y="2059285"/>
                </a:lnTo>
                <a:lnTo>
                  <a:pt x="2563218" y="2177085"/>
                </a:lnTo>
                <a:lnTo>
                  <a:pt x="2481401" y="2287397"/>
                </a:lnTo>
                <a:lnTo>
                  <a:pt x="2389167" y="2389167"/>
                </a:lnTo>
                <a:lnTo>
                  <a:pt x="2287397" y="2481401"/>
                </a:lnTo>
                <a:lnTo>
                  <a:pt x="2177085" y="2563218"/>
                </a:lnTo>
                <a:lnTo>
                  <a:pt x="2059285" y="2633825"/>
                </a:lnTo>
                <a:lnTo>
                  <a:pt x="1935118" y="2692550"/>
                </a:lnTo>
                <a:lnTo>
                  <a:pt x="1805800" y="2738819"/>
                </a:lnTo>
                <a:lnTo>
                  <a:pt x="1672578" y="2772198"/>
                </a:lnTo>
                <a:lnTo>
                  <a:pt x="1536725" y="2792337"/>
                </a:lnTo>
                <a:lnTo>
                  <a:pt x="1399542" y="2799083"/>
                </a:lnTo>
                <a:lnTo>
                  <a:pt x="1262358" y="2792337"/>
                </a:lnTo>
                <a:lnTo>
                  <a:pt x="1126505" y="2772198"/>
                </a:lnTo>
                <a:lnTo>
                  <a:pt x="993283" y="2738819"/>
                </a:lnTo>
                <a:lnTo>
                  <a:pt x="863965" y="2692550"/>
                </a:lnTo>
                <a:lnTo>
                  <a:pt x="739798" y="2633825"/>
                </a:lnTo>
                <a:lnTo>
                  <a:pt x="621998" y="2563218"/>
                </a:lnTo>
                <a:lnTo>
                  <a:pt x="511686" y="2481401"/>
                </a:lnTo>
                <a:lnTo>
                  <a:pt x="409916" y="2389167"/>
                </a:lnTo>
                <a:lnTo>
                  <a:pt x="317682" y="2287397"/>
                </a:lnTo>
                <a:lnTo>
                  <a:pt x="235865" y="2177085"/>
                </a:lnTo>
                <a:lnTo>
                  <a:pt x="165258" y="2059285"/>
                </a:lnTo>
                <a:lnTo>
                  <a:pt x="106533" y="1935118"/>
                </a:lnTo>
                <a:lnTo>
                  <a:pt x="60264" y="1805800"/>
                </a:lnTo>
                <a:lnTo>
                  <a:pt x="26885" y="1672578"/>
                </a:lnTo>
                <a:lnTo>
                  <a:pt x="6746" y="1536725"/>
                </a:lnTo>
                <a:lnTo>
                  <a:pt x="0" y="1399542"/>
                </a:lnTo>
                <a:lnTo>
                  <a:pt x="6746" y="1262358"/>
                </a:lnTo>
                <a:lnTo>
                  <a:pt x="26885" y="1126505"/>
                </a:lnTo>
                <a:lnTo>
                  <a:pt x="60264" y="993283"/>
                </a:lnTo>
                <a:lnTo>
                  <a:pt x="106533" y="863965"/>
                </a:lnTo>
                <a:lnTo>
                  <a:pt x="165258" y="739798"/>
                </a:lnTo>
                <a:lnTo>
                  <a:pt x="235865" y="621998"/>
                </a:lnTo>
                <a:lnTo>
                  <a:pt x="317682" y="511686"/>
                </a:lnTo>
                <a:lnTo>
                  <a:pt x="409916" y="409916"/>
                </a:lnTo>
                <a:lnTo>
                  <a:pt x="511686" y="317682"/>
                </a:lnTo>
                <a:lnTo>
                  <a:pt x="621998" y="235865"/>
                </a:lnTo>
                <a:lnTo>
                  <a:pt x="739798" y="165258"/>
                </a:lnTo>
                <a:lnTo>
                  <a:pt x="863965" y="106533"/>
                </a:lnTo>
                <a:lnTo>
                  <a:pt x="993283" y="60264"/>
                </a:lnTo>
                <a:lnTo>
                  <a:pt x="1126505" y="26885"/>
                </a:lnTo>
                <a:lnTo>
                  <a:pt x="1262358" y="6746"/>
                </a:lnTo>
                <a:close/>
              </a:path>
            </a:pathLst>
          </a:custGeom>
          <a:solidFill>
            <a:srgbClr val="0070C0"/>
          </a:solid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75"/>
          </a:p>
        </p:txBody>
      </p:sp>
      <p:sp>
        <p:nvSpPr>
          <p:cNvPr id="5" name="Freeform 4"/>
          <p:cNvSpPr/>
          <p:nvPr/>
        </p:nvSpPr>
        <p:spPr>
          <a:xfrm>
            <a:off x="3637401" y="2047951"/>
            <a:ext cx="1170729" cy="1170725"/>
          </a:xfrm>
          <a:custGeom>
            <a:avLst/>
            <a:gdLst>
              <a:gd name="connsiteX0" fmla="*/ 1399542 w 2799083"/>
              <a:gd name="connsiteY0" fmla="*/ 0 h 2799083"/>
              <a:gd name="connsiteX1" fmla="*/ 1536725 w 2799083"/>
              <a:gd name="connsiteY1" fmla="*/ 6746 h 2799083"/>
              <a:gd name="connsiteX2" fmla="*/ 1672578 w 2799083"/>
              <a:gd name="connsiteY2" fmla="*/ 26885 h 2799083"/>
              <a:gd name="connsiteX3" fmla="*/ 1805800 w 2799083"/>
              <a:gd name="connsiteY3" fmla="*/ 60264 h 2799083"/>
              <a:gd name="connsiteX4" fmla="*/ 1935118 w 2799083"/>
              <a:gd name="connsiteY4" fmla="*/ 106533 h 2799083"/>
              <a:gd name="connsiteX5" fmla="*/ 2059285 w 2799083"/>
              <a:gd name="connsiteY5" fmla="*/ 165258 h 2799083"/>
              <a:gd name="connsiteX6" fmla="*/ 2177085 w 2799083"/>
              <a:gd name="connsiteY6" fmla="*/ 235865 h 2799083"/>
              <a:gd name="connsiteX7" fmla="*/ 2287397 w 2799083"/>
              <a:gd name="connsiteY7" fmla="*/ 317682 h 2799083"/>
              <a:gd name="connsiteX8" fmla="*/ 2389167 w 2799083"/>
              <a:gd name="connsiteY8" fmla="*/ 409916 h 2799083"/>
              <a:gd name="connsiteX9" fmla="*/ 2481401 w 2799083"/>
              <a:gd name="connsiteY9" fmla="*/ 511686 h 2799083"/>
              <a:gd name="connsiteX10" fmla="*/ 2563218 w 2799083"/>
              <a:gd name="connsiteY10" fmla="*/ 621998 h 2799083"/>
              <a:gd name="connsiteX11" fmla="*/ 2633825 w 2799083"/>
              <a:gd name="connsiteY11" fmla="*/ 739798 h 2799083"/>
              <a:gd name="connsiteX12" fmla="*/ 2692550 w 2799083"/>
              <a:gd name="connsiteY12" fmla="*/ 863965 h 2799083"/>
              <a:gd name="connsiteX13" fmla="*/ 2738819 w 2799083"/>
              <a:gd name="connsiteY13" fmla="*/ 993283 h 2799083"/>
              <a:gd name="connsiteX14" fmla="*/ 2772198 w 2799083"/>
              <a:gd name="connsiteY14" fmla="*/ 1126505 h 2799083"/>
              <a:gd name="connsiteX15" fmla="*/ 2792337 w 2799083"/>
              <a:gd name="connsiteY15" fmla="*/ 1262358 h 2799083"/>
              <a:gd name="connsiteX16" fmla="*/ 2799083 w 2799083"/>
              <a:gd name="connsiteY16" fmla="*/ 1399542 h 2799083"/>
              <a:gd name="connsiteX17" fmla="*/ 2792337 w 2799083"/>
              <a:gd name="connsiteY17" fmla="*/ 1536725 h 2799083"/>
              <a:gd name="connsiteX18" fmla="*/ 2772198 w 2799083"/>
              <a:gd name="connsiteY18" fmla="*/ 1672578 h 2799083"/>
              <a:gd name="connsiteX19" fmla="*/ 2738819 w 2799083"/>
              <a:gd name="connsiteY19" fmla="*/ 1805800 h 2799083"/>
              <a:gd name="connsiteX20" fmla="*/ 2692550 w 2799083"/>
              <a:gd name="connsiteY20" fmla="*/ 1935118 h 2799083"/>
              <a:gd name="connsiteX21" fmla="*/ 2633825 w 2799083"/>
              <a:gd name="connsiteY21" fmla="*/ 2059285 h 2799083"/>
              <a:gd name="connsiteX22" fmla="*/ 2563218 w 2799083"/>
              <a:gd name="connsiteY22" fmla="*/ 2177085 h 2799083"/>
              <a:gd name="connsiteX23" fmla="*/ 2481401 w 2799083"/>
              <a:gd name="connsiteY23" fmla="*/ 2287397 h 2799083"/>
              <a:gd name="connsiteX24" fmla="*/ 2389167 w 2799083"/>
              <a:gd name="connsiteY24" fmla="*/ 2389167 h 2799083"/>
              <a:gd name="connsiteX25" fmla="*/ 2287397 w 2799083"/>
              <a:gd name="connsiteY25" fmla="*/ 2481401 h 2799083"/>
              <a:gd name="connsiteX26" fmla="*/ 2177085 w 2799083"/>
              <a:gd name="connsiteY26" fmla="*/ 2563218 h 2799083"/>
              <a:gd name="connsiteX27" fmla="*/ 2059285 w 2799083"/>
              <a:gd name="connsiteY27" fmla="*/ 2633825 h 2799083"/>
              <a:gd name="connsiteX28" fmla="*/ 1935118 w 2799083"/>
              <a:gd name="connsiteY28" fmla="*/ 2692550 h 2799083"/>
              <a:gd name="connsiteX29" fmla="*/ 1805800 w 2799083"/>
              <a:gd name="connsiteY29" fmla="*/ 2738819 h 2799083"/>
              <a:gd name="connsiteX30" fmla="*/ 1672578 w 2799083"/>
              <a:gd name="connsiteY30" fmla="*/ 2772198 h 2799083"/>
              <a:gd name="connsiteX31" fmla="*/ 1536725 w 2799083"/>
              <a:gd name="connsiteY31" fmla="*/ 2792337 h 2799083"/>
              <a:gd name="connsiteX32" fmla="*/ 1399542 w 2799083"/>
              <a:gd name="connsiteY32" fmla="*/ 2799083 h 2799083"/>
              <a:gd name="connsiteX33" fmla="*/ 1262358 w 2799083"/>
              <a:gd name="connsiteY33" fmla="*/ 2792337 h 2799083"/>
              <a:gd name="connsiteX34" fmla="*/ 1126505 w 2799083"/>
              <a:gd name="connsiteY34" fmla="*/ 2772198 h 2799083"/>
              <a:gd name="connsiteX35" fmla="*/ 993283 w 2799083"/>
              <a:gd name="connsiteY35" fmla="*/ 2738819 h 2799083"/>
              <a:gd name="connsiteX36" fmla="*/ 863965 w 2799083"/>
              <a:gd name="connsiteY36" fmla="*/ 2692550 h 2799083"/>
              <a:gd name="connsiteX37" fmla="*/ 739798 w 2799083"/>
              <a:gd name="connsiteY37" fmla="*/ 2633825 h 2799083"/>
              <a:gd name="connsiteX38" fmla="*/ 621998 w 2799083"/>
              <a:gd name="connsiteY38" fmla="*/ 2563218 h 2799083"/>
              <a:gd name="connsiteX39" fmla="*/ 511686 w 2799083"/>
              <a:gd name="connsiteY39" fmla="*/ 2481401 h 2799083"/>
              <a:gd name="connsiteX40" fmla="*/ 409916 w 2799083"/>
              <a:gd name="connsiteY40" fmla="*/ 2389167 h 2799083"/>
              <a:gd name="connsiteX41" fmla="*/ 317682 w 2799083"/>
              <a:gd name="connsiteY41" fmla="*/ 2287397 h 2799083"/>
              <a:gd name="connsiteX42" fmla="*/ 235865 w 2799083"/>
              <a:gd name="connsiteY42" fmla="*/ 2177085 h 2799083"/>
              <a:gd name="connsiteX43" fmla="*/ 165258 w 2799083"/>
              <a:gd name="connsiteY43" fmla="*/ 2059285 h 2799083"/>
              <a:gd name="connsiteX44" fmla="*/ 106533 w 2799083"/>
              <a:gd name="connsiteY44" fmla="*/ 1935118 h 2799083"/>
              <a:gd name="connsiteX45" fmla="*/ 60264 w 2799083"/>
              <a:gd name="connsiteY45" fmla="*/ 1805800 h 2799083"/>
              <a:gd name="connsiteX46" fmla="*/ 26885 w 2799083"/>
              <a:gd name="connsiteY46" fmla="*/ 1672578 h 2799083"/>
              <a:gd name="connsiteX47" fmla="*/ 6746 w 2799083"/>
              <a:gd name="connsiteY47" fmla="*/ 1536725 h 2799083"/>
              <a:gd name="connsiteX48" fmla="*/ 0 w 2799083"/>
              <a:gd name="connsiteY48" fmla="*/ 1399542 h 2799083"/>
              <a:gd name="connsiteX49" fmla="*/ 6746 w 2799083"/>
              <a:gd name="connsiteY49" fmla="*/ 1262358 h 2799083"/>
              <a:gd name="connsiteX50" fmla="*/ 26885 w 2799083"/>
              <a:gd name="connsiteY50" fmla="*/ 1126505 h 2799083"/>
              <a:gd name="connsiteX51" fmla="*/ 60264 w 2799083"/>
              <a:gd name="connsiteY51" fmla="*/ 993283 h 2799083"/>
              <a:gd name="connsiteX52" fmla="*/ 106533 w 2799083"/>
              <a:gd name="connsiteY52" fmla="*/ 863965 h 2799083"/>
              <a:gd name="connsiteX53" fmla="*/ 165258 w 2799083"/>
              <a:gd name="connsiteY53" fmla="*/ 739798 h 2799083"/>
              <a:gd name="connsiteX54" fmla="*/ 235865 w 2799083"/>
              <a:gd name="connsiteY54" fmla="*/ 621998 h 2799083"/>
              <a:gd name="connsiteX55" fmla="*/ 317682 w 2799083"/>
              <a:gd name="connsiteY55" fmla="*/ 511686 h 2799083"/>
              <a:gd name="connsiteX56" fmla="*/ 409916 w 2799083"/>
              <a:gd name="connsiteY56" fmla="*/ 409916 h 2799083"/>
              <a:gd name="connsiteX57" fmla="*/ 511686 w 2799083"/>
              <a:gd name="connsiteY57" fmla="*/ 317682 h 2799083"/>
              <a:gd name="connsiteX58" fmla="*/ 621998 w 2799083"/>
              <a:gd name="connsiteY58" fmla="*/ 235865 h 2799083"/>
              <a:gd name="connsiteX59" fmla="*/ 739798 w 2799083"/>
              <a:gd name="connsiteY59" fmla="*/ 165258 h 2799083"/>
              <a:gd name="connsiteX60" fmla="*/ 863965 w 2799083"/>
              <a:gd name="connsiteY60" fmla="*/ 106533 h 2799083"/>
              <a:gd name="connsiteX61" fmla="*/ 993283 w 2799083"/>
              <a:gd name="connsiteY61" fmla="*/ 60264 h 2799083"/>
              <a:gd name="connsiteX62" fmla="*/ 1126505 w 2799083"/>
              <a:gd name="connsiteY62" fmla="*/ 26885 h 2799083"/>
              <a:gd name="connsiteX63" fmla="*/ 1262358 w 2799083"/>
              <a:gd name="connsiteY63" fmla="*/ 6746 h 279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2799083" h="2799083">
                <a:moveTo>
                  <a:pt x="1399542" y="0"/>
                </a:moveTo>
                <a:lnTo>
                  <a:pt x="1536725" y="6746"/>
                </a:lnTo>
                <a:lnTo>
                  <a:pt x="1672578" y="26885"/>
                </a:lnTo>
                <a:lnTo>
                  <a:pt x="1805800" y="60264"/>
                </a:lnTo>
                <a:lnTo>
                  <a:pt x="1935118" y="106533"/>
                </a:lnTo>
                <a:lnTo>
                  <a:pt x="2059285" y="165258"/>
                </a:lnTo>
                <a:lnTo>
                  <a:pt x="2177085" y="235865"/>
                </a:lnTo>
                <a:lnTo>
                  <a:pt x="2287397" y="317682"/>
                </a:lnTo>
                <a:lnTo>
                  <a:pt x="2389167" y="409916"/>
                </a:lnTo>
                <a:lnTo>
                  <a:pt x="2481401" y="511686"/>
                </a:lnTo>
                <a:lnTo>
                  <a:pt x="2563218" y="621998"/>
                </a:lnTo>
                <a:lnTo>
                  <a:pt x="2633825" y="739798"/>
                </a:lnTo>
                <a:lnTo>
                  <a:pt x="2692550" y="863965"/>
                </a:lnTo>
                <a:lnTo>
                  <a:pt x="2738819" y="993283"/>
                </a:lnTo>
                <a:lnTo>
                  <a:pt x="2772198" y="1126505"/>
                </a:lnTo>
                <a:lnTo>
                  <a:pt x="2792337" y="1262358"/>
                </a:lnTo>
                <a:lnTo>
                  <a:pt x="2799083" y="1399542"/>
                </a:lnTo>
                <a:lnTo>
                  <a:pt x="2792337" y="1536725"/>
                </a:lnTo>
                <a:lnTo>
                  <a:pt x="2772198" y="1672578"/>
                </a:lnTo>
                <a:lnTo>
                  <a:pt x="2738819" y="1805800"/>
                </a:lnTo>
                <a:lnTo>
                  <a:pt x="2692550" y="1935118"/>
                </a:lnTo>
                <a:lnTo>
                  <a:pt x="2633825" y="2059285"/>
                </a:lnTo>
                <a:lnTo>
                  <a:pt x="2563218" y="2177085"/>
                </a:lnTo>
                <a:lnTo>
                  <a:pt x="2481401" y="2287397"/>
                </a:lnTo>
                <a:lnTo>
                  <a:pt x="2389167" y="2389167"/>
                </a:lnTo>
                <a:lnTo>
                  <a:pt x="2287397" y="2481401"/>
                </a:lnTo>
                <a:lnTo>
                  <a:pt x="2177085" y="2563218"/>
                </a:lnTo>
                <a:lnTo>
                  <a:pt x="2059285" y="2633825"/>
                </a:lnTo>
                <a:lnTo>
                  <a:pt x="1935118" y="2692550"/>
                </a:lnTo>
                <a:lnTo>
                  <a:pt x="1805800" y="2738819"/>
                </a:lnTo>
                <a:lnTo>
                  <a:pt x="1672578" y="2772198"/>
                </a:lnTo>
                <a:lnTo>
                  <a:pt x="1536725" y="2792337"/>
                </a:lnTo>
                <a:lnTo>
                  <a:pt x="1399542" y="2799083"/>
                </a:lnTo>
                <a:lnTo>
                  <a:pt x="1262358" y="2792337"/>
                </a:lnTo>
                <a:lnTo>
                  <a:pt x="1126505" y="2772198"/>
                </a:lnTo>
                <a:lnTo>
                  <a:pt x="993283" y="2738819"/>
                </a:lnTo>
                <a:lnTo>
                  <a:pt x="863965" y="2692550"/>
                </a:lnTo>
                <a:lnTo>
                  <a:pt x="739798" y="2633825"/>
                </a:lnTo>
                <a:lnTo>
                  <a:pt x="621998" y="2563218"/>
                </a:lnTo>
                <a:lnTo>
                  <a:pt x="511686" y="2481401"/>
                </a:lnTo>
                <a:lnTo>
                  <a:pt x="409916" y="2389167"/>
                </a:lnTo>
                <a:lnTo>
                  <a:pt x="317682" y="2287397"/>
                </a:lnTo>
                <a:lnTo>
                  <a:pt x="235865" y="2177085"/>
                </a:lnTo>
                <a:lnTo>
                  <a:pt x="165258" y="2059285"/>
                </a:lnTo>
                <a:lnTo>
                  <a:pt x="106533" y="1935118"/>
                </a:lnTo>
                <a:lnTo>
                  <a:pt x="60264" y="1805800"/>
                </a:lnTo>
                <a:lnTo>
                  <a:pt x="26885" y="1672578"/>
                </a:lnTo>
                <a:lnTo>
                  <a:pt x="6746" y="1536725"/>
                </a:lnTo>
                <a:lnTo>
                  <a:pt x="0" y="1399542"/>
                </a:lnTo>
                <a:lnTo>
                  <a:pt x="6746" y="1262358"/>
                </a:lnTo>
                <a:lnTo>
                  <a:pt x="26885" y="1126505"/>
                </a:lnTo>
                <a:lnTo>
                  <a:pt x="60264" y="993283"/>
                </a:lnTo>
                <a:lnTo>
                  <a:pt x="106533" y="863965"/>
                </a:lnTo>
                <a:lnTo>
                  <a:pt x="165258" y="739798"/>
                </a:lnTo>
                <a:lnTo>
                  <a:pt x="235865" y="621998"/>
                </a:lnTo>
                <a:lnTo>
                  <a:pt x="317682" y="511686"/>
                </a:lnTo>
                <a:lnTo>
                  <a:pt x="409916" y="409916"/>
                </a:lnTo>
                <a:lnTo>
                  <a:pt x="511686" y="317682"/>
                </a:lnTo>
                <a:lnTo>
                  <a:pt x="621998" y="235865"/>
                </a:lnTo>
                <a:lnTo>
                  <a:pt x="739798" y="165258"/>
                </a:lnTo>
                <a:lnTo>
                  <a:pt x="863965" y="106533"/>
                </a:lnTo>
                <a:lnTo>
                  <a:pt x="993283" y="60264"/>
                </a:lnTo>
                <a:lnTo>
                  <a:pt x="1126505" y="26885"/>
                </a:lnTo>
                <a:lnTo>
                  <a:pt x="1262358" y="6746"/>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75"/>
          </a:p>
        </p:txBody>
      </p:sp>
      <p:sp>
        <p:nvSpPr>
          <p:cNvPr id="6" name="Freeform 5"/>
          <p:cNvSpPr/>
          <p:nvPr/>
        </p:nvSpPr>
        <p:spPr>
          <a:xfrm>
            <a:off x="3625073" y="3896497"/>
            <a:ext cx="1219201" cy="1207407"/>
          </a:xfrm>
          <a:custGeom>
            <a:avLst/>
            <a:gdLst>
              <a:gd name="connsiteX0" fmla="*/ 1399542 w 2799083"/>
              <a:gd name="connsiteY0" fmla="*/ 0 h 2799083"/>
              <a:gd name="connsiteX1" fmla="*/ 1536725 w 2799083"/>
              <a:gd name="connsiteY1" fmla="*/ 6746 h 2799083"/>
              <a:gd name="connsiteX2" fmla="*/ 1672578 w 2799083"/>
              <a:gd name="connsiteY2" fmla="*/ 26885 h 2799083"/>
              <a:gd name="connsiteX3" fmla="*/ 1805800 w 2799083"/>
              <a:gd name="connsiteY3" fmla="*/ 60264 h 2799083"/>
              <a:gd name="connsiteX4" fmla="*/ 1935118 w 2799083"/>
              <a:gd name="connsiteY4" fmla="*/ 106533 h 2799083"/>
              <a:gd name="connsiteX5" fmla="*/ 2059285 w 2799083"/>
              <a:gd name="connsiteY5" fmla="*/ 165258 h 2799083"/>
              <a:gd name="connsiteX6" fmla="*/ 2177085 w 2799083"/>
              <a:gd name="connsiteY6" fmla="*/ 235865 h 2799083"/>
              <a:gd name="connsiteX7" fmla="*/ 2287397 w 2799083"/>
              <a:gd name="connsiteY7" fmla="*/ 317682 h 2799083"/>
              <a:gd name="connsiteX8" fmla="*/ 2389167 w 2799083"/>
              <a:gd name="connsiteY8" fmla="*/ 409916 h 2799083"/>
              <a:gd name="connsiteX9" fmla="*/ 2481401 w 2799083"/>
              <a:gd name="connsiteY9" fmla="*/ 511686 h 2799083"/>
              <a:gd name="connsiteX10" fmla="*/ 2563218 w 2799083"/>
              <a:gd name="connsiteY10" fmla="*/ 621998 h 2799083"/>
              <a:gd name="connsiteX11" fmla="*/ 2633825 w 2799083"/>
              <a:gd name="connsiteY11" fmla="*/ 739798 h 2799083"/>
              <a:gd name="connsiteX12" fmla="*/ 2692550 w 2799083"/>
              <a:gd name="connsiteY12" fmla="*/ 863965 h 2799083"/>
              <a:gd name="connsiteX13" fmla="*/ 2738819 w 2799083"/>
              <a:gd name="connsiteY13" fmla="*/ 993283 h 2799083"/>
              <a:gd name="connsiteX14" fmla="*/ 2772198 w 2799083"/>
              <a:gd name="connsiteY14" fmla="*/ 1126505 h 2799083"/>
              <a:gd name="connsiteX15" fmla="*/ 2792337 w 2799083"/>
              <a:gd name="connsiteY15" fmla="*/ 1262358 h 2799083"/>
              <a:gd name="connsiteX16" fmla="*/ 2799083 w 2799083"/>
              <a:gd name="connsiteY16" fmla="*/ 1399542 h 2799083"/>
              <a:gd name="connsiteX17" fmla="*/ 2792337 w 2799083"/>
              <a:gd name="connsiteY17" fmla="*/ 1536725 h 2799083"/>
              <a:gd name="connsiteX18" fmla="*/ 2772198 w 2799083"/>
              <a:gd name="connsiteY18" fmla="*/ 1672578 h 2799083"/>
              <a:gd name="connsiteX19" fmla="*/ 2738819 w 2799083"/>
              <a:gd name="connsiteY19" fmla="*/ 1805800 h 2799083"/>
              <a:gd name="connsiteX20" fmla="*/ 2692550 w 2799083"/>
              <a:gd name="connsiteY20" fmla="*/ 1935118 h 2799083"/>
              <a:gd name="connsiteX21" fmla="*/ 2633825 w 2799083"/>
              <a:gd name="connsiteY21" fmla="*/ 2059285 h 2799083"/>
              <a:gd name="connsiteX22" fmla="*/ 2563218 w 2799083"/>
              <a:gd name="connsiteY22" fmla="*/ 2177085 h 2799083"/>
              <a:gd name="connsiteX23" fmla="*/ 2481401 w 2799083"/>
              <a:gd name="connsiteY23" fmla="*/ 2287397 h 2799083"/>
              <a:gd name="connsiteX24" fmla="*/ 2389167 w 2799083"/>
              <a:gd name="connsiteY24" fmla="*/ 2389167 h 2799083"/>
              <a:gd name="connsiteX25" fmla="*/ 2287397 w 2799083"/>
              <a:gd name="connsiteY25" fmla="*/ 2481401 h 2799083"/>
              <a:gd name="connsiteX26" fmla="*/ 2177085 w 2799083"/>
              <a:gd name="connsiteY26" fmla="*/ 2563218 h 2799083"/>
              <a:gd name="connsiteX27" fmla="*/ 2059285 w 2799083"/>
              <a:gd name="connsiteY27" fmla="*/ 2633825 h 2799083"/>
              <a:gd name="connsiteX28" fmla="*/ 1935118 w 2799083"/>
              <a:gd name="connsiteY28" fmla="*/ 2692550 h 2799083"/>
              <a:gd name="connsiteX29" fmla="*/ 1805800 w 2799083"/>
              <a:gd name="connsiteY29" fmla="*/ 2738819 h 2799083"/>
              <a:gd name="connsiteX30" fmla="*/ 1672578 w 2799083"/>
              <a:gd name="connsiteY30" fmla="*/ 2772198 h 2799083"/>
              <a:gd name="connsiteX31" fmla="*/ 1536725 w 2799083"/>
              <a:gd name="connsiteY31" fmla="*/ 2792337 h 2799083"/>
              <a:gd name="connsiteX32" fmla="*/ 1399542 w 2799083"/>
              <a:gd name="connsiteY32" fmla="*/ 2799083 h 2799083"/>
              <a:gd name="connsiteX33" fmla="*/ 1262358 w 2799083"/>
              <a:gd name="connsiteY33" fmla="*/ 2792337 h 2799083"/>
              <a:gd name="connsiteX34" fmla="*/ 1126505 w 2799083"/>
              <a:gd name="connsiteY34" fmla="*/ 2772198 h 2799083"/>
              <a:gd name="connsiteX35" fmla="*/ 993283 w 2799083"/>
              <a:gd name="connsiteY35" fmla="*/ 2738819 h 2799083"/>
              <a:gd name="connsiteX36" fmla="*/ 863965 w 2799083"/>
              <a:gd name="connsiteY36" fmla="*/ 2692550 h 2799083"/>
              <a:gd name="connsiteX37" fmla="*/ 739798 w 2799083"/>
              <a:gd name="connsiteY37" fmla="*/ 2633825 h 2799083"/>
              <a:gd name="connsiteX38" fmla="*/ 621998 w 2799083"/>
              <a:gd name="connsiteY38" fmla="*/ 2563218 h 2799083"/>
              <a:gd name="connsiteX39" fmla="*/ 511686 w 2799083"/>
              <a:gd name="connsiteY39" fmla="*/ 2481401 h 2799083"/>
              <a:gd name="connsiteX40" fmla="*/ 409916 w 2799083"/>
              <a:gd name="connsiteY40" fmla="*/ 2389167 h 2799083"/>
              <a:gd name="connsiteX41" fmla="*/ 317682 w 2799083"/>
              <a:gd name="connsiteY41" fmla="*/ 2287397 h 2799083"/>
              <a:gd name="connsiteX42" fmla="*/ 235865 w 2799083"/>
              <a:gd name="connsiteY42" fmla="*/ 2177085 h 2799083"/>
              <a:gd name="connsiteX43" fmla="*/ 165258 w 2799083"/>
              <a:gd name="connsiteY43" fmla="*/ 2059285 h 2799083"/>
              <a:gd name="connsiteX44" fmla="*/ 106533 w 2799083"/>
              <a:gd name="connsiteY44" fmla="*/ 1935118 h 2799083"/>
              <a:gd name="connsiteX45" fmla="*/ 60264 w 2799083"/>
              <a:gd name="connsiteY45" fmla="*/ 1805800 h 2799083"/>
              <a:gd name="connsiteX46" fmla="*/ 26885 w 2799083"/>
              <a:gd name="connsiteY46" fmla="*/ 1672578 h 2799083"/>
              <a:gd name="connsiteX47" fmla="*/ 6746 w 2799083"/>
              <a:gd name="connsiteY47" fmla="*/ 1536725 h 2799083"/>
              <a:gd name="connsiteX48" fmla="*/ 0 w 2799083"/>
              <a:gd name="connsiteY48" fmla="*/ 1399542 h 2799083"/>
              <a:gd name="connsiteX49" fmla="*/ 6746 w 2799083"/>
              <a:gd name="connsiteY49" fmla="*/ 1262358 h 2799083"/>
              <a:gd name="connsiteX50" fmla="*/ 26885 w 2799083"/>
              <a:gd name="connsiteY50" fmla="*/ 1126505 h 2799083"/>
              <a:gd name="connsiteX51" fmla="*/ 60264 w 2799083"/>
              <a:gd name="connsiteY51" fmla="*/ 993283 h 2799083"/>
              <a:gd name="connsiteX52" fmla="*/ 106533 w 2799083"/>
              <a:gd name="connsiteY52" fmla="*/ 863965 h 2799083"/>
              <a:gd name="connsiteX53" fmla="*/ 165258 w 2799083"/>
              <a:gd name="connsiteY53" fmla="*/ 739798 h 2799083"/>
              <a:gd name="connsiteX54" fmla="*/ 235865 w 2799083"/>
              <a:gd name="connsiteY54" fmla="*/ 621998 h 2799083"/>
              <a:gd name="connsiteX55" fmla="*/ 317682 w 2799083"/>
              <a:gd name="connsiteY55" fmla="*/ 511686 h 2799083"/>
              <a:gd name="connsiteX56" fmla="*/ 409916 w 2799083"/>
              <a:gd name="connsiteY56" fmla="*/ 409916 h 2799083"/>
              <a:gd name="connsiteX57" fmla="*/ 511686 w 2799083"/>
              <a:gd name="connsiteY57" fmla="*/ 317682 h 2799083"/>
              <a:gd name="connsiteX58" fmla="*/ 621998 w 2799083"/>
              <a:gd name="connsiteY58" fmla="*/ 235865 h 2799083"/>
              <a:gd name="connsiteX59" fmla="*/ 739798 w 2799083"/>
              <a:gd name="connsiteY59" fmla="*/ 165258 h 2799083"/>
              <a:gd name="connsiteX60" fmla="*/ 863965 w 2799083"/>
              <a:gd name="connsiteY60" fmla="*/ 106533 h 2799083"/>
              <a:gd name="connsiteX61" fmla="*/ 993283 w 2799083"/>
              <a:gd name="connsiteY61" fmla="*/ 60264 h 2799083"/>
              <a:gd name="connsiteX62" fmla="*/ 1126505 w 2799083"/>
              <a:gd name="connsiteY62" fmla="*/ 26885 h 2799083"/>
              <a:gd name="connsiteX63" fmla="*/ 1262358 w 2799083"/>
              <a:gd name="connsiteY63" fmla="*/ 6746 h 279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2799083" h="2799083">
                <a:moveTo>
                  <a:pt x="1399542" y="0"/>
                </a:moveTo>
                <a:lnTo>
                  <a:pt x="1536725" y="6746"/>
                </a:lnTo>
                <a:lnTo>
                  <a:pt x="1672578" y="26885"/>
                </a:lnTo>
                <a:lnTo>
                  <a:pt x="1805800" y="60264"/>
                </a:lnTo>
                <a:lnTo>
                  <a:pt x="1935118" y="106533"/>
                </a:lnTo>
                <a:lnTo>
                  <a:pt x="2059285" y="165258"/>
                </a:lnTo>
                <a:lnTo>
                  <a:pt x="2177085" y="235865"/>
                </a:lnTo>
                <a:lnTo>
                  <a:pt x="2287397" y="317682"/>
                </a:lnTo>
                <a:lnTo>
                  <a:pt x="2389167" y="409916"/>
                </a:lnTo>
                <a:lnTo>
                  <a:pt x="2481401" y="511686"/>
                </a:lnTo>
                <a:lnTo>
                  <a:pt x="2563218" y="621998"/>
                </a:lnTo>
                <a:lnTo>
                  <a:pt x="2633825" y="739798"/>
                </a:lnTo>
                <a:lnTo>
                  <a:pt x="2692550" y="863965"/>
                </a:lnTo>
                <a:lnTo>
                  <a:pt x="2738819" y="993283"/>
                </a:lnTo>
                <a:lnTo>
                  <a:pt x="2772198" y="1126505"/>
                </a:lnTo>
                <a:lnTo>
                  <a:pt x="2792337" y="1262358"/>
                </a:lnTo>
                <a:lnTo>
                  <a:pt x="2799083" y="1399542"/>
                </a:lnTo>
                <a:lnTo>
                  <a:pt x="2792337" y="1536725"/>
                </a:lnTo>
                <a:lnTo>
                  <a:pt x="2772198" y="1672578"/>
                </a:lnTo>
                <a:lnTo>
                  <a:pt x="2738819" y="1805800"/>
                </a:lnTo>
                <a:lnTo>
                  <a:pt x="2692550" y="1935118"/>
                </a:lnTo>
                <a:lnTo>
                  <a:pt x="2633825" y="2059285"/>
                </a:lnTo>
                <a:lnTo>
                  <a:pt x="2563218" y="2177085"/>
                </a:lnTo>
                <a:lnTo>
                  <a:pt x="2481401" y="2287397"/>
                </a:lnTo>
                <a:lnTo>
                  <a:pt x="2389167" y="2389167"/>
                </a:lnTo>
                <a:lnTo>
                  <a:pt x="2287397" y="2481401"/>
                </a:lnTo>
                <a:lnTo>
                  <a:pt x="2177085" y="2563218"/>
                </a:lnTo>
                <a:lnTo>
                  <a:pt x="2059285" y="2633825"/>
                </a:lnTo>
                <a:lnTo>
                  <a:pt x="1935118" y="2692550"/>
                </a:lnTo>
                <a:lnTo>
                  <a:pt x="1805800" y="2738819"/>
                </a:lnTo>
                <a:lnTo>
                  <a:pt x="1672578" y="2772198"/>
                </a:lnTo>
                <a:lnTo>
                  <a:pt x="1536725" y="2792337"/>
                </a:lnTo>
                <a:lnTo>
                  <a:pt x="1399542" y="2799083"/>
                </a:lnTo>
                <a:lnTo>
                  <a:pt x="1262358" y="2792337"/>
                </a:lnTo>
                <a:lnTo>
                  <a:pt x="1126505" y="2772198"/>
                </a:lnTo>
                <a:lnTo>
                  <a:pt x="993283" y="2738819"/>
                </a:lnTo>
                <a:lnTo>
                  <a:pt x="863965" y="2692550"/>
                </a:lnTo>
                <a:lnTo>
                  <a:pt x="739798" y="2633825"/>
                </a:lnTo>
                <a:lnTo>
                  <a:pt x="621998" y="2563218"/>
                </a:lnTo>
                <a:lnTo>
                  <a:pt x="511686" y="2481401"/>
                </a:lnTo>
                <a:lnTo>
                  <a:pt x="409916" y="2389167"/>
                </a:lnTo>
                <a:lnTo>
                  <a:pt x="317682" y="2287397"/>
                </a:lnTo>
                <a:lnTo>
                  <a:pt x="235865" y="2177085"/>
                </a:lnTo>
                <a:lnTo>
                  <a:pt x="165258" y="2059285"/>
                </a:lnTo>
                <a:lnTo>
                  <a:pt x="106533" y="1935118"/>
                </a:lnTo>
                <a:lnTo>
                  <a:pt x="60264" y="1805800"/>
                </a:lnTo>
                <a:lnTo>
                  <a:pt x="26885" y="1672578"/>
                </a:lnTo>
                <a:lnTo>
                  <a:pt x="6746" y="1536725"/>
                </a:lnTo>
                <a:lnTo>
                  <a:pt x="0" y="1399542"/>
                </a:lnTo>
                <a:lnTo>
                  <a:pt x="6746" y="1262358"/>
                </a:lnTo>
                <a:lnTo>
                  <a:pt x="26885" y="1126505"/>
                </a:lnTo>
                <a:lnTo>
                  <a:pt x="60264" y="993283"/>
                </a:lnTo>
                <a:lnTo>
                  <a:pt x="106533" y="863965"/>
                </a:lnTo>
                <a:lnTo>
                  <a:pt x="165258" y="739798"/>
                </a:lnTo>
                <a:lnTo>
                  <a:pt x="235865" y="621998"/>
                </a:lnTo>
                <a:lnTo>
                  <a:pt x="317682" y="511686"/>
                </a:lnTo>
                <a:lnTo>
                  <a:pt x="409916" y="409916"/>
                </a:lnTo>
                <a:lnTo>
                  <a:pt x="511686" y="317682"/>
                </a:lnTo>
                <a:lnTo>
                  <a:pt x="621998" y="235865"/>
                </a:lnTo>
                <a:lnTo>
                  <a:pt x="739798" y="165258"/>
                </a:lnTo>
                <a:lnTo>
                  <a:pt x="863965" y="106533"/>
                </a:lnTo>
                <a:lnTo>
                  <a:pt x="993283" y="60264"/>
                </a:lnTo>
                <a:lnTo>
                  <a:pt x="1126505" y="26885"/>
                </a:lnTo>
                <a:lnTo>
                  <a:pt x="1262358" y="6746"/>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75"/>
          </a:p>
        </p:txBody>
      </p:sp>
      <p:sp>
        <p:nvSpPr>
          <p:cNvPr id="7" name="Freeform 6"/>
          <p:cNvSpPr/>
          <p:nvPr/>
        </p:nvSpPr>
        <p:spPr>
          <a:xfrm>
            <a:off x="5289512" y="3995904"/>
            <a:ext cx="1170729" cy="1170725"/>
          </a:xfrm>
          <a:custGeom>
            <a:avLst/>
            <a:gdLst>
              <a:gd name="connsiteX0" fmla="*/ 1399542 w 2799083"/>
              <a:gd name="connsiteY0" fmla="*/ 0 h 2799083"/>
              <a:gd name="connsiteX1" fmla="*/ 1536725 w 2799083"/>
              <a:gd name="connsiteY1" fmla="*/ 6746 h 2799083"/>
              <a:gd name="connsiteX2" fmla="*/ 1672578 w 2799083"/>
              <a:gd name="connsiteY2" fmla="*/ 26885 h 2799083"/>
              <a:gd name="connsiteX3" fmla="*/ 1805800 w 2799083"/>
              <a:gd name="connsiteY3" fmla="*/ 60264 h 2799083"/>
              <a:gd name="connsiteX4" fmla="*/ 1935118 w 2799083"/>
              <a:gd name="connsiteY4" fmla="*/ 106533 h 2799083"/>
              <a:gd name="connsiteX5" fmla="*/ 2059285 w 2799083"/>
              <a:gd name="connsiteY5" fmla="*/ 165258 h 2799083"/>
              <a:gd name="connsiteX6" fmla="*/ 2177085 w 2799083"/>
              <a:gd name="connsiteY6" fmla="*/ 235865 h 2799083"/>
              <a:gd name="connsiteX7" fmla="*/ 2287397 w 2799083"/>
              <a:gd name="connsiteY7" fmla="*/ 317682 h 2799083"/>
              <a:gd name="connsiteX8" fmla="*/ 2389167 w 2799083"/>
              <a:gd name="connsiteY8" fmla="*/ 409916 h 2799083"/>
              <a:gd name="connsiteX9" fmla="*/ 2481401 w 2799083"/>
              <a:gd name="connsiteY9" fmla="*/ 511686 h 2799083"/>
              <a:gd name="connsiteX10" fmla="*/ 2563218 w 2799083"/>
              <a:gd name="connsiteY10" fmla="*/ 621998 h 2799083"/>
              <a:gd name="connsiteX11" fmla="*/ 2633825 w 2799083"/>
              <a:gd name="connsiteY11" fmla="*/ 739798 h 2799083"/>
              <a:gd name="connsiteX12" fmla="*/ 2692550 w 2799083"/>
              <a:gd name="connsiteY12" fmla="*/ 863965 h 2799083"/>
              <a:gd name="connsiteX13" fmla="*/ 2738819 w 2799083"/>
              <a:gd name="connsiteY13" fmla="*/ 993283 h 2799083"/>
              <a:gd name="connsiteX14" fmla="*/ 2772198 w 2799083"/>
              <a:gd name="connsiteY14" fmla="*/ 1126505 h 2799083"/>
              <a:gd name="connsiteX15" fmla="*/ 2792337 w 2799083"/>
              <a:gd name="connsiteY15" fmla="*/ 1262358 h 2799083"/>
              <a:gd name="connsiteX16" fmla="*/ 2799083 w 2799083"/>
              <a:gd name="connsiteY16" fmla="*/ 1399542 h 2799083"/>
              <a:gd name="connsiteX17" fmla="*/ 2792337 w 2799083"/>
              <a:gd name="connsiteY17" fmla="*/ 1536725 h 2799083"/>
              <a:gd name="connsiteX18" fmla="*/ 2772198 w 2799083"/>
              <a:gd name="connsiteY18" fmla="*/ 1672578 h 2799083"/>
              <a:gd name="connsiteX19" fmla="*/ 2738819 w 2799083"/>
              <a:gd name="connsiteY19" fmla="*/ 1805800 h 2799083"/>
              <a:gd name="connsiteX20" fmla="*/ 2692550 w 2799083"/>
              <a:gd name="connsiteY20" fmla="*/ 1935118 h 2799083"/>
              <a:gd name="connsiteX21" fmla="*/ 2633825 w 2799083"/>
              <a:gd name="connsiteY21" fmla="*/ 2059285 h 2799083"/>
              <a:gd name="connsiteX22" fmla="*/ 2563218 w 2799083"/>
              <a:gd name="connsiteY22" fmla="*/ 2177085 h 2799083"/>
              <a:gd name="connsiteX23" fmla="*/ 2481401 w 2799083"/>
              <a:gd name="connsiteY23" fmla="*/ 2287397 h 2799083"/>
              <a:gd name="connsiteX24" fmla="*/ 2389167 w 2799083"/>
              <a:gd name="connsiteY24" fmla="*/ 2389167 h 2799083"/>
              <a:gd name="connsiteX25" fmla="*/ 2287397 w 2799083"/>
              <a:gd name="connsiteY25" fmla="*/ 2481401 h 2799083"/>
              <a:gd name="connsiteX26" fmla="*/ 2177085 w 2799083"/>
              <a:gd name="connsiteY26" fmla="*/ 2563218 h 2799083"/>
              <a:gd name="connsiteX27" fmla="*/ 2059285 w 2799083"/>
              <a:gd name="connsiteY27" fmla="*/ 2633825 h 2799083"/>
              <a:gd name="connsiteX28" fmla="*/ 1935118 w 2799083"/>
              <a:gd name="connsiteY28" fmla="*/ 2692550 h 2799083"/>
              <a:gd name="connsiteX29" fmla="*/ 1805800 w 2799083"/>
              <a:gd name="connsiteY29" fmla="*/ 2738819 h 2799083"/>
              <a:gd name="connsiteX30" fmla="*/ 1672578 w 2799083"/>
              <a:gd name="connsiteY30" fmla="*/ 2772198 h 2799083"/>
              <a:gd name="connsiteX31" fmla="*/ 1536725 w 2799083"/>
              <a:gd name="connsiteY31" fmla="*/ 2792337 h 2799083"/>
              <a:gd name="connsiteX32" fmla="*/ 1399542 w 2799083"/>
              <a:gd name="connsiteY32" fmla="*/ 2799083 h 2799083"/>
              <a:gd name="connsiteX33" fmla="*/ 1262358 w 2799083"/>
              <a:gd name="connsiteY33" fmla="*/ 2792337 h 2799083"/>
              <a:gd name="connsiteX34" fmla="*/ 1126505 w 2799083"/>
              <a:gd name="connsiteY34" fmla="*/ 2772198 h 2799083"/>
              <a:gd name="connsiteX35" fmla="*/ 993283 w 2799083"/>
              <a:gd name="connsiteY35" fmla="*/ 2738819 h 2799083"/>
              <a:gd name="connsiteX36" fmla="*/ 863965 w 2799083"/>
              <a:gd name="connsiteY36" fmla="*/ 2692550 h 2799083"/>
              <a:gd name="connsiteX37" fmla="*/ 739798 w 2799083"/>
              <a:gd name="connsiteY37" fmla="*/ 2633825 h 2799083"/>
              <a:gd name="connsiteX38" fmla="*/ 621998 w 2799083"/>
              <a:gd name="connsiteY38" fmla="*/ 2563218 h 2799083"/>
              <a:gd name="connsiteX39" fmla="*/ 511686 w 2799083"/>
              <a:gd name="connsiteY39" fmla="*/ 2481401 h 2799083"/>
              <a:gd name="connsiteX40" fmla="*/ 409916 w 2799083"/>
              <a:gd name="connsiteY40" fmla="*/ 2389167 h 2799083"/>
              <a:gd name="connsiteX41" fmla="*/ 317682 w 2799083"/>
              <a:gd name="connsiteY41" fmla="*/ 2287397 h 2799083"/>
              <a:gd name="connsiteX42" fmla="*/ 235865 w 2799083"/>
              <a:gd name="connsiteY42" fmla="*/ 2177085 h 2799083"/>
              <a:gd name="connsiteX43" fmla="*/ 165258 w 2799083"/>
              <a:gd name="connsiteY43" fmla="*/ 2059285 h 2799083"/>
              <a:gd name="connsiteX44" fmla="*/ 106533 w 2799083"/>
              <a:gd name="connsiteY44" fmla="*/ 1935118 h 2799083"/>
              <a:gd name="connsiteX45" fmla="*/ 60264 w 2799083"/>
              <a:gd name="connsiteY45" fmla="*/ 1805800 h 2799083"/>
              <a:gd name="connsiteX46" fmla="*/ 26885 w 2799083"/>
              <a:gd name="connsiteY46" fmla="*/ 1672578 h 2799083"/>
              <a:gd name="connsiteX47" fmla="*/ 6746 w 2799083"/>
              <a:gd name="connsiteY47" fmla="*/ 1536725 h 2799083"/>
              <a:gd name="connsiteX48" fmla="*/ 0 w 2799083"/>
              <a:gd name="connsiteY48" fmla="*/ 1399542 h 2799083"/>
              <a:gd name="connsiteX49" fmla="*/ 6746 w 2799083"/>
              <a:gd name="connsiteY49" fmla="*/ 1262358 h 2799083"/>
              <a:gd name="connsiteX50" fmla="*/ 26885 w 2799083"/>
              <a:gd name="connsiteY50" fmla="*/ 1126505 h 2799083"/>
              <a:gd name="connsiteX51" fmla="*/ 60264 w 2799083"/>
              <a:gd name="connsiteY51" fmla="*/ 993283 h 2799083"/>
              <a:gd name="connsiteX52" fmla="*/ 106533 w 2799083"/>
              <a:gd name="connsiteY52" fmla="*/ 863965 h 2799083"/>
              <a:gd name="connsiteX53" fmla="*/ 165258 w 2799083"/>
              <a:gd name="connsiteY53" fmla="*/ 739798 h 2799083"/>
              <a:gd name="connsiteX54" fmla="*/ 235865 w 2799083"/>
              <a:gd name="connsiteY54" fmla="*/ 621998 h 2799083"/>
              <a:gd name="connsiteX55" fmla="*/ 317682 w 2799083"/>
              <a:gd name="connsiteY55" fmla="*/ 511686 h 2799083"/>
              <a:gd name="connsiteX56" fmla="*/ 409916 w 2799083"/>
              <a:gd name="connsiteY56" fmla="*/ 409916 h 2799083"/>
              <a:gd name="connsiteX57" fmla="*/ 511686 w 2799083"/>
              <a:gd name="connsiteY57" fmla="*/ 317682 h 2799083"/>
              <a:gd name="connsiteX58" fmla="*/ 621998 w 2799083"/>
              <a:gd name="connsiteY58" fmla="*/ 235865 h 2799083"/>
              <a:gd name="connsiteX59" fmla="*/ 739798 w 2799083"/>
              <a:gd name="connsiteY59" fmla="*/ 165258 h 2799083"/>
              <a:gd name="connsiteX60" fmla="*/ 863965 w 2799083"/>
              <a:gd name="connsiteY60" fmla="*/ 106533 h 2799083"/>
              <a:gd name="connsiteX61" fmla="*/ 993283 w 2799083"/>
              <a:gd name="connsiteY61" fmla="*/ 60264 h 2799083"/>
              <a:gd name="connsiteX62" fmla="*/ 1126505 w 2799083"/>
              <a:gd name="connsiteY62" fmla="*/ 26885 h 2799083"/>
              <a:gd name="connsiteX63" fmla="*/ 1262358 w 2799083"/>
              <a:gd name="connsiteY63" fmla="*/ 6746 h 279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2799083" h="2799083">
                <a:moveTo>
                  <a:pt x="1399542" y="0"/>
                </a:moveTo>
                <a:lnTo>
                  <a:pt x="1536725" y="6746"/>
                </a:lnTo>
                <a:lnTo>
                  <a:pt x="1672578" y="26885"/>
                </a:lnTo>
                <a:lnTo>
                  <a:pt x="1805800" y="60264"/>
                </a:lnTo>
                <a:lnTo>
                  <a:pt x="1935118" y="106533"/>
                </a:lnTo>
                <a:lnTo>
                  <a:pt x="2059285" y="165258"/>
                </a:lnTo>
                <a:lnTo>
                  <a:pt x="2177085" y="235865"/>
                </a:lnTo>
                <a:lnTo>
                  <a:pt x="2287397" y="317682"/>
                </a:lnTo>
                <a:lnTo>
                  <a:pt x="2389167" y="409916"/>
                </a:lnTo>
                <a:lnTo>
                  <a:pt x="2481401" y="511686"/>
                </a:lnTo>
                <a:lnTo>
                  <a:pt x="2563218" y="621998"/>
                </a:lnTo>
                <a:lnTo>
                  <a:pt x="2633825" y="739798"/>
                </a:lnTo>
                <a:lnTo>
                  <a:pt x="2692550" y="863965"/>
                </a:lnTo>
                <a:lnTo>
                  <a:pt x="2738819" y="993283"/>
                </a:lnTo>
                <a:lnTo>
                  <a:pt x="2772198" y="1126505"/>
                </a:lnTo>
                <a:lnTo>
                  <a:pt x="2792337" y="1262358"/>
                </a:lnTo>
                <a:lnTo>
                  <a:pt x="2799083" y="1399542"/>
                </a:lnTo>
                <a:lnTo>
                  <a:pt x="2792337" y="1536725"/>
                </a:lnTo>
                <a:lnTo>
                  <a:pt x="2772198" y="1672578"/>
                </a:lnTo>
                <a:lnTo>
                  <a:pt x="2738819" y="1805800"/>
                </a:lnTo>
                <a:lnTo>
                  <a:pt x="2692550" y="1935118"/>
                </a:lnTo>
                <a:lnTo>
                  <a:pt x="2633825" y="2059285"/>
                </a:lnTo>
                <a:lnTo>
                  <a:pt x="2563218" y="2177085"/>
                </a:lnTo>
                <a:lnTo>
                  <a:pt x="2481401" y="2287397"/>
                </a:lnTo>
                <a:lnTo>
                  <a:pt x="2389167" y="2389167"/>
                </a:lnTo>
                <a:lnTo>
                  <a:pt x="2287397" y="2481401"/>
                </a:lnTo>
                <a:lnTo>
                  <a:pt x="2177085" y="2563218"/>
                </a:lnTo>
                <a:lnTo>
                  <a:pt x="2059285" y="2633825"/>
                </a:lnTo>
                <a:lnTo>
                  <a:pt x="1935118" y="2692550"/>
                </a:lnTo>
                <a:lnTo>
                  <a:pt x="1805800" y="2738819"/>
                </a:lnTo>
                <a:lnTo>
                  <a:pt x="1672578" y="2772198"/>
                </a:lnTo>
                <a:lnTo>
                  <a:pt x="1536725" y="2792337"/>
                </a:lnTo>
                <a:lnTo>
                  <a:pt x="1399542" y="2799083"/>
                </a:lnTo>
                <a:lnTo>
                  <a:pt x="1262358" y="2792337"/>
                </a:lnTo>
                <a:lnTo>
                  <a:pt x="1126505" y="2772198"/>
                </a:lnTo>
                <a:lnTo>
                  <a:pt x="993283" y="2738819"/>
                </a:lnTo>
                <a:lnTo>
                  <a:pt x="863965" y="2692550"/>
                </a:lnTo>
                <a:lnTo>
                  <a:pt x="739798" y="2633825"/>
                </a:lnTo>
                <a:lnTo>
                  <a:pt x="621998" y="2563218"/>
                </a:lnTo>
                <a:lnTo>
                  <a:pt x="511686" y="2481401"/>
                </a:lnTo>
                <a:lnTo>
                  <a:pt x="409916" y="2389167"/>
                </a:lnTo>
                <a:lnTo>
                  <a:pt x="317682" y="2287397"/>
                </a:lnTo>
                <a:lnTo>
                  <a:pt x="235865" y="2177085"/>
                </a:lnTo>
                <a:lnTo>
                  <a:pt x="165258" y="2059285"/>
                </a:lnTo>
                <a:lnTo>
                  <a:pt x="106533" y="1935118"/>
                </a:lnTo>
                <a:lnTo>
                  <a:pt x="60264" y="1805800"/>
                </a:lnTo>
                <a:lnTo>
                  <a:pt x="26885" y="1672578"/>
                </a:lnTo>
                <a:lnTo>
                  <a:pt x="6746" y="1536725"/>
                </a:lnTo>
                <a:lnTo>
                  <a:pt x="0" y="1399542"/>
                </a:lnTo>
                <a:lnTo>
                  <a:pt x="6746" y="1262358"/>
                </a:lnTo>
                <a:lnTo>
                  <a:pt x="26885" y="1126505"/>
                </a:lnTo>
                <a:lnTo>
                  <a:pt x="60264" y="993283"/>
                </a:lnTo>
                <a:lnTo>
                  <a:pt x="106533" y="863965"/>
                </a:lnTo>
                <a:lnTo>
                  <a:pt x="165258" y="739798"/>
                </a:lnTo>
                <a:lnTo>
                  <a:pt x="235865" y="621998"/>
                </a:lnTo>
                <a:lnTo>
                  <a:pt x="317682" y="511686"/>
                </a:lnTo>
                <a:lnTo>
                  <a:pt x="409916" y="409916"/>
                </a:lnTo>
                <a:lnTo>
                  <a:pt x="511686" y="317682"/>
                </a:lnTo>
                <a:lnTo>
                  <a:pt x="621998" y="235865"/>
                </a:lnTo>
                <a:lnTo>
                  <a:pt x="739798" y="165258"/>
                </a:lnTo>
                <a:lnTo>
                  <a:pt x="863965" y="106533"/>
                </a:lnTo>
                <a:lnTo>
                  <a:pt x="993283" y="60264"/>
                </a:lnTo>
                <a:lnTo>
                  <a:pt x="1126505" y="26885"/>
                </a:lnTo>
                <a:lnTo>
                  <a:pt x="1262358" y="6746"/>
                </a:lnTo>
                <a:close/>
              </a:path>
            </a:pathLst>
          </a:cu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75" dirty="0"/>
          </a:p>
        </p:txBody>
      </p:sp>
      <p:sp>
        <p:nvSpPr>
          <p:cNvPr id="8" name="Freeform 7"/>
          <p:cNvSpPr/>
          <p:nvPr/>
        </p:nvSpPr>
        <p:spPr>
          <a:xfrm>
            <a:off x="8241011" y="3925018"/>
            <a:ext cx="1102275" cy="1102273"/>
          </a:xfrm>
          <a:custGeom>
            <a:avLst/>
            <a:gdLst>
              <a:gd name="connsiteX0" fmla="*/ 1399542 w 2799083"/>
              <a:gd name="connsiteY0" fmla="*/ 0 h 2799083"/>
              <a:gd name="connsiteX1" fmla="*/ 1536725 w 2799083"/>
              <a:gd name="connsiteY1" fmla="*/ 6746 h 2799083"/>
              <a:gd name="connsiteX2" fmla="*/ 1672578 w 2799083"/>
              <a:gd name="connsiteY2" fmla="*/ 26885 h 2799083"/>
              <a:gd name="connsiteX3" fmla="*/ 1805800 w 2799083"/>
              <a:gd name="connsiteY3" fmla="*/ 60264 h 2799083"/>
              <a:gd name="connsiteX4" fmla="*/ 1935118 w 2799083"/>
              <a:gd name="connsiteY4" fmla="*/ 106533 h 2799083"/>
              <a:gd name="connsiteX5" fmla="*/ 2059285 w 2799083"/>
              <a:gd name="connsiteY5" fmla="*/ 165258 h 2799083"/>
              <a:gd name="connsiteX6" fmla="*/ 2177085 w 2799083"/>
              <a:gd name="connsiteY6" fmla="*/ 235865 h 2799083"/>
              <a:gd name="connsiteX7" fmla="*/ 2287397 w 2799083"/>
              <a:gd name="connsiteY7" fmla="*/ 317682 h 2799083"/>
              <a:gd name="connsiteX8" fmla="*/ 2389167 w 2799083"/>
              <a:gd name="connsiteY8" fmla="*/ 409916 h 2799083"/>
              <a:gd name="connsiteX9" fmla="*/ 2481401 w 2799083"/>
              <a:gd name="connsiteY9" fmla="*/ 511686 h 2799083"/>
              <a:gd name="connsiteX10" fmla="*/ 2563218 w 2799083"/>
              <a:gd name="connsiteY10" fmla="*/ 621998 h 2799083"/>
              <a:gd name="connsiteX11" fmla="*/ 2633825 w 2799083"/>
              <a:gd name="connsiteY11" fmla="*/ 739798 h 2799083"/>
              <a:gd name="connsiteX12" fmla="*/ 2692550 w 2799083"/>
              <a:gd name="connsiteY12" fmla="*/ 863965 h 2799083"/>
              <a:gd name="connsiteX13" fmla="*/ 2738819 w 2799083"/>
              <a:gd name="connsiteY13" fmla="*/ 993283 h 2799083"/>
              <a:gd name="connsiteX14" fmla="*/ 2772198 w 2799083"/>
              <a:gd name="connsiteY14" fmla="*/ 1126505 h 2799083"/>
              <a:gd name="connsiteX15" fmla="*/ 2792337 w 2799083"/>
              <a:gd name="connsiteY15" fmla="*/ 1262358 h 2799083"/>
              <a:gd name="connsiteX16" fmla="*/ 2799083 w 2799083"/>
              <a:gd name="connsiteY16" fmla="*/ 1399542 h 2799083"/>
              <a:gd name="connsiteX17" fmla="*/ 2792337 w 2799083"/>
              <a:gd name="connsiteY17" fmla="*/ 1536725 h 2799083"/>
              <a:gd name="connsiteX18" fmla="*/ 2772198 w 2799083"/>
              <a:gd name="connsiteY18" fmla="*/ 1672578 h 2799083"/>
              <a:gd name="connsiteX19" fmla="*/ 2738819 w 2799083"/>
              <a:gd name="connsiteY19" fmla="*/ 1805800 h 2799083"/>
              <a:gd name="connsiteX20" fmla="*/ 2692550 w 2799083"/>
              <a:gd name="connsiteY20" fmla="*/ 1935118 h 2799083"/>
              <a:gd name="connsiteX21" fmla="*/ 2633825 w 2799083"/>
              <a:gd name="connsiteY21" fmla="*/ 2059285 h 2799083"/>
              <a:gd name="connsiteX22" fmla="*/ 2563218 w 2799083"/>
              <a:gd name="connsiteY22" fmla="*/ 2177085 h 2799083"/>
              <a:gd name="connsiteX23" fmla="*/ 2481401 w 2799083"/>
              <a:gd name="connsiteY23" fmla="*/ 2287397 h 2799083"/>
              <a:gd name="connsiteX24" fmla="*/ 2389167 w 2799083"/>
              <a:gd name="connsiteY24" fmla="*/ 2389167 h 2799083"/>
              <a:gd name="connsiteX25" fmla="*/ 2287397 w 2799083"/>
              <a:gd name="connsiteY25" fmla="*/ 2481401 h 2799083"/>
              <a:gd name="connsiteX26" fmla="*/ 2177085 w 2799083"/>
              <a:gd name="connsiteY26" fmla="*/ 2563218 h 2799083"/>
              <a:gd name="connsiteX27" fmla="*/ 2059285 w 2799083"/>
              <a:gd name="connsiteY27" fmla="*/ 2633825 h 2799083"/>
              <a:gd name="connsiteX28" fmla="*/ 1935118 w 2799083"/>
              <a:gd name="connsiteY28" fmla="*/ 2692550 h 2799083"/>
              <a:gd name="connsiteX29" fmla="*/ 1805800 w 2799083"/>
              <a:gd name="connsiteY29" fmla="*/ 2738819 h 2799083"/>
              <a:gd name="connsiteX30" fmla="*/ 1672578 w 2799083"/>
              <a:gd name="connsiteY30" fmla="*/ 2772198 h 2799083"/>
              <a:gd name="connsiteX31" fmla="*/ 1536725 w 2799083"/>
              <a:gd name="connsiteY31" fmla="*/ 2792337 h 2799083"/>
              <a:gd name="connsiteX32" fmla="*/ 1399542 w 2799083"/>
              <a:gd name="connsiteY32" fmla="*/ 2799083 h 2799083"/>
              <a:gd name="connsiteX33" fmla="*/ 1262358 w 2799083"/>
              <a:gd name="connsiteY33" fmla="*/ 2792337 h 2799083"/>
              <a:gd name="connsiteX34" fmla="*/ 1126505 w 2799083"/>
              <a:gd name="connsiteY34" fmla="*/ 2772198 h 2799083"/>
              <a:gd name="connsiteX35" fmla="*/ 993283 w 2799083"/>
              <a:gd name="connsiteY35" fmla="*/ 2738819 h 2799083"/>
              <a:gd name="connsiteX36" fmla="*/ 863965 w 2799083"/>
              <a:gd name="connsiteY36" fmla="*/ 2692550 h 2799083"/>
              <a:gd name="connsiteX37" fmla="*/ 739798 w 2799083"/>
              <a:gd name="connsiteY37" fmla="*/ 2633825 h 2799083"/>
              <a:gd name="connsiteX38" fmla="*/ 621998 w 2799083"/>
              <a:gd name="connsiteY38" fmla="*/ 2563218 h 2799083"/>
              <a:gd name="connsiteX39" fmla="*/ 511686 w 2799083"/>
              <a:gd name="connsiteY39" fmla="*/ 2481401 h 2799083"/>
              <a:gd name="connsiteX40" fmla="*/ 409916 w 2799083"/>
              <a:gd name="connsiteY40" fmla="*/ 2389167 h 2799083"/>
              <a:gd name="connsiteX41" fmla="*/ 317682 w 2799083"/>
              <a:gd name="connsiteY41" fmla="*/ 2287397 h 2799083"/>
              <a:gd name="connsiteX42" fmla="*/ 235865 w 2799083"/>
              <a:gd name="connsiteY42" fmla="*/ 2177085 h 2799083"/>
              <a:gd name="connsiteX43" fmla="*/ 165258 w 2799083"/>
              <a:gd name="connsiteY43" fmla="*/ 2059285 h 2799083"/>
              <a:gd name="connsiteX44" fmla="*/ 106533 w 2799083"/>
              <a:gd name="connsiteY44" fmla="*/ 1935118 h 2799083"/>
              <a:gd name="connsiteX45" fmla="*/ 60264 w 2799083"/>
              <a:gd name="connsiteY45" fmla="*/ 1805800 h 2799083"/>
              <a:gd name="connsiteX46" fmla="*/ 26885 w 2799083"/>
              <a:gd name="connsiteY46" fmla="*/ 1672578 h 2799083"/>
              <a:gd name="connsiteX47" fmla="*/ 6746 w 2799083"/>
              <a:gd name="connsiteY47" fmla="*/ 1536725 h 2799083"/>
              <a:gd name="connsiteX48" fmla="*/ 0 w 2799083"/>
              <a:gd name="connsiteY48" fmla="*/ 1399542 h 2799083"/>
              <a:gd name="connsiteX49" fmla="*/ 6746 w 2799083"/>
              <a:gd name="connsiteY49" fmla="*/ 1262358 h 2799083"/>
              <a:gd name="connsiteX50" fmla="*/ 26885 w 2799083"/>
              <a:gd name="connsiteY50" fmla="*/ 1126505 h 2799083"/>
              <a:gd name="connsiteX51" fmla="*/ 60264 w 2799083"/>
              <a:gd name="connsiteY51" fmla="*/ 993283 h 2799083"/>
              <a:gd name="connsiteX52" fmla="*/ 106533 w 2799083"/>
              <a:gd name="connsiteY52" fmla="*/ 863965 h 2799083"/>
              <a:gd name="connsiteX53" fmla="*/ 165258 w 2799083"/>
              <a:gd name="connsiteY53" fmla="*/ 739798 h 2799083"/>
              <a:gd name="connsiteX54" fmla="*/ 235865 w 2799083"/>
              <a:gd name="connsiteY54" fmla="*/ 621998 h 2799083"/>
              <a:gd name="connsiteX55" fmla="*/ 317682 w 2799083"/>
              <a:gd name="connsiteY55" fmla="*/ 511686 h 2799083"/>
              <a:gd name="connsiteX56" fmla="*/ 409916 w 2799083"/>
              <a:gd name="connsiteY56" fmla="*/ 409916 h 2799083"/>
              <a:gd name="connsiteX57" fmla="*/ 511686 w 2799083"/>
              <a:gd name="connsiteY57" fmla="*/ 317682 h 2799083"/>
              <a:gd name="connsiteX58" fmla="*/ 621998 w 2799083"/>
              <a:gd name="connsiteY58" fmla="*/ 235865 h 2799083"/>
              <a:gd name="connsiteX59" fmla="*/ 739798 w 2799083"/>
              <a:gd name="connsiteY59" fmla="*/ 165258 h 2799083"/>
              <a:gd name="connsiteX60" fmla="*/ 863965 w 2799083"/>
              <a:gd name="connsiteY60" fmla="*/ 106533 h 2799083"/>
              <a:gd name="connsiteX61" fmla="*/ 993283 w 2799083"/>
              <a:gd name="connsiteY61" fmla="*/ 60264 h 2799083"/>
              <a:gd name="connsiteX62" fmla="*/ 1126505 w 2799083"/>
              <a:gd name="connsiteY62" fmla="*/ 26885 h 2799083"/>
              <a:gd name="connsiteX63" fmla="*/ 1262358 w 2799083"/>
              <a:gd name="connsiteY63" fmla="*/ 6746 h 279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2799083" h="2799083">
                <a:moveTo>
                  <a:pt x="1399542" y="0"/>
                </a:moveTo>
                <a:lnTo>
                  <a:pt x="1536725" y="6746"/>
                </a:lnTo>
                <a:lnTo>
                  <a:pt x="1672578" y="26885"/>
                </a:lnTo>
                <a:lnTo>
                  <a:pt x="1805800" y="60264"/>
                </a:lnTo>
                <a:lnTo>
                  <a:pt x="1935118" y="106533"/>
                </a:lnTo>
                <a:lnTo>
                  <a:pt x="2059285" y="165258"/>
                </a:lnTo>
                <a:lnTo>
                  <a:pt x="2177085" y="235865"/>
                </a:lnTo>
                <a:lnTo>
                  <a:pt x="2287397" y="317682"/>
                </a:lnTo>
                <a:lnTo>
                  <a:pt x="2389167" y="409916"/>
                </a:lnTo>
                <a:lnTo>
                  <a:pt x="2481401" y="511686"/>
                </a:lnTo>
                <a:lnTo>
                  <a:pt x="2563218" y="621998"/>
                </a:lnTo>
                <a:lnTo>
                  <a:pt x="2633825" y="739798"/>
                </a:lnTo>
                <a:lnTo>
                  <a:pt x="2692550" y="863965"/>
                </a:lnTo>
                <a:lnTo>
                  <a:pt x="2738819" y="993283"/>
                </a:lnTo>
                <a:lnTo>
                  <a:pt x="2772198" y="1126505"/>
                </a:lnTo>
                <a:lnTo>
                  <a:pt x="2792337" y="1262358"/>
                </a:lnTo>
                <a:lnTo>
                  <a:pt x="2799083" y="1399542"/>
                </a:lnTo>
                <a:lnTo>
                  <a:pt x="2792337" y="1536725"/>
                </a:lnTo>
                <a:lnTo>
                  <a:pt x="2772198" y="1672578"/>
                </a:lnTo>
                <a:lnTo>
                  <a:pt x="2738819" y="1805800"/>
                </a:lnTo>
                <a:lnTo>
                  <a:pt x="2692550" y="1935118"/>
                </a:lnTo>
                <a:lnTo>
                  <a:pt x="2633825" y="2059285"/>
                </a:lnTo>
                <a:lnTo>
                  <a:pt x="2563218" y="2177085"/>
                </a:lnTo>
                <a:lnTo>
                  <a:pt x="2481401" y="2287397"/>
                </a:lnTo>
                <a:lnTo>
                  <a:pt x="2389167" y="2389167"/>
                </a:lnTo>
                <a:lnTo>
                  <a:pt x="2287397" y="2481401"/>
                </a:lnTo>
                <a:lnTo>
                  <a:pt x="2177085" y="2563218"/>
                </a:lnTo>
                <a:lnTo>
                  <a:pt x="2059285" y="2633825"/>
                </a:lnTo>
                <a:lnTo>
                  <a:pt x="1935118" y="2692550"/>
                </a:lnTo>
                <a:lnTo>
                  <a:pt x="1805800" y="2738819"/>
                </a:lnTo>
                <a:lnTo>
                  <a:pt x="1672578" y="2772198"/>
                </a:lnTo>
                <a:lnTo>
                  <a:pt x="1536725" y="2792337"/>
                </a:lnTo>
                <a:lnTo>
                  <a:pt x="1399542" y="2799083"/>
                </a:lnTo>
                <a:lnTo>
                  <a:pt x="1262358" y="2792337"/>
                </a:lnTo>
                <a:lnTo>
                  <a:pt x="1126505" y="2772198"/>
                </a:lnTo>
                <a:lnTo>
                  <a:pt x="993283" y="2738819"/>
                </a:lnTo>
                <a:lnTo>
                  <a:pt x="863965" y="2692550"/>
                </a:lnTo>
                <a:lnTo>
                  <a:pt x="739798" y="2633825"/>
                </a:lnTo>
                <a:lnTo>
                  <a:pt x="621998" y="2563218"/>
                </a:lnTo>
                <a:lnTo>
                  <a:pt x="511686" y="2481401"/>
                </a:lnTo>
                <a:lnTo>
                  <a:pt x="409916" y="2389167"/>
                </a:lnTo>
                <a:lnTo>
                  <a:pt x="317682" y="2287397"/>
                </a:lnTo>
                <a:lnTo>
                  <a:pt x="235865" y="2177085"/>
                </a:lnTo>
                <a:lnTo>
                  <a:pt x="165258" y="2059285"/>
                </a:lnTo>
                <a:lnTo>
                  <a:pt x="106533" y="1935118"/>
                </a:lnTo>
                <a:lnTo>
                  <a:pt x="60264" y="1805800"/>
                </a:lnTo>
                <a:lnTo>
                  <a:pt x="26885" y="1672578"/>
                </a:lnTo>
                <a:lnTo>
                  <a:pt x="6746" y="1536725"/>
                </a:lnTo>
                <a:lnTo>
                  <a:pt x="0" y="1399542"/>
                </a:lnTo>
                <a:lnTo>
                  <a:pt x="6746" y="1262358"/>
                </a:lnTo>
                <a:lnTo>
                  <a:pt x="26885" y="1126505"/>
                </a:lnTo>
                <a:lnTo>
                  <a:pt x="60264" y="993283"/>
                </a:lnTo>
                <a:lnTo>
                  <a:pt x="106533" y="863965"/>
                </a:lnTo>
                <a:lnTo>
                  <a:pt x="165258" y="739798"/>
                </a:lnTo>
                <a:lnTo>
                  <a:pt x="235865" y="621998"/>
                </a:lnTo>
                <a:lnTo>
                  <a:pt x="317682" y="511686"/>
                </a:lnTo>
                <a:lnTo>
                  <a:pt x="409916" y="409916"/>
                </a:lnTo>
                <a:lnTo>
                  <a:pt x="511686" y="317682"/>
                </a:lnTo>
                <a:lnTo>
                  <a:pt x="621998" y="235865"/>
                </a:lnTo>
                <a:lnTo>
                  <a:pt x="739798" y="165258"/>
                </a:lnTo>
                <a:lnTo>
                  <a:pt x="863965" y="106533"/>
                </a:lnTo>
                <a:lnTo>
                  <a:pt x="993283" y="60264"/>
                </a:lnTo>
                <a:lnTo>
                  <a:pt x="1126505" y="26885"/>
                </a:lnTo>
                <a:lnTo>
                  <a:pt x="1262358" y="6746"/>
                </a:lnTo>
                <a:close/>
              </a:path>
            </a:pathLst>
          </a:custGeom>
          <a:solidFill>
            <a:srgbClr val="1445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75" dirty="0"/>
          </a:p>
        </p:txBody>
      </p:sp>
      <p:sp>
        <p:nvSpPr>
          <p:cNvPr id="9" name="Freeform 8"/>
          <p:cNvSpPr/>
          <p:nvPr/>
        </p:nvSpPr>
        <p:spPr>
          <a:xfrm>
            <a:off x="7267579" y="5058192"/>
            <a:ext cx="1102275" cy="1102273"/>
          </a:xfrm>
          <a:custGeom>
            <a:avLst/>
            <a:gdLst>
              <a:gd name="connsiteX0" fmla="*/ 1399542 w 2799083"/>
              <a:gd name="connsiteY0" fmla="*/ 0 h 2799083"/>
              <a:gd name="connsiteX1" fmla="*/ 1536725 w 2799083"/>
              <a:gd name="connsiteY1" fmla="*/ 6746 h 2799083"/>
              <a:gd name="connsiteX2" fmla="*/ 1672578 w 2799083"/>
              <a:gd name="connsiteY2" fmla="*/ 26885 h 2799083"/>
              <a:gd name="connsiteX3" fmla="*/ 1805800 w 2799083"/>
              <a:gd name="connsiteY3" fmla="*/ 60264 h 2799083"/>
              <a:gd name="connsiteX4" fmla="*/ 1935118 w 2799083"/>
              <a:gd name="connsiteY4" fmla="*/ 106533 h 2799083"/>
              <a:gd name="connsiteX5" fmla="*/ 2059285 w 2799083"/>
              <a:gd name="connsiteY5" fmla="*/ 165258 h 2799083"/>
              <a:gd name="connsiteX6" fmla="*/ 2177085 w 2799083"/>
              <a:gd name="connsiteY6" fmla="*/ 235865 h 2799083"/>
              <a:gd name="connsiteX7" fmla="*/ 2287397 w 2799083"/>
              <a:gd name="connsiteY7" fmla="*/ 317682 h 2799083"/>
              <a:gd name="connsiteX8" fmla="*/ 2389167 w 2799083"/>
              <a:gd name="connsiteY8" fmla="*/ 409916 h 2799083"/>
              <a:gd name="connsiteX9" fmla="*/ 2481401 w 2799083"/>
              <a:gd name="connsiteY9" fmla="*/ 511686 h 2799083"/>
              <a:gd name="connsiteX10" fmla="*/ 2563218 w 2799083"/>
              <a:gd name="connsiteY10" fmla="*/ 621998 h 2799083"/>
              <a:gd name="connsiteX11" fmla="*/ 2633825 w 2799083"/>
              <a:gd name="connsiteY11" fmla="*/ 739798 h 2799083"/>
              <a:gd name="connsiteX12" fmla="*/ 2692550 w 2799083"/>
              <a:gd name="connsiteY12" fmla="*/ 863965 h 2799083"/>
              <a:gd name="connsiteX13" fmla="*/ 2738819 w 2799083"/>
              <a:gd name="connsiteY13" fmla="*/ 993283 h 2799083"/>
              <a:gd name="connsiteX14" fmla="*/ 2772198 w 2799083"/>
              <a:gd name="connsiteY14" fmla="*/ 1126505 h 2799083"/>
              <a:gd name="connsiteX15" fmla="*/ 2792337 w 2799083"/>
              <a:gd name="connsiteY15" fmla="*/ 1262358 h 2799083"/>
              <a:gd name="connsiteX16" fmla="*/ 2799083 w 2799083"/>
              <a:gd name="connsiteY16" fmla="*/ 1399542 h 2799083"/>
              <a:gd name="connsiteX17" fmla="*/ 2792337 w 2799083"/>
              <a:gd name="connsiteY17" fmla="*/ 1536725 h 2799083"/>
              <a:gd name="connsiteX18" fmla="*/ 2772198 w 2799083"/>
              <a:gd name="connsiteY18" fmla="*/ 1672578 h 2799083"/>
              <a:gd name="connsiteX19" fmla="*/ 2738819 w 2799083"/>
              <a:gd name="connsiteY19" fmla="*/ 1805800 h 2799083"/>
              <a:gd name="connsiteX20" fmla="*/ 2692550 w 2799083"/>
              <a:gd name="connsiteY20" fmla="*/ 1935118 h 2799083"/>
              <a:gd name="connsiteX21" fmla="*/ 2633825 w 2799083"/>
              <a:gd name="connsiteY21" fmla="*/ 2059285 h 2799083"/>
              <a:gd name="connsiteX22" fmla="*/ 2563218 w 2799083"/>
              <a:gd name="connsiteY22" fmla="*/ 2177085 h 2799083"/>
              <a:gd name="connsiteX23" fmla="*/ 2481401 w 2799083"/>
              <a:gd name="connsiteY23" fmla="*/ 2287397 h 2799083"/>
              <a:gd name="connsiteX24" fmla="*/ 2389167 w 2799083"/>
              <a:gd name="connsiteY24" fmla="*/ 2389167 h 2799083"/>
              <a:gd name="connsiteX25" fmla="*/ 2287397 w 2799083"/>
              <a:gd name="connsiteY25" fmla="*/ 2481401 h 2799083"/>
              <a:gd name="connsiteX26" fmla="*/ 2177085 w 2799083"/>
              <a:gd name="connsiteY26" fmla="*/ 2563218 h 2799083"/>
              <a:gd name="connsiteX27" fmla="*/ 2059285 w 2799083"/>
              <a:gd name="connsiteY27" fmla="*/ 2633825 h 2799083"/>
              <a:gd name="connsiteX28" fmla="*/ 1935118 w 2799083"/>
              <a:gd name="connsiteY28" fmla="*/ 2692550 h 2799083"/>
              <a:gd name="connsiteX29" fmla="*/ 1805800 w 2799083"/>
              <a:gd name="connsiteY29" fmla="*/ 2738819 h 2799083"/>
              <a:gd name="connsiteX30" fmla="*/ 1672578 w 2799083"/>
              <a:gd name="connsiteY30" fmla="*/ 2772198 h 2799083"/>
              <a:gd name="connsiteX31" fmla="*/ 1536725 w 2799083"/>
              <a:gd name="connsiteY31" fmla="*/ 2792337 h 2799083"/>
              <a:gd name="connsiteX32" fmla="*/ 1399542 w 2799083"/>
              <a:gd name="connsiteY32" fmla="*/ 2799083 h 2799083"/>
              <a:gd name="connsiteX33" fmla="*/ 1262358 w 2799083"/>
              <a:gd name="connsiteY33" fmla="*/ 2792337 h 2799083"/>
              <a:gd name="connsiteX34" fmla="*/ 1126505 w 2799083"/>
              <a:gd name="connsiteY34" fmla="*/ 2772198 h 2799083"/>
              <a:gd name="connsiteX35" fmla="*/ 993283 w 2799083"/>
              <a:gd name="connsiteY35" fmla="*/ 2738819 h 2799083"/>
              <a:gd name="connsiteX36" fmla="*/ 863965 w 2799083"/>
              <a:gd name="connsiteY36" fmla="*/ 2692550 h 2799083"/>
              <a:gd name="connsiteX37" fmla="*/ 739798 w 2799083"/>
              <a:gd name="connsiteY37" fmla="*/ 2633825 h 2799083"/>
              <a:gd name="connsiteX38" fmla="*/ 621998 w 2799083"/>
              <a:gd name="connsiteY38" fmla="*/ 2563218 h 2799083"/>
              <a:gd name="connsiteX39" fmla="*/ 511686 w 2799083"/>
              <a:gd name="connsiteY39" fmla="*/ 2481401 h 2799083"/>
              <a:gd name="connsiteX40" fmla="*/ 409916 w 2799083"/>
              <a:gd name="connsiteY40" fmla="*/ 2389167 h 2799083"/>
              <a:gd name="connsiteX41" fmla="*/ 317682 w 2799083"/>
              <a:gd name="connsiteY41" fmla="*/ 2287397 h 2799083"/>
              <a:gd name="connsiteX42" fmla="*/ 235865 w 2799083"/>
              <a:gd name="connsiteY42" fmla="*/ 2177085 h 2799083"/>
              <a:gd name="connsiteX43" fmla="*/ 165258 w 2799083"/>
              <a:gd name="connsiteY43" fmla="*/ 2059285 h 2799083"/>
              <a:gd name="connsiteX44" fmla="*/ 106533 w 2799083"/>
              <a:gd name="connsiteY44" fmla="*/ 1935118 h 2799083"/>
              <a:gd name="connsiteX45" fmla="*/ 60264 w 2799083"/>
              <a:gd name="connsiteY45" fmla="*/ 1805800 h 2799083"/>
              <a:gd name="connsiteX46" fmla="*/ 26885 w 2799083"/>
              <a:gd name="connsiteY46" fmla="*/ 1672578 h 2799083"/>
              <a:gd name="connsiteX47" fmla="*/ 6746 w 2799083"/>
              <a:gd name="connsiteY47" fmla="*/ 1536725 h 2799083"/>
              <a:gd name="connsiteX48" fmla="*/ 0 w 2799083"/>
              <a:gd name="connsiteY48" fmla="*/ 1399542 h 2799083"/>
              <a:gd name="connsiteX49" fmla="*/ 6746 w 2799083"/>
              <a:gd name="connsiteY49" fmla="*/ 1262358 h 2799083"/>
              <a:gd name="connsiteX50" fmla="*/ 26885 w 2799083"/>
              <a:gd name="connsiteY50" fmla="*/ 1126505 h 2799083"/>
              <a:gd name="connsiteX51" fmla="*/ 60264 w 2799083"/>
              <a:gd name="connsiteY51" fmla="*/ 993283 h 2799083"/>
              <a:gd name="connsiteX52" fmla="*/ 106533 w 2799083"/>
              <a:gd name="connsiteY52" fmla="*/ 863965 h 2799083"/>
              <a:gd name="connsiteX53" fmla="*/ 165258 w 2799083"/>
              <a:gd name="connsiteY53" fmla="*/ 739798 h 2799083"/>
              <a:gd name="connsiteX54" fmla="*/ 235865 w 2799083"/>
              <a:gd name="connsiteY54" fmla="*/ 621998 h 2799083"/>
              <a:gd name="connsiteX55" fmla="*/ 317682 w 2799083"/>
              <a:gd name="connsiteY55" fmla="*/ 511686 h 2799083"/>
              <a:gd name="connsiteX56" fmla="*/ 409916 w 2799083"/>
              <a:gd name="connsiteY56" fmla="*/ 409916 h 2799083"/>
              <a:gd name="connsiteX57" fmla="*/ 511686 w 2799083"/>
              <a:gd name="connsiteY57" fmla="*/ 317682 h 2799083"/>
              <a:gd name="connsiteX58" fmla="*/ 621998 w 2799083"/>
              <a:gd name="connsiteY58" fmla="*/ 235865 h 2799083"/>
              <a:gd name="connsiteX59" fmla="*/ 739798 w 2799083"/>
              <a:gd name="connsiteY59" fmla="*/ 165258 h 2799083"/>
              <a:gd name="connsiteX60" fmla="*/ 863965 w 2799083"/>
              <a:gd name="connsiteY60" fmla="*/ 106533 h 2799083"/>
              <a:gd name="connsiteX61" fmla="*/ 993283 w 2799083"/>
              <a:gd name="connsiteY61" fmla="*/ 60264 h 2799083"/>
              <a:gd name="connsiteX62" fmla="*/ 1126505 w 2799083"/>
              <a:gd name="connsiteY62" fmla="*/ 26885 h 2799083"/>
              <a:gd name="connsiteX63" fmla="*/ 1262358 w 2799083"/>
              <a:gd name="connsiteY63" fmla="*/ 6746 h 279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2799083" h="2799083">
                <a:moveTo>
                  <a:pt x="1399542" y="0"/>
                </a:moveTo>
                <a:lnTo>
                  <a:pt x="1536725" y="6746"/>
                </a:lnTo>
                <a:lnTo>
                  <a:pt x="1672578" y="26885"/>
                </a:lnTo>
                <a:lnTo>
                  <a:pt x="1805800" y="60264"/>
                </a:lnTo>
                <a:lnTo>
                  <a:pt x="1935118" y="106533"/>
                </a:lnTo>
                <a:lnTo>
                  <a:pt x="2059285" y="165258"/>
                </a:lnTo>
                <a:lnTo>
                  <a:pt x="2177085" y="235865"/>
                </a:lnTo>
                <a:lnTo>
                  <a:pt x="2287397" y="317682"/>
                </a:lnTo>
                <a:lnTo>
                  <a:pt x="2389167" y="409916"/>
                </a:lnTo>
                <a:lnTo>
                  <a:pt x="2481401" y="511686"/>
                </a:lnTo>
                <a:lnTo>
                  <a:pt x="2563218" y="621998"/>
                </a:lnTo>
                <a:lnTo>
                  <a:pt x="2633825" y="739798"/>
                </a:lnTo>
                <a:lnTo>
                  <a:pt x="2692550" y="863965"/>
                </a:lnTo>
                <a:lnTo>
                  <a:pt x="2738819" y="993283"/>
                </a:lnTo>
                <a:lnTo>
                  <a:pt x="2772198" y="1126505"/>
                </a:lnTo>
                <a:lnTo>
                  <a:pt x="2792337" y="1262358"/>
                </a:lnTo>
                <a:lnTo>
                  <a:pt x="2799083" y="1399542"/>
                </a:lnTo>
                <a:lnTo>
                  <a:pt x="2792337" y="1536725"/>
                </a:lnTo>
                <a:lnTo>
                  <a:pt x="2772198" y="1672578"/>
                </a:lnTo>
                <a:lnTo>
                  <a:pt x="2738819" y="1805800"/>
                </a:lnTo>
                <a:lnTo>
                  <a:pt x="2692550" y="1935118"/>
                </a:lnTo>
                <a:lnTo>
                  <a:pt x="2633825" y="2059285"/>
                </a:lnTo>
                <a:lnTo>
                  <a:pt x="2563218" y="2177085"/>
                </a:lnTo>
                <a:lnTo>
                  <a:pt x="2481401" y="2287397"/>
                </a:lnTo>
                <a:lnTo>
                  <a:pt x="2389167" y="2389167"/>
                </a:lnTo>
                <a:lnTo>
                  <a:pt x="2287397" y="2481401"/>
                </a:lnTo>
                <a:lnTo>
                  <a:pt x="2177085" y="2563218"/>
                </a:lnTo>
                <a:lnTo>
                  <a:pt x="2059285" y="2633825"/>
                </a:lnTo>
                <a:lnTo>
                  <a:pt x="1935118" y="2692550"/>
                </a:lnTo>
                <a:lnTo>
                  <a:pt x="1805800" y="2738819"/>
                </a:lnTo>
                <a:lnTo>
                  <a:pt x="1672578" y="2772198"/>
                </a:lnTo>
                <a:lnTo>
                  <a:pt x="1536725" y="2792337"/>
                </a:lnTo>
                <a:lnTo>
                  <a:pt x="1399542" y="2799083"/>
                </a:lnTo>
                <a:lnTo>
                  <a:pt x="1262358" y="2792337"/>
                </a:lnTo>
                <a:lnTo>
                  <a:pt x="1126505" y="2772198"/>
                </a:lnTo>
                <a:lnTo>
                  <a:pt x="993283" y="2738819"/>
                </a:lnTo>
                <a:lnTo>
                  <a:pt x="863965" y="2692550"/>
                </a:lnTo>
                <a:lnTo>
                  <a:pt x="739798" y="2633825"/>
                </a:lnTo>
                <a:lnTo>
                  <a:pt x="621998" y="2563218"/>
                </a:lnTo>
                <a:lnTo>
                  <a:pt x="511686" y="2481401"/>
                </a:lnTo>
                <a:lnTo>
                  <a:pt x="409916" y="2389167"/>
                </a:lnTo>
                <a:lnTo>
                  <a:pt x="317682" y="2287397"/>
                </a:lnTo>
                <a:lnTo>
                  <a:pt x="235865" y="2177085"/>
                </a:lnTo>
                <a:lnTo>
                  <a:pt x="165258" y="2059285"/>
                </a:lnTo>
                <a:lnTo>
                  <a:pt x="106533" y="1935118"/>
                </a:lnTo>
                <a:lnTo>
                  <a:pt x="60264" y="1805800"/>
                </a:lnTo>
                <a:lnTo>
                  <a:pt x="26885" y="1672578"/>
                </a:lnTo>
                <a:lnTo>
                  <a:pt x="6746" y="1536725"/>
                </a:lnTo>
                <a:lnTo>
                  <a:pt x="0" y="1399542"/>
                </a:lnTo>
                <a:lnTo>
                  <a:pt x="6746" y="1262358"/>
                </a:lnTo>
                <a:lnTo>
                  <a:pt x="26885" y="1126505"/>
                </a:lnTo>
                <a:lnTo>
                  <a:pt x="60264" y="993283"/>
                </a:lnTo>
                <a:lnTo>
                  <a:pt x="106533" y="863965"/>
                </a:lnTo>
                <a:lnTo>
                  <a:pt x="165258" y="739798"/>
                </a:lnTo>
                <a:lnTo>
                  <a:pt x="235865" y="621998"/>
                </a:lnTo>
                <a:lnTo>
                  <a:pt x="317682" y="511686"/>
                </a:lnTo>
                <a:lnTo>
                  <a:pt x="409916" y="409916"/>
                </a:lnTo>
                <a:lnTo>
                  <a:pt x="511686" y="317682"/>
                </a:lnTo>
                <a:lnTo>
                  <a:pt x="621998" y="235865"/>
                </a:lnTo>
                <a:lnTo>
                  <a:pt x="739798" y="165258"/>
                </a:lnTo>
                <a:lnTo>
                  <a:pt x="863965" y="106533"/>
                </a:lnTo>
                <a:lnTo>
                  <a:pt x="993283" y="60264"/>
                </a:lnTo>
                <a:lnTo>
                  <a:pt x="1126505" y="26885"/>
                </a:lnTo>
                <a:lnTo>
                  <a:pt x="1262358" y="6746"/>
                </a:lnTo>
                <a:close/>
              </a:path>
            </a:pathLst>
          </a:custGeom>
          <a:solidFill>
            <a:srgbClr val="5764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75"/>
          </a:p>
        </p:txBody>
      </p:sp>
      <p:sp>
        <p:nvSpPr>
          <p:cNvPr id="10" name="Freeform 9"/>
          <p:cNvSpPr/>
          <p:nvPr/>
        </p:nvSpPr>
        <p:spPr>
          <a:xfrm>
            <a:off x="8068636" y="2259086"/>
            <a:ext cx="1351692" cy="1351688"/>
          </a:xfrm>
          <a:custGeom>
            <a:avLst/>
            <a:gdLst>
              <a:gd name="connsiteX0" fmla="*/ 1399542 w 2799083"/>
              <a:gd name="connsiteY0" fmla="*/ 0 h 2799083"/>
              <a:gd name="connsiteX1" fmla="*/ 1536725 w 2799083"/>
              <a:gd name="connsiteY1" fmla="*/ 6746 h 2799083"/>
              <a:gd name="connsiteX2" fmla="*/ 1672578 w 2799083"/>
              <a:gd name="connsiteY2" fmla="*/ 26885 h 2799083"/>
              <a:gd name="connsiteX3" fmla="*/ 1805800 w 2799083"/>
              <a:gd name="connsiteY3" fmla="*/ 60264 h 2799083"/>
              <a:gd name="connsiteX4" fmla="*/ 1935118 w 2799083"/>
              <a:gd name="connsiteY4" fmla="*/ 106533 h 2799083"/>
              <a:gd name="connsiteX5" fmla="*/ 2059285 w 2799083"/>
              <a:gd name="connsiteY5" fmla="*/ 165258 h 2799083"/>
              <a:gd name="connsiteX6" fmla="*/ 2177085 w 2799083"/>
              <a:gd name="connsiteY6" fmla="*/ 235865 h 2799083"/>
              <a:gd name="connsiteX7" fmla="*/ 2287397 w 2799083"/>
              <a:gd name="connsiteY7" fmla="*/ 317682 h 2799083"/>
              <a:gd name="connsiteX8" fmla="*/ 2389167 w 2799083"/>
              <a:gd name="connsiteY8" fmla="*/ 409916 h 2799083"/>
              <a:gd name="connsiteX9" fmla="*/ 2481401 w 2799083"/>
              <a:gd name="connsiteY9" fmla="*/ 511686 h 2799083"/>
              <a:gd name="connsiteX10" fmla="*/ 2563218 w 2799083"/>
              <a:gd name="connsiteY10" fmla="*/ 621998 h 2799083"/>
              <a:gd name="connsiteX11" fmla="*/ 2633825 w 2799083"/>
              <a:gd name="connsiteY11" fmla="*/ 739798 h 2799083"/>
              <a:gd name="connsiteX12" fmla="*/ 2692550 w 2799083"/>
              <a:gd name="connsiteY12" fmla="*/ 863965 h 2799083"/>
              <a:gd name="connsiteX13" fmla="*/ 2738819 w 2799083"/>
              <a:gd name="connsiteY13" fmla="*/ 993283 h 2799083"/>
              <a:gd name="connsiteX14" fmla="*/ 2772198 w 2799083"/>
              <a:gd name="connsiteY14" fmla="*/ 1126505 h 2799083"/>
              <a:gd name="connsiteX15" fmla="*/ 2792337 w 2799083"/>
              <a:gd name="connsiteY15" fmla="*/ 1262358 h 2799083"/>
              <a:gd name="connsiteX16" fmla="*/ 2799083 w 2799083"/>
              <a:gd name="connsiteY16" fmla="*/ 1399542 h 2799083"/>
              <a:gd name="connsiteX17" fmla="*/ 2792337 w 2799083"/>
              <a:gd name="connsiteY17" fmla="*/ 1536725 h 2799083"/>
              <a:gd name="connsiteX18" fmla="*/ 2772198 w 2799083"/>
              <a:gd name="connsiteY18" fmla="*/ 1672578 h 2799083"/>
              <a:gd name="connsiteX19" fmla="*/ 2738819 w 2799083"/>
              <a:gd name="connsiteY19" fmla="*/ 1805800 h 2799083"/>
              <a:gd name="connsiteX20" fmla="*/ 2692550 w 2799083"/>
              <a:gd name="connsiteY20" fmla="*/ 1935118 h 2799083"/>
              <a:gd name="connsiteX21" fmla="*/ 2633825 w 2799083"/>
              <a:gd name="connsiteY21" fmla="*/ 2059285 h 2799083"/>
              <a:gd name="connsiteX22" fmla="*/ 2563218 w 2799083"/>
              <a:gd name="connsiteY22" fmla="*/ 2177085 h 2799083"/>
              <a:gd name="connsiteX23" fmla="*/ 2481401 w 2799083"/>
              <a:gd name="connsiteY23" fmla="*/ 2287397 h 2799083"/>
              <a:gd name="connsiteX24" fmla="*/ 2389167 w 2799083"/>
              <a:gd name="connsiteY24" fmla="*/ 2389167 h 2799083"/>
              <a:gd name="connsiteX25" fmla="*/ 2287397 w 2799083"/>
              <a:gd name="connsiteY25" fmla="*/ 2481401 h 2799083"/>
              <a:gd name="connsiteX26" fmla="*/ 2177085 w 2799083"/>
              <a:gd name="connsiteY26" fmla="*/ 2563218 h 2799083"/>
              <a:gd name="connsiteX27" fmla="*/ 2059285 w 2799083"/>
              <a:gd name="connsiteY27" fmla="*/ 2633825 h 2799083"/>
              <a:gd name="connsiteX28" fmla="*/ 1935118 w 2799083"/>
              <a:gd name="connsiteY28" fmla="*/ 2692550 h 2799083"/>
              <a:gd name="connsiteX29" fmla="*/ 1805800 w 2799083"/>
              <a:gd name="connsiteY29" fmla="*/ 2738819 h 2799083"/>
              <a:gd name="connsiteX30" fmla="*/ 1672578 w 2799083"/>
              <a:gd name="connsiteY30" fmla="*/ 2772198 h 2799083"/>
              <a:gd name="connsiteX31" fmla="*/ 1536725 w 2799083"/>
              <a:gd name="connsiteY31" fmla="*/ 2792337 h 2799083"/>
              <a:gd name="connsiteX32" fmla="*/ 1399542 w 2799083"/>
              <a:gd name="connsiteY32" fmla="*/ 2799083 h 2799083"/>
              <a:gd name="connsiteX33" fmla="*/ 1262358 w 2799083"/>
              <a:gd name="connsiteY33" fmla="*/ 2792337 h 2799083"/>
              <a:gd name="connsiteX34" fmla="*/ 1126505 w 2799083"/>
              <a:gd name="connsiteY34" fmla="*/ 2772198 h 2799083"/>
              <a:gd name="connsiteX35" fmla="*/ 993283 w 2799083"/>
              <a:gd name="connsiteY35" fmla="*/ 2738819 h 2799083"/>
              <a:gd name="connsiteX36" fmla="*/ 863965 w 2799083"/>
              <a:gd name="connsiteY36" fmla="*/ 2692550 h 2799083"/>
              <a:gd name="connsiteX37" fmla="*/ 739798 w 2799083"/>
              <a:gd name="connsiteY37" fmla="*/ 2633825 h 2799083"/>
              <a:gd name="connsiteX38" fmla="*/ 621998 w 2799083"/>
              <a:gd name="connsiteY38" fmla="*/ 2563218 h 2799083"/>
              <a:gd name="connsiteX39" fmla="*/ 511686 w 2799083"/>
              <a:gd name="connsiteY39" fmla="*/ 2481401 h 2799083"/>
              <a:gd name="connsiteX40" fmla="*/ 409916 w 2799083"/>
              <a:gd name="connsiteY40" fmla="*/ 2389167 h 2799083"/>
              <a:gd name="connsiteX41" fmla="*/ 317682 w 2799083"/>
              <a:gd name="connsiteY41" fmla="*/ 2287397 h 2799083"/>
              <a:gd name="connsiteX42" fmla="*/ 235865 w 2799083"/>
              <a:gd name="connsiteY42" fmla="*/ 2177085 h 2799083"/>
              <a:gd name="connsiteX43" fmla="*/ 165258 w 2799083"/>
              <a:gd name="connsiteY43" fmla="*/ 2059285 h 2799083"/>
              <a:gd name="connsiteX44" fmla="*/ 106533 w 2799083"/>
              <a:gd name="connsiteY44" fmla="*/ 1935118 h 2799083"/>
              <a:gd name="connsiteX45" fmla="*/ 60264 w 2799083"/>
              <a:gd name="connsiteY45" fmla="*/ 1805800 h 2799083"/>
              <a:gd name="connsiteX46" fmla="*/ 26885 w 2799083"/>
              <a:gd name="connsiteY46" fmla="*/ 1672578 h 2799083"/>
              <a:gd name="connsiteX47" fmla="*/ 6746 w 2799083"/>
              <a:gd name="connsiteY47" fmla="*/ 1536725 h 2799083"/>
              <a:gd name="connsiteX48" fmla="*/ 0 w 2799083"/>
              <a:gd name="connsiteY48" fmla="*/ 1399542 h 2799083"/>
              <a:gd name="connsiteX49" fmla="*/ 6746 w 2799083"/>
              <a:gd name="connsiteY49" fmla="*/ 1262358 h 2799083"/>
              <a:gd name="connsiteX50" fmla="*/ 26885 w 2799083"/>
              <a:gd name="connsiteY50" fmla="*/ 1126505 h 2799083"/>
              <a:gd name="connsiteX51" fmla="*/ 60264 w 2799083"/>
              <a:gd name="connsiteY51" fmla="*/ 993283 h 2799083"/>
              <a:gd name="connsiteX52" fmla="*/ 106533 w 2799083"/>
              <a:gd name="connsiteY52" fmla="*/ 863965 h 2799083"/>
              <a:gd name="connsiteX53" fmla="*/ 165258 w 2799083"/>
              <a:gd name="connsiteY53" fmla="*/ 739798 h 2799083"/>
              <a:gd name="connsiteX54" fmla="*/ 235865 w 2799083"/>
              <a:gd name="connsiteY54" fmla="*/ 621998 h 2799083"/>
              <a:gd name="connsiteX55" fmla="*/ 317682 w 2799083"/>
              <a:gd name="connsiteY55" fmla="*/ 511686 h 2799083"/>
              <a:gd name="connsiteX56" fmla="*/ 409916 w 2799083"/>
              <a:gd name="connsiteY56" fmla="*/ 409916 h 2799083"/>
              <a:gd name="connsiteX57" fmla="*/ 511686 w 2799083"/>
              <a:gd name="connsiteY57" fmla="*/ 317682 h 2799083"/>
              <a:gd name="connsiteX58" fmla="*/ 621998 w 2799083"/>
              <a:gd name="connsiteY58" fmla="*/ 235865 h 2799083"/>
              <a:gd name="connsiteX59" fmla="*/ 739798 w 2799083"/>
              <a:gd name="connsiteY59" fmla="*/ 165258 h 2799083"/>
              <a:gd name="connsiteX60" fmla="*/ 863965 w 2799083"/>
              <a:gd name="connsiteY60" fmla="*/ 106533 h 2799083"/>
              <a:gd name="connsiteX61" fmla="*/ 993283 w 2799083"/>
              <a:gd name="connsiteY61" fmla="*/ 60264 h 2799083"/>
              <a:gd name="connsiteX62" fmla="*/ 1126505 w 2799083"/>
              <a:gd name="connsiteY62" fmla="*/ 26885 h 2799083"/>
              <a:gd name="connsiteX63" fmla="*/ 1262358 w 2799083"/>
              <a:gd name="connsiteY63" fmla="*/ 6746 h 279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2799083" h="2799083">
                <a:moveTo>
                  <a:pt x="1399542" y="0"/>
                </a:moveTo>
                <a:lnTo>
                  <a:pt x="1536725" y="6746"/>
                </a:lnTo>
                <a:lnTo>
                  <a:pt x="1672578" y="26885"/>
                </a:lnTo>
                <a:lnTo>
                  <a:pt x="1805800" y="60264"/>
                </a:lnTo>
                <a:lnTo>
                  <a:pt x="1935118" y="106533"/>
                </a:lnTo>
                <a:lnTo>
                  <a:pt x="2059285" y="165258"/>
                </a:lnTo>
                <a:lnTo>
                  <a:pt x="2177085" y="235865"/>
                </a:lnTo>
                <a:lnTo>
                  <a:pt x="2287397" y="317682"/>
                </a:lnTo>
                <a:lnTo>
                  <a:pt x="2389167" y="409916"/>
                </a:lnTo>
                <a:lnTo>
                  <a:pt x="2481401" y="511686"/>
                </a:lnTo>
                <a:lnTo>
                  <a:pt x="2563218" y="621998"/>
                </a:lnTo>
                <a:lnTo>
                  <a:pt x="2633825" y="739798"/>
                </a:lnTo>
                <a:lnTo>
                  <a:pt x="2692550" y="863965"/>
                </a:lnTo>
                <a:lnTo>
                  <a:pt x="2738819" y="993283"/>
                </a:lnTo>
                <a:lnTo>
                  <a:pt x="2772198" y="1126505"/>
                </a:lnTo>
                <a:lnTo>
                  <a:pt x="2792337" y="1262358"/>
                </a:lnTo>
                <a:lnTo>
                  <a:pt x="2799083" y="1399542"/>
                </a:lnTo>
                <a:lnTo>
                  <a:pt x="2792337" y="1536725"/>
                </a:lnTo>
                <a:lnTo>
                  <a:pt x="2772198" y="1672578"/>
                </a:lnTo>
                <a:lnTo>
                  <a:pt x="2738819" y="1805800"/>
                </a:lnTo>
                <a:lnTo>
                  <a:pt x="2692550" y="1935118"/>
                </a:lnTo>
                <a:lnTo>
                  <a:pt x="2633825" y="2059285"/>
                </a:lnTo>
                <a:lnTo>
                  <a:pt x="2563218" y="2177085"/>
                </a:lnTo>
                <a:lnTo>
                  <a:pt x="2481401" y="2287397"/>
                </a:lnTo>
                <a:lnTo>
                  <a:pt x="2389167" y="2389167"/>
                </a:lnTo>
                <a:lnTo>
                  <a:pt x="2287397" y="2481401"/>
                </a:lnTo>
                <a:lnTo>
                  <a:pt x="2177085" y="2563218"/>
                </a:lnTo>
                <a:lnTo>
                  <a:pt x="2059285" y="2633825"/>
                </a:lnTo>
                <a:lnTo>
                  <a:pt x="1935118" y="2692550"/>
                </a:lnTo>
                <a:lnTo>
                  <a:pt x="1805800" y="2738819"/>
                </a:lnTo>
                <a:lnTo>
                  <a:pt x="1672578" y="2772198"/>
                </a:lnTo>
                <a:lnTo>
                  <a:pt x="1536725" y="2792337"/>
                </a:lnTo>
                <a:lnTo>
                  <a:pt x="1399542" y="2799083"/>
                </a:lnTo>
                <a:lnTo>
                  <a:pt x="1262358" y="2792337"/>
                </a:lnTo>
                <a:lnTo>
                  <a:pt x="1126505" y="2772198"/>
                </a:lnTo>
                <a:lnTo>
                  <a:pt x="993283" y="2738819"/>
                </a:lnTo>
                <a:lnTo>
                  <a:pt x="863965" y="2692550"/>
                </a:lnTo>
                <a:lnTo>
                  <a:pt x="739798" y="2633825"/>
                </a:lnTo>
                <a:lnTo>
                  <a:pt x="621998" y="2563218"/>
                </a:lnTo>
                <a:lnTo>
                  <a:pt x="511686" y="2481401"/>
                </a:lnTo>
                <a:lnTo>
                  <a:pt x="409916" y="2389167"/>
                </a:lnTo>
                <a:lnTo>
                  <a:pt x="317682" y="2287397"/>
                </a:lnTo>
                <a:lnTo>
                  <a:pt x="235865" y="2177085"/>
                </a:lnTo>
                <a:lnTo>
                  <a:pt x="165258" y="2059285"/>
                </a:lnTo>
                <a:lnTo>
                  <a:pt x="106533" y="1935118"/>
                </a:lnTo>
                <a:lnTo>
                  <a:pt x="60264" y="1805800"/>
                </a:lnTo>
                <a:lnTo>
                  <a:pt x="26885" y="1672578"/>
                </a:lnTo>
                <a:lnTo>
                  <a:pt x="6746" y="1536725"/>
                </a:lnTo>
                <a:lnTo>
                  <a:pt x="0" y="1399542"/>
                </a:lnTo>
                <a:lnTo>
                  <a:pt x="6746" y="1262358"/>
                </a:lnTo>
                <a:lnTo>
                  <a:pt x="26885" y="1126505"/>
                </a:lnTo>
                <a:lnTo>
                  <a:pt x="60264" y="993283"/>
                </a:lnTo>
                <a:lnTo>
                  <a:pt x="106533" y="863965"/>
                </a:lnTo>
                <a:lnTo>
                  <a:pt x="165258" y="739798"/>
                </a:lnTo>
                <a:lnTo>
                  <a:pt x="235865" y="621998"/>
                </a:lnTo>
                <a:lnTo>
                  <a:pt x="317682" y="511686"/>
                </a:lnTo>
                <a:lnTo>
                  <a:pt x="409916" y="409916"/>
                </a:lnTo>
                <a:lnTo>
                  <a:pt x="511686" y="317682"/>
                </a:lnTo>
                <a:lnTo>
                  <a:pt x="621998" y="235865"/>
                </a:lnTo>
                <a:lnTo>
                  <a:pt x="739798" y="165258"/>
                </a:lnTo>
                <a:lnTo>
                  <a:pt x="863965" y="106533"/>
                </a:lnTo>
                <a:lnTo>
                  <a:pt x="993283" y="60264"/>
                </a:lnTo>
                <a:lnTo>
                  <a:pt x="1126505" y="26885"/>
                </a:lnTo>
                <a:lnTo>
                  <a:pt x="1262358" y="6746"/>
                </a:lnTo>
                <a:close/>
              </a:path>
            </a:pathLst>
          </a:cu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75"/>
          </a:p>
        </p:txBody>
      </p:sp>
      <p:cxnSp>
        <p:nvCxnSpPr>
          <p:cNvPr id="11" name="Straight Connector 10"/>
          <p:cNvCxnSpPr>
            <a:stCxn id="5" idx="15"/>
            <a:endCxn id="4" idx="49"/>
          </p:cNvCxnSpPr>
          <p:nvPr/>
        </p:nvCxnSpPr>
        <p:spPr>
          <a:xfrm>
            <a:off x="4805308" y="2575936"/>
            <a:ext cx="793143" cy="200815"/>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a:cxnSpLocks/>
            <a:stCxn id="6" idx="9"/>
            <a:endCxn id="4" idx="42"/>
          </p:cNvCxnSpPr>
          <p:nvPr/>
        </p:nvCxnSpPr>
        <p:spPr>
          <a:xfrm flipV="1">
            <a:off x="4705901" y="3347975"/>
            <a:ext cx="1035629" cy="769242"/>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a:stCxn id="7" idx="2"/>
            <a:endCxn id="4" idx="37"/>
          </p:cNvCxnSpPr>
          <p:nvPr/>
        </p:nvCxnSpPr>
        <p:spPr>
          <a:xfrm flipV="1">
            <a:off x="5989075" y="3633198"/>
            <a:ext cx="67149" cy="373951"/>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9" idx="60"/>
            <a:endCxn id="4" idx="28"/>
          </p:cNvCxnSpPr>
          <p:nvPr/>
        </p:nvCxnSpPr>
        <p:spPr>
          <a:xfrm flipH="1" flipV="1">
            <a:off x="6802673" y="3669871"/>
            <a:ext cx="805134" cy="1430273"/>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a:stCxn id="8" idx="53"/>
            <a:endCxn id="4" idx="23"/>
          </p:cNvCxnSpPr>
          <p:nvPr/>
        </p:nvCxnSpPr>
        <p:spPr>
          <a:xfrm flipH="1" flipV="1">
            <a:off x="7143814" y="3416863"/>
            <a:ext cx="1162275" cy="799486"/>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10" idx="49"/>
            <a:endCxn id="4" idx="15"/>
          </p:cNvCxnSpPr>
          <p:nvPr/>
        </p:nvCxnSpPr>
        <p:spPr>
          <a:xfrm flipH="1" flipV="1">
            <a:off x="7337986" y="2776750"/>
            <a:ext cx="733908" cy="91933"/>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3683234" y="2768103"/>
            <a:ext cx="1034003" cy="184666"/>
          </a:xfrm>
          <a:prstGeom prst="rect">
            <a:avLst/>
          </a:prstGeom>
          <a:noFill/>
        </p:spPr>
        <p:txBody>
          <a:bodyPr wrap="square" lIns="0" tIns="0" rIns="0" bIns="0" rtlCol="0">
            <a:spAutoFit/>
          </a:bodyPr>
          <a:lstStyle/>
          <a:p>
            <a:pPr algn="ctr"/>
            <a:r>
              <a:rPr lang="en-US" sz="1200" b="1" dirty="0">
                <a:solidFill>
                  <a:schemeClr val="bg1"/>
                </a:solidFill>
                <a:latin typeface="Lato" panose="020F0502020204030203" pitchFamily="34" charset="0"/>
              </a:rPr>
              <a:t>Outreach</a:t>
            </a:r>
          </a:p>
        </p:txBody>
      </p:sp>
      <p:sp>
        <p:nvSpPr>
          <p:cNvPr id="41" name="TextBox 40"/>
          <p:cNvSpPr txBox="1"/>
          <p:nvPr/>
        </p:nvSpPr>
        <p:spPr>
          <a:xfrm>
            <a:off x="5697189" y="2413473"/>
            <a:ext cx="1542056" cy="769441"/>
          </a:xfrm>
          <a:prstGeom prst="rect">
            <a:avLst/>
          </a:prstGeom>
          <a:noFill/>
        </p:spPr>
        <p:txBody>
          <a:bodyPr wrap="square" lIns="0" tIns="0" rIns="0" bIns="0" rtlCol="0">
            <a:spAutoFit/>
          </a:bodyPr>
          <a:lstStyle/>
          <a:p>
            <a:pPr algn="ctr"/>
            <a:r>
              <a:rPr lang="en-US" b="1" cap="all" spc="27" dirty="0">
                <a:solidFill>
                  <a:schemeClr val="bg1"/>
                </a:solidFill>
                <a:latin typeface="Lato" panose="020F0502020204030203" pitchFamily="34" charset="0"/>
              </a:rPr>
              <a:t>CARC</a:t>
            </a:r>
          </a:p>
          <a:p>
            <a:pPr algn="ctr"/>
            <a:r>
              <a:rPr lang="en-US" sz="1600" b="1" cap="all" spc="27" dirty="0">
                <a:solidFill>
                  <a:schemeClr val="bg1"/>
                </a:solidFill>
                <a:latin typeface="Lato" panose="020F0502020204030203" pitchFamily="34" charset="0"/>
              </a:rPr>
              <a:t>user</a:t>
            </a:r>
          </a:p>
          <a:p>
            <a:pPr algn="ctr"/>
            <a:r>
              <a:rPr lang="en-US" sz="1600" b="1" cap="all" spc="27" dirty="0">
                <a:solidFill>
                  <a:schemeClr val="bg1"/>
                </a:solidFill>
                <a:latin typeface="Lato" panose="020F0502020204030203" pitchFamily="34" charset="0"/>
              </a:rPr>
              <a:t>services</a:t>
            </a:r>
          </a:p>
        </p:txBody>
      </p:sp>
      <p:sp>
        <p:nvSpPr>
          <p:cNvPr id="42" name="TextBox 41"/>
          <p:cNvSpPr txBox="1"/>
          <p:nvPr/>
        </p:nvSpPr>
        <p:spPr>
          <a:xfrm>
            <a:off x="3684497" y="4646931"/>
            <a:ext cx="1034003" cy="184666"/>
          </a:xfrm>
          <a:prstGeom prst="rect">
            <a:avLst/>
          </a:prstGeom>
          <a:noFill/>
        </p:spPr>
        <p:txBody>
          <a:bodyPr wrap="square" lIns="0" tIns="0" rIns="0" bIns="0" rtlCol="0">
            <a:spAutoFit/>
          </a:bodyPr>
          <a:lstStyle/>
          <a:p>
            <a:pPr algn="ctr"/>
            <a:r>
              <a:rPr lang="en-US" sz="1200" b="1" dirty="0">
                <a:solidFill>
                  <a:schemeClr val="bg1"/>
                </a:solidFill>
                <a:latin typeface="Lato" panose="020F0502020204030203" pitchFamily="34" charset="0"/>
              </a:rPr>
              <a:t>User Portal</a:t>
            </a:r>
          </a:p>
        </p:txBody>
      </p:sp>
      <p:sp>
        <p:nvSpPr>
          <p:cNvPr id="43" name="TextBox 42"/>
          <p:cNvSpPr txBox="1"/>
          <p:nvPr/>
        </p:nvSpPr>
        <p:spPr>
          <a:xfrm>
            <a:off x="5361249" y="4749434"/>
            <a:ext cx="1034003" cy="184666"/>
          </a:xfrm>
          <a:prstGeom prst="rect">
            <a:avLst/>
          </a:prstGeom>
          <a:noFill/>
        </p:spPr>
        <p:txBody>
          <a:bodyPr wrap="square" lIns="0" tIns="0" rIns="0" bIns="0" rtlCol="0">
            <a:spAutoFit/>
          </a:bodyPr>
          <a:lstStyle/>
          <a:p>
            <a:pPr algn="ctr"/>
            <a:r>
              <a:rPr lang="en-US" sz="1200" b="1" dirty="0">
                <a:solidFill>
                  <a:schemeClr val="bg1"/>
                </a:solidFill>
                <a:latin typeface="Lato" panose="020F0502020204030203" pitchFamily="34" charset="0"/>
              </a:rPr>
              <a:t>Education</a:t>
            </a:r>
          </a:p>
        </p:txBody>
      </p:sp>
      <p:sp>
        <p:nvSpPr>
          <p:cNvPr id="44" name="TextBox 43"/>
          <p:cNvSpPr txBox="1"/>
          <p:nvPr/>
        </p:nvSpPr>
        <p:spPr>
          <a:xfrm>
            <a:off x="7306767" y="5709303"/>
            <a:ext cx="1034003" cy="328423"/>
          </a:xfrm>
          <a:prstGeom prst="rect">
            <a:avLst/>
          </a:prstGeom>
          <a:noFill/>
        </p:spPr>
        <p:txBody>
          <a:bodyPr wrap="square" lIns="0" tIns="0" rIns="0" bIns="0" rtlCol="0">
            <a:spAutoFit/>
          </a:bodyPr>
          <a:lstStyle/>
          <a:p>
            <a:pPr algn="ctr"/>
            <a:r>
              <a:rPr lang="en-US" sz="1067" b="1" dirty="0">
                <a:solidFill>
                  <a:schemeClr val="bg1"/>
                </a:solidFill>
                <a:latin typeface="Lato" panose="020F0502020204030203" pitchFamily="34" charset="0"/>
              </a:rPr>
              <a:t>Online Resources</a:t>
            </a:r>
          </a:p>
        </p:txBody>
      </p:sp>
      <p:sp>
        <p:nvSpPr>
          <p:cNvPr id="45" name="TextBox 44"/>
          <p:cNvSpPr txBox="1"/>
          <p:nvPr/>
        </p:nvSpPr>
        <p:spPr>
          <a:xfrm>
            <a:off x="8275147" y="4634204"/>
            <a:ext cx="1034003" cy="184666"/>
          </a:xfrm>
          <a:prstGeom prst="rect">
            <a:avLst/>
          </a:prstGeom>
          <a:noFill/>
        </p:spPr>
        <p:txBody>
          <a:bodyPr wrap="square" lIns="0" tIns="0" rIns="0" bIns="0" rtlCol="0">
            <a:spAutoFit/>
          </a:bodyPr>
          <a:lstStyle/>
          <a:p>
            <a:pPr algn="ctr"/>
            <a:r>
              <a:rPr lang="en-US" sz="1200" b="1" dirty="0">
                <a:solidFill>
                  <a:schemeClr val="bg1"/>
                </a:solidFill>
                <a:latin typeface="Lato" panose="020F0502020204030203" pitchFamily="34" charset="0"/>
              </a:rPr>
              <a:t>User Forum</a:t>
            </a:r>
          </a:p>
        </p:txBody>
      </p:sp>
      <p:sp>
        <p:nvSpPr>
          <p:cNvPr id="46" name="TextBox 45"/>
          <p:cNvSpPr txBox="1"/>
          <p:nvPr/>
        </p:nvSpPr>
        <p:spPr>
          <a:xfrm>
            <a:off x="8219700" y="3101778"/>
            <a:ext cx="1034003" cy="184666"/>
          </a:xfrm>
          <a:prstGeom prst="rect">
            <a:avLst/>
          </a:prstGeom>
          <a:noFill/>
        </p:spPr>
        <p:txBody>
          <a:bodyPr wrap="square" lIns="0" tIns="0" rIns="0" bIns="0" rtlCol="0">
            <a:spAutoFit/>
          </a:bodyPr>
          <a:lstStyle/>
          <a:p>
            <a:pPr algn="ctr"/>
            <a:r>
              <a:rPr lang="en-US" sz="1200" b="1" dirty="0">
                <a:solidFill>
                  <a:schemeClr val="bg1"/>
                </a:solidFill>
                <a:latin typeface="Lato" panose="020F0502020204030203" pitchFamily="34" charset="0"/>
              </a:rPr>
              <a:t>Tickets</a:t>
            </a:r>
          </a:p>
        </p:txBody>
      </p:sp>
      <p:grpSp>
        <p:nvGrpSpPr>
          <p:cNvPr id="23" name="Group 22"/>
          <p:cNvGrpSpPr/>
          <p:nvPr/>
        </p:nvGrpSpPr>
        <p:grpSpPr>
          <a:xfrm>
            <a:off x="1911726" y="2308362"/>
            <a:ext cx="1622721" cy="535147"/>
            <a:chOff x="1155820" y="2099633"/>
            <a:chExt cx="1217041" cy="401360"/>
          </a:xfrm>
        </p:grpSpPr>
        <p:sp>
          <p:nvSpPr>
            <p:cNvPr id="47" name="TextBox 46"/>
            <p:cNvSpPr txBox="1"/>
            <p:nvPr/>
          </p:nvSpPr>
          <p:spPr>
            <a:xfrm>
              <a:off x="1155820" y="2099633"/>
              <a:ext cx="1026388" cy="401360"/>
            </a:xfrm>
            <a:prstGeom prst="rect">
              <a:avLst/>
            </a:prstGeom>
            <a:noFill/>
          </p:spPr>
          <p:txBody>
            <a:bodyPr wrap="square" lIns="0" tIns="0" rIns="0" bIns="0" rtlCol="0">
              <a:spAutoFit/>
            </a:bodyPr>
            <a:lstStyle/>
            <a:p>
              <a:pPr algn="r">
                <a:lnSpc>
                  <a:spcPct val="120000"/>
                </a:lnSpc>
              </a:pPr>
              <a:r>
                <a:rPr lang="en-US" sz="1000" b="1" cap="all" spc="27" dirty="0">
                  <a:solidFill>
                    <a:schemeClr val="accent4"/>
                  </a:solidFill>
                  <a:latin typeface="Lato" panose="020F0502020204030203" pitchFamily="34" charset="0"/>
                  <a:ea typeface="Open Sans Light" panose="020B0306030504020204" pitchFamily="34" charset="0"/>
                  <a:cs typeface="Open Sans Light" panose="020B0306030504020204" pitchFamily="34" charset="0"/>
                </a:rPr>
                <a:t>Social Media</a:t>
              </a:r>
            </a:p>
            <a:p>
              <a:pPr algn="r">
                <a:lnSpc>
                  <a:spcPct val="120000"/>
                </a:lnSpc>
              </a:pPr>
              <a:r>
                <a:rPr lang="en-US" sz="1000" b="1" cap="all" spc="27" dirty="0">
                  <a:solidFill>
                    <a:schemeClr val="accent4"/>
                  </a:solidFill>
                  <a:latin typeface="Lato" panose="020F0502020204030203" pitchFamily="34" charset="0"/>
                  <a:ea typeface="Open Sans Light" panose="020B0306030504020204" pitchFamily="34" charset="0"/>
                  <a:cs typeface="Open Sans Light" panose="020B0306030504020204" pitchFamily="34" charset="0"/>
                </a:rPr>
                <a:t>news stories</a:t>
              </a:r>
            </a:p>
            <a:p>
              <a:pPr algn="r">
                <a:lnSpc>
                  <a:spcPct val="120000"/>
                </a:lnSpc>
              </a:pPr>
              <a:r>
                <a:rPr lang="en-US" sz="1000" b="1" cap="all" spc="27" dirty="0">
                  <a:solidFill>
                    <a:schemeClr val="accent4"/>
                  </a:solidFill>
                  <a:latin typeface="Lato" panose="020F0502020204030203" pitchFamily="34" charset="0"/>
                  <a:ea typeface="Open Sans Light" panose="020B0306030504020204" pitchFamily="34" charset="0"/>
                  <a:cs typeface="Open Sans Light" panose="020B0306030504020204" pitchFamily="34" charset="0"/>
                </a:rPr>
                <a:t>Newsletter</a:t>
              </a:r>
            </a:p>
          </p:txBody>
        </p:sp>
        <p:cxnSp>
          <p:nvCxnSpPr>
            <p:cNvPr id="56" name="Straight Connector 55"/>
            <p:cNvCxnSpPr/>
            <p:nvPr/>
          </p:nvCxnSpPr>
          <p:spPr>
            <a:xfrm flipH="1">
              <a:off x="2267842" y="2166751"/>
              <a:ext cx="105019" cy="0"/>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a:xfrm flipH="1">
              <a:off x="2267842" y="2301413"/>
              <a:ext cx="105019" cy="0"/>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flipH="1">
              <a:off x="2267842" y="2441113"/>
              <a:ext cx="105019" cy="0"/>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grpSp>
      <p:grpSp>
        <p:nvGrpSpPr>
          <p:cNvPr id="22" name="Group 21"/>
          <p:cNvGrpSpPr/>
          <p:nvPr/>
        </p:nvGrpSpPr>
        <p:grpSpPr>
          <a:xfrm>
            <a:off x="2142917" y="4904568"/>
            <a:ext cx="1633603" cy="350481"/>
            <a:chOff x="1024383" y="3311899"/>
            <a:chExt cx="1225202" cy="262861"/>
          </a:xfrm>
        </p:grpSpPr>
        <p:sp>
          <p:nvSpPr>
            <p:cNvPr id="48" name="TextBox 47"/>
            <p:cNvSpPr txBox="1"/>
            <p:nvPr/>
          </p:nvSpPr>
          <p:spPr>
            <a:xfrm>
              <a:off x="1024383" y="3311899"/>
              <a:ext cx="1026388" cy="262861"/>
            </a:xfrm>
            <a:prstGeom prst="rect">
              <a:avLst/>
            </a:prstGeom>
            <a:noFill/>
          </p:spPr>
          <p:txBody>
            <a:bodyPr wrap="square" lIns="0" tIns="0" rIns="0" bIns="0" rtlCol="0">
              <a:spAutoFit/>
            </a:bodyPr>
            <a:lstStyle/>
            <a:p>
              <a:pPr algn="r">
                <a:lnSpc>
                  <a:spcPct val="120000"/>
                </a:lnSpc>
              </a:pPr>
              <a:r>
                <a:rPr lang="en-US" sz="1000" b="1" cap="all" spc="27" dirty="0">
                  <a:solidFill>
                    <a:schemeClr val="accent4"/>
                  </a:solidFill>
                  <a:latin typeface="Lato" panose="020F0502020204030203" pitchFamily="34" charset="0"/>
                  <a:ea typeface="Open Sans Light" panose="020B0306030504020204" pitchFamily="34" charset="0"/>
                  <a:cs typeface="Open Sans Light" panose="020B0306030504020204" pitchFamily="34" charset="0"/>
                </a:rPr>
                <a:t>Project </a:t>
              </a:r>
              <a:r>
                <a:rPr lang="en-US" sz="1000" b="1" cap="all" spc="27" dirty="0" err="1">
                  <a:solidFill>
                    <a:schemeClr val="accent4"/>
                  </a:solidFill>
                  <a:latin typeface="Lato" panose="020F0502020204030203" pitchFamily="34" charset="0"/>
                  <a:ea typeface="Open Sans Light" panose="020B0306030504020204" pitchFamily="34" charset="0"/>
                  <a:cs typeface="Open Sans Light" panose="020B0306030504020204" pitchFamily="34" charset="0"/>
                </a:rPr>
                <a:t>mgmt</a:t>
              </a:r>
              <a:endParaRPr lang="en-US" sz="1000" b="1" cap="all" spc="27" dirty="0">
                <a:solidFill>
                  <a:schemeClr val="accent4"/>
                </a:solidFill>
                <a:latin typeface="Lato" panose="020F0502020204030203" pitchFamily="34" charset="0"/>
                <a:ea typeface="Open Sans Light" panose="020B0306030504020204" pitchFamily="34" charset="0"/>
                <a:cs typeface="Open Sans Light" panose="020B0306030504020204" pitchFamily="34" charset="0"/>
              </a:endParaRPr>
            </a:p>
            <a:p>
              <a:pPr algn="r">
                <a:lnSpc>
                  <a:spcPct val="120000"/>
                </a:lnSpc>
              </a:pPr>
              <a:r>
                <a:rPr lang="en-US" sz="1000" b="1" cap="all" spc="27" dirty="0">
                  <a:solidFill>
                    <a:schemeClr val="accent4"/>
                  </a:solidFill>
                  <a:latin typeface="Lato" panose="020F0502020204030203" pitchFamily="34" charset="0"/>
                  <a:ea typeface="Open Sans Light" panose="020B0306030504020204" pitchFamily="34" charset="0"/>
                  <a:cs typeface="Open Sans Light" panose="020B0306030504020204" pitchFamily="34" charset="0"/>
                </a:rPr>
                <a:t>allocation </a:t>
              </a:r>
              <a:r>
                <a:rPr lang="en-US" sz="1000" b="1" cap="all" spc="27" dirty="0" err="1">
                  <a:solidFill>
                    <a:schemeClr val="accent4"/>
                  </a:solidFill>
                  <a:latin typeface="Lato" panose="020F0502020204030203" pitchFamily="34" charset="0"/>
                  <a:ea typeface="Open Sans Light" panose="020B0306030504020204" pitchFamily="34" charset="0"/>
                  <a:cs typeface="Open Sans Light" panose="020B0306030504020204" pitchFamily="34" charset="0"/>
                </a:rPr>
                <a:t>mgmt</a:t>
              </a:r>
              <a:endParaRPr lang="en-US" sz="1000" b="1" cap="all" spc="27" dirty="0">
                <a:solidFill>
                  <a:schemeClr val="accent4"/>
                </a:solidFill>
                <a:latin typeface="Lato" panose="020F0502020204030203" pitchFamily="34" charset="0"/>
                <a:ea typeface="Open Sans Light" panose="020B0306030504020204" pitchFamily="34" charset="0"/>
                <a:cs typeface="Open Sans Light" panose="020B0306030504020204" pitchFamily="34" charset="0"/>
              </a:endParaRPr>
            </a:p>
          </p:txBody>
        </p:sp>
        <p:cxnSp>
          <p:nvCxnSpPr>
            <p:cNvPr id="59" name="Straight Connector 58"/>
            <p:cNvCxnSpPr/>
            <p:nvPr/>
          </p:nvCxnSpPr>
          <p:spPr>
            <a:xfrm flipH="1">
              <a:off x="2144566" y="3390356"/>
              <a:ext cx="105019" cy="0"/>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a:xfrm flipH="1">
              <a:off x="2144566" y="3525018"/>
              <a:ext cx="105019" cy="0"/>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grpSp>
      <p:grpSp>
        <p:nvGrpSpPr>
          <p:cNvPr id="19" name="Group 18"/>
          <p:cNvGrpSpPr/>
          <p:nvPr/>
        </p:nvGrpSpPr>
        <p:grpSpPr>
          <a:xfrm>
            <a:off x="8443327" y="5373381"/>
            <a:ext cx="1620751" cy="535147"/>
            <a:chOff x="5717388" y="3773673"/>
            <a:chExt cx="1215563" cy="401360"/>
          </a:xfrm>
        </p:grpSpPr>
        <p:sp>
          <p:nvSpPr>
            <p:cNvPr id="49" name="TextBox 48"/>
            <p:cNvSpPr txBox="1"/>
            <p:nvPr/>
          </p:nvSpPr>
          <p:spPr>
            <a:xfrm>
              <a:off x="5906563" y="3773673"/>
              <a:ext cx="1026388" cy="401360"/>
            </a:xfrm>
            <a:prstGeom prst="rect">
              <a:avLst/>
            </a:prstGeom>
            <a:noFill/>
          </p:spPr>
          <p:txBody>
            <a:bodyPr wrap="square" lIns="0" tIns="0" rIns="0" bIns="0" rtlCol="0">
              <a:spAutoFit/>
            </a:bodyPr>
            <a:lstStyle/>
            <a:p>
              <a:pPr>
                <a:lnSpc>
                  <a:spcPct val="120000"/>
                </a:lnSpc>
              </a:pPr>
              <a:r>
                <a:rPr lang="en-US" sz="1000" b="1" cap="all" spc="27" dirty="0">
                  <a:solidFill>
                    <a:schemeClr val="accent4"/>
                  </a:solidFill>
                  <a:latin typeface="Lato" panose="020F0502020204030203" pitchFamily="34" charset="0"/>
                  <a:ea typeface="Open Sans Light" panose="020B0306030504020204" pitchFamily="34" charset="0"/>
                  <a:cs typeface="Open Sans Light" panose="020B0306030504020204" pitchFamily="34" charset="0"/>
                </a:rPr>
                <a:t>User guides</a:t>
              </a:r>
            </a:p>
            <a:p>
              <a:pPr>
                <a:lnSpc>
                  <a:spcPct val="120000"/>
                </a:lnSpc>
              </a:pPr>
              <a:r>
                <a:rPr lang="en-US" sz="1000" b="1" cap="all" spc="27" dirty="0">
                  <a:solidFill>
                    <a:schemeClr val="accent4"/>
                  </a:solidFill>
                  <a:latin typeface="Lato" panose="020F0502020204030203" pitchFamily="34" charset="0"/>
                  <a:ea typeface="Open Sans Light" panose="020B0306030504020204" pitchFamily="34" charset="0"/>
                  <a:cs typeface="Open Sans Light" panose="020B0306030504020204" pitchFamily="34" charset="0"/>
                </a:rPr>
                <a:t>System info</a:t>
              </a:r>
            </a:p>
            <a:p>
              <a:pPr>
                <a:lnSpc>
                  <a:spcPct val="120000"/>
                </a:lnSpc>
              </a:pPr>
              <a:r>
                <a:rPr lang="en-US" sz="1000" b="1" cap="all" spc="27" dirty="0">
                  <a:solidFill>
                    <a:schemeClr val="accent4"/>
                  </a:solidFill>
                  <a:latin typeface="Lato" panose="020F0502020204030203" pitchFamily="34" charset="0"/>
                  <a:ea typeface="Open Sans Light" panose="020B0306030504020204" pitchFamily="34" charset="0"/>
                  <a:cs typeface="Open Sans Light" panose="020B0306030504020204" pitchFamily="34" charset="0"/>
                </a:rPr>
                <a:t>FAQ </a:t>
              </a:r>
            </a:p>
          </p:txBody>
        </p:sp>
        <p:cxnSp>
          <p:nvCxnSpPr>
            <p:cNvPr id="62" name="Straight Connector 61"/>
            <p:cNvCxnSpPr/>
            <p:nvPr/>
          </p:nvCxnSpPr>
          <p:spPr>
            <a:xfrm flipH="1">
              <a:off x="5717388" y="3843756"/>
              <a:ext cx="105019" cy="0"/>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flipH="1">
              <a:off x="5717388" y="3978418"/>
              <a:ext cx="105019" cy="0"/>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flipH="1">
              <a:off x="5717388" y="4118118"/>
              <a:ext cx="105019" cy="0"/>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grpSp>
      <p:grpSp>
        <p:nvGrpSpPr>
          <p:cNvPr id="18" name="Group 17"/>
          <p:cNvGrpSpPr/>
          <p:nvPr/>
        </p:nvGrpSpPr>
        <p:grpSpPr>
          <a:xfrm>
            <a:off x="9381302" y="4283814"/>
            <a:ext cx="1643371" cy="535145"/>
            <a:chOff x="6624173" y="3109666"/>
            <a:chExt cx="1232528" cy="401359"/>
          </a:xfrm>
        </p:grpSpPr>
        <p:sp>
          <p:nvSpPr>
            <p:cNvPr id="52" name="TextBox 51"/>
            <p:cNvSpPr txBox="1"/>
            <p:nvPr/>
          </p:nvSpPr>
          <p:spPr>
            <a:xfrm>
              <a:off x="6830313" y="3109666"/>
              <a:ext cx="1026388" cy="401359"/>
            </a:xfrm>
            <a:prstGeom prst="rect">
              <a:avLst/>
            </a:prstGeom>
            <a:noFill/>
          </p:spPr>
          <p:txBody>
            <a:bodyPr wrap="square" lIns="0" tIns="0" rIns="0" bIns="0" rtlCol="0">
              <a:spAutoFit/>
            </a:bodyPr>
            <a:lstStyle/>
            <a:p>
              <a:pPr>
                <a:lnSpc>
                  <a:spcPct val="120000"/>
                </a:lnSpc>
              </a:pPr>
              <a:r>
                <a:rPr lang="en-US" sz="1000" b="1" cap="all" spc="27" dirty="0">
                  <a:solidFill>
                    <a:schemeClr val="accent4"/>
                  </a:solidFill>
                  <a:latin typeface="Lato" panose="020F0502020204030203" pitchFamily="34" charset="0"/>
                  <a:ea typeface="Open Sans Light" panose="020B0306030504020204" pitchFamily="34" charset="0"/>
                  <a:cs typeface="Open Sans Light" panose="020B0306030504020204" pitchFamily="34" charset="0"/>
                </a:rPr>
                <a:t>knowledgebase</a:t>
              </a:r>
            </a:p>
            <a:p>
              <a:pPr>
                <a:lnSpc>
                  <a:spcPct val="120000"/>
                </a:lnSpc>
              </a:pPr>
              <a:r>
                <a:rPr lang="en-US" sz="1000" b="1" cap="all" spc="27" dirty="0">
                  <a:solidFill>
                    <a:schemeClr val="accent4"/>
                  </a:solidFill>
                  <a:latin typeface="Lato" panose="020F0502020204030203" pitchFamily="34" charset="0"/>
                  <a:ea typeface="Open Sans Light" panose="020B0306030504020204" pitchFamily="34" charset="0"/>
                  <a:cs typeface="Open Sans Light" panose="020B0306030504020204" pitchFamily="34" charset="0"/>
                </a:rPr>
                <a:t>User community engagement</a:t>
              </a:r>
            </a:p>
          </p:txBody>
        </p:sp>
        <p:cxnSp>
          <p:nvCxnSpPr>
            <p:cNvPr id="65" name="Straight Connector 64"/>
            <p:cNvCxnSpPr/>
            <p:nvPr/>
          </p:nvCxnSpPr>
          <p:spPr>
            <a:xfrm flipH="1">
              <a:off x="6624173" y="3186071"/>
              <a:ext cx="105019" cy="0"/>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flipH="1">
              <a:off x="6624173" y="3320733"/>
              <a:ext cx="105019" cy="0"/>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grpSp>
      <p:grpSp>
        <p:nvGrpSpPr>
          <p:cNvPr id="17" name="Group 16"/>
          <p:cNvGrpSpPr/>
          <p:nvPr/>
        </p:nvGrpSpPr>
        <p:grpSpPr>
          <a:xfrm>
            <a:off x="9571392" y="2683530"/>
            <a:ext cx="1626263" cy="535146"/>
            <a:chOff x="6913794" y="2111242"/>
            <a:chExt cx="1219697" cy="401360"/>
          </a:xfrm>
        </p:grpSpPr>
        <p:sp>
          <p:nvSpPr>
            <p:cNvPr id="51" name="TextBox 50"/>
            <p:cNvSpPr txBox="1"/>
            <p:nvPr/>
          </p:nvSpPr>
          <p:spPr>
            <a:xfrm>
              <a:off x="7107103" y="2111242"/>
              <a:ext cx="1026388" cy="401360"/>
            </a:xfrm>
            <a:prstGeom prst="rect">
              <a:avLst/>
            </a:prstGeom>
            <a:noFill/>
          </p:spPr>
          <p:txBody>
            <a:bodyPr wrap="square" lIns="0" tIns="0" rIns="0" bIns="0" rtlCol="0">
              <a:spAutoFit/>
            </a:bodyPr>
            <a:lstStyle/>
            <a:p>
              <a:pPr>
                <a:lnSpc>
                  <a:spcPct val="120000"/>
                </a:lnSpc>
              </a:pPr>
              <a:r>
                <a:rPr lang="en-US" sz="1000" b="1" cap="all" spc="27" dirty="0">
                  <a:solidFill>
                    <a:schemeClr val="accent4"/>
                  </a:solidFill>
                  <a:latin typeface="Lato" panose="020F0502020204030203" pitchFamily="34" charset="0"/>
                  <a:ea typeface="Open Sans Light" panose="020B0306030504020204" pitchFamily="34" charset="0"/>
                  <a:cs typeface="Open Sans Light" panose="020B0306030504020204" pitchFamily="34" charset="0"/>
                </a:rPr>
                <a:t>CARC user tickets</a:t>
              </a:r>
            </a:p>
            <a:p>
              <a:pPr>
                <a:lnSpc>
                  <a:spcPct val="120000"/>
                </a:lnSpc>
              </a:pPr>
              <a:r>
                <a:rPr lang="en-US" sz="1000" b="1" cap="all" spc="27" dirty="0">
                  <a:solidFill>
                    <a:schemeClr val="accent4"/>
                  </a:solidFill>
                  <a:latin typeface="Lato" panose="020F0502020204030203" pitchFamily="34" charset="0"/>
                  <a:ea typeface="Open Sans Light" panose="020B0306030504020204" pitchFamily="34" charset="0"/>
                  <a:cs typeface="Open Sans Light" panose="020B0306030504020204" pitchFamily="34" charset="0"/>
                </a:rPr>
                <a:t>Weekly office hours</a:t>
              </a:r>
            </a:p>
          </p:txBody>
        </p:sp>
        <p:cxnSp>
          <p:nvCxnSpPr>
            <p:cNvPr id="71" name="Straight Connector 70"/>
            <p:cNvCxnSpPr/>
            <p:nvPr/>
          </p:nvCxnSpPr>
          <p:spPr>
            <a:xfrm flipH="1">
              <a:off x="6913794" y="2198534"/>
              <a:ext cx="105019" cy="0"/>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flipH="1">
              <a:off x="6913794" y="2333196"/>
              <a:ext cx="105019" cy="0"/>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grpSp>
      <p:sp>
        <p:nvSpPr>
          <p:cNvPr id="69" name="Freeform 10"/>
          <p:cNvSpPr>
            <a:spLocks noEditPoints="1"/>
          </p:cNvSpPr>
          <p:nvPr/>
        </p:nvSpPr>
        <p:spPr bwMode="auto">
          <a:xfrm>
            <a:off x="3912126" y="4214746"/>
            <a:ext cx="500296" cy="391077"/>
          </a:xfrm>
          <a:custGeom>
            <a:avLst/>
            <a:gdLst>
              <a:gd name="T0" fmla="*/ 900 w 1024"/>
              <a:gd name="T1" fmla="*/ 643 h 800"/>
              <a:gd name="T2" fmla="*/ 900 w 1024"/>
              <a:gd name="T3" fmla="*/ 617 h 800"/>
              <a:gd name="T4" fmla="*/ 190 w 1024"/>
              <a:gd name="T5" fmla="*/ 113 h 800"/>
              <a:gd name="T6" fmla="*/ 13 w 1024"/>
              <a:gd name="T7" fmla="*/ 106 h 800"/>
              <a:gd name="T8" fmla="*/ 0 w 1024"/>
              <a:gd name="T9" fmla="*/ 177 h 800"/>
              <a:gd name="T10" fmla="*/ 194 w 1024"/>
              <a:gd name="T11" fmla="*/ 190 h 800"/>
              <a:gd name="T12" fmla="*/ 400 w 1024"/>
              <a:gd name="T13" fmla="*/ 643 h 800"/>
              <a:gd name="T14" fmla="*/ 26 w 1024"/>
              <a:gd name="T15" fmla="*/ 132 h 800"/>
              <a:gd name="T16" fmla="*/ 183 w 1024"/>
              <a:gd name="T17" fmla="*/ 164 h 800"/>
              <a:gd name="T18" fmla="*/ 1024 w 1024"/>
              <a:gd name="T19" fmla="*/ 193 h 800"/>
              <a:gd name="T20" fmla="*/ 1011 w 1024"/>
              <a:gd name="T21" fmla="*/ 282 h 800"/>
              <a:gd name="T22" fmla="*/ 868 w 1024"/>
              <a:gd name="T23" fmla="*/ 578 h 800"/>
              <a:gd name="T24" fmla="*/ 454 w 1024"/>
              <a:gd name="T25" fmla="*/ 586 h 800"/>
              <a:gd name="T26" fmla="*/ 327 w 1024"/>
              <a:gd name="T27" fmla="*/ 282 h 800"/>
              <a:gd name="T28" fmla="*/ 286 w 1024"/>
              <a:gd name="T29" fmla="*/ 269 h 800"/>
              <a:gd name="T30" fmla="*/ 299 w 1024"/>
              <a:gd name="T31" fmla="*/ 180 h 800"/>
              <a:gd name="T32" fmla="*/ 546 w 1024"/>
              <a:gd name="T33" fmla="*/ 193 h 800"/>
              <a:gd name="T34" fmla="*/ 312 w 1024"/>
              <a:gd name="T35" fmla="*/ 206 h 800"/>
              <a:gd name="T36" fmla="*/ 336 w 1024"/>
              <a:gd name="T37" fmla="*/ 256 h 800"/>
              <a:gd name="T38" fmla="*/ 463 w 1024"/>
              <a:gd name="T39" fmla="*/ 560 h 800"/>
              <a:gd name="T40" fmla="*/ 961 w 1024"/>
              <a:gd name="T41" fmla="*/ 264 h 800"/>
              <a:gd name="T42" fmla="*/ 998 w 1024"/>
              <a:gd name="T43" fmla="*/ 256 h 800"/>
              <a:gd name="T44" fmla="*/ 782 w 1024"/>
              <a:gd name="T45" fmla="*/ 206 h 800"/>
              <a:gd name="T46" fmla="*/ 782 w 1024"/>
              <a:gd name="T47" fmla="*/ 180 h 800"/>
              <a:gd name="T48" fmla="*/ 1024 w 1024"/>
              <a:gd name="T49" fmla="*/ 193 h 800"/>
              <a:gd name="T50" fmla="*/ 781 w 1024"/>
              <a:gd name="T51" fmla="*/ 726 h 800"/>
              <a:gd name="T52" fmla="*/ 927 w 1024"/>
              <a:gd name="T53" fmla="*/ 726 h 800"/>
              <a:gd name="T54" fmla="*/ 854 w 1024"/>
              <a:gd name="T55" fmla="*/ 773 h 800"/>
              <a:gd name="T56" fmla="*/ 854 w 1024"/>
              <a:gd name="T57" fmla="*/ 680 h 800"/>
              <a:gd name="T58" fmla="*/ 854 w 1024"/>
              <a:gd name="T59" fmla="*/ 773 h 800"/>
              <a:gd name="T60" fmla="*/ 329 w 1024"/>
              <a:gd name="T61" fmla="*/ 726 h 800"/>
              <a:gd name="T62" fmla="*/ 475 w 1024"/>
              <a:gd name="T63" fmla="*/ 726 h 800"/>
              <a:gd name="T64" fmla="*/ 402 w 1024"/>
              <a:gd name="T65" fmla="*/ 773 h 800"/>
              <a:gd name="T66" fmla="*/ 402 w 1024"/>
              <a:gd name="T67" fmla="*/ 680 h 800"/>
              <a:gd name="T68" fmla="*/ 402 w 1024"/>
              <a:gd name="T69" fmla="*/ 773 h 800"/>
              <a:gd name="T70" fmla="*/ 488 w 1024"/>
              <a:gd name="T71" fmla="*/ 293 h 800"/>
              <a:gd name="T72" fmla="*/ 655 w 1024"/>
              <a:gd name="T73" fmla="*/ 482 h 800"/>
              <a:gd name="T74" fmla="*/ 822 w 1024"/>
              <a:gd name="T75" fmla="*/ 293 h 800"/>
              <a:gd name="T76" fmla="*/ 812 w 1024"/>
              <a:gd name="T77" fmla="*/ 272 h 800"/>
              <a:gd name="T78" fmla="*/ 750 w 1024"/>
              <a:gd name="T79" fmla="*/ 14 h 800"/>
              <a:gd name="T80" fmla="*/ 573 w 1024"/>
              <a:gd name="T81" fmla="*/ 0 h 800"/>
              <a:gd name="T82" fmla="*/ 560 w 1024"/>
              <a:gd name="T83" fmla="*/ 272 h 800"/>
              <a:gd name="T84" fmla="*/ 486 w 1024"/>
              <a:gd name="T85" fmla="*/ 279 h 800"/>
              <a:gd name="T86" fmla="*/ 586 w 1024"/>
              <a:gd name="T87" fmla="*/ 285 h 800"/>
              <a:gd name="T88" fmla="*/ 724 w 1024"/>
              <a:gd name="T89" fmla="*/ 27 h 800"/>
              <a:gd name="T90" fmla="*/ 737 w 1024"/>
              <a:gd name="T91" fmla="*/ 298 h 800"/>
              <a:gd name="T92" fmla="*/ 655 w 1024"/>
              <a:gd name="T93" fmla="*/ 449 h 800"/>
              <a:gd name="T94" fmla="*/ 573 w 1024"/>
              <a:gd name="T95" fmla="*/ 298 h 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024" h="800">
                <a:moveTo>
                  <a:pt x="400" y="643"/>
                </a:moveTo>
                <a:cubicBezTo>
                  <a:pt x="900" y="643"/>
                  <a:pt x="900" y="643"/>
                  <a:pt x="900" y="643"/>
                </a:cubicBezTo>
                <a:cubicBezTo>
                  <a:pt x="908" y="643"/>
                  <a:pt x="914" y="638"/>
                  <a:pt x="914" y="630"/>
                </a:cubicBezTo>
                <a:cubicBezTo>
                  <a:pt x="914" y="623"/>
                  <a:pt x="908" y="617"/>
                  <a:pt x="900" y="617"/>
                </a:cubicBezTo>
                <a:cubicBezTo>
                  <a:pt x="408" y="617"/>
                  <a:pt x="408" y="617"/>
                  <a:pt x="408" y="617"/>
                </a:cubicBezTo>
                <a:cubicBezTo>
                  <a:pt x="190" y="113"/>
                  <a:pt x="190" y="113"/>
                  <a:pt x="190" y="113"/>
                </a:cubicBezTo>
                <a:cubicBezTo>
                  <a:pt x="188" y="109"/>
                  <a:pt x="183" y="106"/>
                  <a:pt x="178" y="106"/>
                </a:cubicBezTo>
                <a:cubicBezTo>
                  <a:pt x="13" y="106"/>
                  <a:pt x="13" y="106"/>
                  <a:pt x="13" y="106"/>
                </a:cubicBezTo>
                <a:cubicBezTo>
                  <a:pt x="6" y="106"/>
                  <a:pt x="0" y="111"/>
                  <a:pt x="0" y="119"/>
                </a:cubicBezTo>
                <a:cubicBezTo>
                  <a:pt x="0" y="177"/>
                  <a:pt x="0" y="177"/>
                  <a:pt x="0" y="177"/>
                </a:cubicBezTo>
                <a:cubicBezTo>
                  <a:pt x="0" y="184"/>
                  <a:pt x="6" y="190"/>
                  <a:pt x="13" y="190"/>
                </a:cubicBezTo>
                <a:cubicBezTo>
                  <a:pt x="194" y="190"/>
                  <a:pt x="194" y="190"/>
                  <a:pt x="194" y="190"/>
                </a:cubicBezTo>
                <a:cubicBezTo>
                  <a:pt x="388" y="636"/>
                  <a:pt x="388" y="636"/>
                  <a:pt x="388" y="636"/>
                </a:cubicBezTo>
                <a:cubicBezTo>
                  <a:pt x="390" y="640"/>
                  <a:pt x="394" y="643"/>
                  <a:pt x="400" y="643"/>
                </a:cubicBezTo>
                <a:close/>
                <a:moveTo>
                  <a:pt x="26" y="164"/>
                </a:moveTo>
                <a:cubicBezTo>
                  <a:pt x="26" y="132"/>
                  <a:pt x="26" y="132"/>
                  <a:pt x="26" y="132"/>
                </a:cubicBezTo>
                <a:cubicBezTo>
                  <a:pt x="169" y="132"/>
                  <a:pt x="169" y="132"/>
                  <a:pt x="169" y="132"/>
                </a:cubicBezTo>
                <a:cubicBezTo>
                  <a:pt x="183" y="164"/>
                  <a:pt x="183" y="164"/>
                  <a:pt x="183" y="164"/>
                </a:cubicBezTo>
                <a:lnTo>
                  <a:pt x="26" y="164"/>
                </a:lnTo>
                <a:close/>
                <a:moveTo>
                  <a:pt x="1024" y="193"/>
                </a:moveTo>
                <a:cubicBezTo>
                  <a:pt x="1024" y="269"/>
                  <a:pt x="1024" y="269"/>
                  <a:pt x="1024" y="269"/>
                </a:cubicBezTo>
                <a:cubicBezTo>
                  <a:pt x="1024" y="276"/>
                  <a:pt x="1018" y="282"/>
                  <a:pt x="1011" y="282"/>
                </a:cubicBezTo>
                <a:cubicBezTo>
                  <a:pt x="983" y="282"/>
                  <a:pt x="983" y="282"/>
                  <a:pt x="983" y="282"/>
                </a:cubicBezTo>
                <a:cubicBezTo>
                  <a:pt x="868" y="578"/>
                  <a:pt x="868" y="578"/>
                  <a:pt x="868" y="578"/>
                </a:cubicBezTo>
                <a:cubicBezTo>
                  <a:pt x="866" y="583"/>
                  <a:pt x="861" y="586"/>
                  <a:pt x="855" y="586"/>
                </a:cubicBezTo>
                <a:cubicBezTo>
                  <a:pt x="454" y="586"/>
                  <a:pt x="454" y="586"/>
                  <a:pt x="454" y="586"/>
                </a:cubicBezTo>
                <a:cubicBezTo>
                  <a:pt x="449" y="586"/>
                  <a:pt x="444" y="583"/>
                  <a:pt x="442" y="578"/>
                </a:cubicBezTo>
                <a:cubicBezTo>
                  <a:pt x="327" y="282"/>
                  <a:pt x="327" y="282"/>
                  <a:pt x="327" y="282"/>
                </a:cubicBezTo>
                <a:cubicBezTo>
                  <a:pt x="299" y="282"/>
                  <a:pt x="299" y="282"/>
                  <a:pt x="299" y="282"/>
                </a:cubicBezTo>
                <a:cubicBezTo>
                  <a:pt x="292" y="282"/>
                  <a:pt x="286" y="276"/>
                  <a:pt x="286" y="269"/>
                </a:cubicBezTo>
                <a:cubicBezTo>
                  <a:pt x="286" y="193"/>
                  <a:pt x="286" y="193"/>
                  <a:pt x="286" y="193"/>
                </a:cubicBezTo>
                <a:cubicBezTo>
                  <a:pt x="286" y="186"/>
                  <a:pt x="292" y="180"/>
                  <a:pt x="299" y="180"/>
                </a:cubicBezTo>
                <a:cubicBezTo>
                  <a:pt x="533" y="180"/>
                  <a:pt x="533" y="180"/>
                  <a:pt x="533" y="180"/>
                </a:cubicBezTo>
                <a:cubicBezTo>
                  <a:pt x="540" y="180"/>
                  <a:pt x="546" y="186"/>
                  <a:pt x="546" y="193"/>
                </a:cubicBezTo>
                <a:cubicBezTo>
                  <a:pt x="546" y="200"/>
                  <a:pt x="540" y="206"/>
                  <a:pt x="533" y="206"/>
                </a:cubicBezTo>
                <a:cubicBezTo>
                  <a:pt x="312" y="206"/>
                  <a:pt x="312" y="206"/>
                  <a:pt x="312" y="206"/>
                </a:cubicBezTo>
                <a:cubicBezTo>
                  <a:pt x="312" y="256"/>
                  <a:pt x="312" y="256"/>
                  <a:pt x="312" y="256"/>
                </a:cubicBezTo>
                <a:cubicBezTo>
                  <a:pt x="336" y="256"/>
                  <a:pt x="336" y="256"/>
                  <a:pt x="336" y="256"/>
                </a:cubicBezTo>
                <a:cubicBezTo>
                  <a:pt x="341" y="256"/>
                  <a:pt x="346" y="259"/>
                  <a:pt x="348" y="264"/>
                </a:cubicBezTo>
                <a:cubicBezTo>
                  <a:pt x="463" y="560"/>
                  <a:pt x="463" y="560"/>
                  <a:pt x="463" y="560"/>
                </a:cubicBezTo>
                <a:cubicBezTo>
                  <a:pt x="846" y="560"/>
                  <a:pt x="846" y="560"/>
                  <a:pt x="846" y="560"/>
                </a:cubicBezTo>
                <a:cubicBezTo>
                  <a:pt x="961" y="264"/>
                  <a:pt x="961" y="264"/>
                  <a:pt x="961" y="264"/>
                </a:cubicBezTo>
                <a:cubicBezTo>
                  <a:pt x="963" y="259"/>
                  <a:pt x="968" y="256"/>
                  <a:pt x="974" y="256"/>
                </a:cubicBezTo>
                <a:cubicBezTo>
                  <a:pt x="998" y="256"/>
                  <a:pt x="998" y="256"/>
                  <a:pt x="998" y="256"/>
                </a:cubicBezTo>
                <a:cubicBezTo>
                  <a:pt x="998" y="206"/>
                  <a:pt x="998" y="206"/>
                  <a:pt x="998" y="206"/>
                </a:cubicBezTo>
                <a:cubicBezTo>
                  <a:pt x="782" y="206"/>
                  <a:pt x="782" y="206"/>
                  <a:pt x="782" y="206"/>
                </a:cubicBezTo>
                <a:cubicBezTo>
                  <a:pt x="775" y="206"/>
                  <a:pt x="769" y="200"/>
                  <a:pt x="769" y="193"/>
                </a:cubicBezTo>
                <a:cubicBezTo>
                  <a:pt x="769" y="186"/>
                  <a:pt x="775" y="180"/>
                  <a:pt x="782" y="180"/>
                </a:cubicBezTo>
                <a:cubicBezTo>
                  <a:pt x="1011" y="180"/>
                  <a:pt x="1011" y="180"/>
                  <a:pt x="1011" y="180"/>
                </a:cubicBezTo>
                <a:cubicBezTo>
                  <a:pt x="1018" y="180"/>
                  <a:pt x="1024" y="186"/>
                  <a:pt x="1024" y="193"/>
                </a:cubicBezTo>
                <a:close/>
                <a:moveTo>
                  <a:pt x="854" y="653"/>
                </a:moveTo>
                <a:cubicBezTo>
                  <a:pt x="813" y="653"/>
                  <a:pt x="781" y="686"/>
                  <a:pt x="781" y="726"/>
                </a:cubicBezTo>
                <a:cubicBezTo>
                  <a:pt x="781" y="767"/>
                  <a:pt x="813" y="800"/>
                  <a:pt x="854" y="800"/>
                </a:cubicBezTo>
                <a:cubicBezTo>
                  <a:pt x="894" y="800"/>
                  <a:pt x="927" y="767"/>
                  <a:pt x="927" y="726"/>
                </a:cubicBezTo>
                <a:cubicBezTo>
                  <a:pt x="927" y="686"/>
                  <a:pt x="894" y="653"/>
                  <a:pt x="854" y="653"/>
                </a:cubicBezTo>
                <a:close/>
                <a:moveTo>
                  <a:pt x="854" y="773"/>
                </a:moveTo>
                <a:cubicBezTo>
                  <a:pt x="828" y="773"/>
                  <a:pt x="807" y="752"/>
                  <a:pt x="807" y="726"/>
                </a:cubicBezTo>
                <a:cubicBezTo>
                  <a:pt x="807" y="701"/>
                  <a:pt x="828" y="680"/>
                  <a:pt x="854" y="680"/>
                </a:cubicBezTo>
                <a:cubicBezTo>
                  <a:pt x="880" y="680"/>
                  <a:pt x="901" y="701"/>
                  <a:pt x="901" y="726"/>
                </a:cubicBezTo>
                <a:cubicBezTo>
                  <a:pt x="901" y="752"/>
                  <a:pt x="880" y="773"/>
                  <a:pt x="854" y="773"/>
                </a:cubicBezTo>
                <a:close/>
                <a:moveTo>
                  <a:pt x="402" y="653"/>
                </a:moveTo>
                <a:cubicBezTo>
                  <a:pt x="361" y="653"/>
                  <a:pt x="329" y="686"/>
                  <a:pt x="329" y="726"/>
                </a:cubicBezTo>
                <a:cubicBezTo>
                  <a:pt x="329" y="767"/>
                  <a:pt x="361" y="800"/>
                  <a:pt x="402" y="800"/>
                </a:cubicBezTo>
                <a:cubicBezTo>
                  <a:pt x="442" y="800"/>
                  <a:pt x="475" y="767"/>
                  <a:pt x="475" y="726"/>
                </a:cubicBezTo>
                <a:cubicBezTo>
                  <a:pt x="475" y="686"/>
                  <a:pt x="442" y="653"/>
                  <a:pt x="402" y="653"/>
                </a:cubicBezTo>
                <a:close/>
                <a:moveTo>
                  <a:pt x="402" y="773"/>
                </a:moveTo>
                <a:cubicBezTo>
                  <a:pt x="376" y="773"/>
                  <a:pt x="355" y="752"/>
                  <a:pt x="355" y="726"/>
                </a:cubicBezTo>
                <a:cubicBezTo>
                  <a:pt x="355" y="701"/>
                  <a:pt x="376" y="680"/>
                  <a:pt x="402" y="680"/>
                </a:cubicBezTo>
                <a:cubicBezTo>
                  <a:pt x="427" y="680"/>
                  <a:pt x="448" y="701"/>
                  <a:pt x="448" y="726"/>
                </a:cubicBezTo>
                <a:cubicBezTo>
                  <a:pt x="448" y="752"/>
                  <a:pt x="427" y="773"/>
                  <a:pt x="402" y="773"/>
                </a:cubicBezTo>
                <a:close/>
                <a:moveTo>
                  <a:pt x="486" y="279"/>
                </a:moveTo>
                <a:cubicBezTo>
                  <a:pt x="483" y="284"/>
                  <a:pt x="484" y="289"/>
                  <a:pt x="488" y="293"/>
                </a:cubicBezTo>
                <a:cubicBezTo>
                  <a:pt x="645" y="478"/>
                  <a:pt x="645" y="478"/>
                  <a:pt x="645" y="478"/>
                </a:cubicBezTo>
                <a:cubicBezTo>
                  <a:pt x="647" y="481"/>
                  <a:pt x="651" y="482"/>
                  <a:pt x="655" y="482"/>
                </a:cubicBezTo>
                <a:cubicBezTo>
                  <a:pt x="659" y="482"/>
                  <a:pt x="662" y="481"/>
                  <a:pt x="665" y="478"/>
                </a:cubicBezTo>
                <a:cubicBezTo>
                  <a:pt x="822" y="293"/>
                  <a:pt x="822" y="293"/>
                  <a:pt x="822" y="293"/>
                </a:cubicBezTo>
                <a:cubicBezTo>
                  <a:pt x="825" y="289"/>
                  <a:pt x="826" y="284"/>
                  <a:pt x="824" y="279"/>
                </a:cubicBezTo>
                <a:cubicBezTo>
                  <a:pt x="822" y="274"/>
                  <a:pt x="817" y="272"/>
                  <a:pt x="812" y="272"/>
                </a:cubicBezTo>
                <a:cubicBezTo>
                  <a:pt x="750" y="272"/>
                  <a:pt x="750" y="272"/>
                  <a:pt x="750" y="272"/>
                </a:cubicBezTo>
                <a:cubicBezTo>
                  <a:pt x="750" y="14"/>
                  <a:pt x="750" y="14"/>
                  <a:pt x="750" y="14"/>
                </a:cubicBezTo>
                <a:cubicBezTo>
                  <a:pt x="750" y="6"/>
                  <a:pt x="744" y="0"/>
                  <a:pt x="737" y="0"/>
                </a:cubicBezTo>
                <a:cubicBezTo>
                  <a:pt x="573" y="0"/>
                  <a:pt x="573" y="0"/>
                  <a:pt x="573" y="0"/>
                </a:cubicBezTo>
                <a:cubicBezTo>
                  <a:pt x="566" y="0"/>
                  <a:pt x="560" y="6"/>
                  <a:pt x="560" y="14"/>
                </a:cubicBezTo>
                <a:cubicBezTo>
                  <a:pt x="560" y="272"/>
                  <a:pt x="560" y="272"/>
                  <a:pt x="560" y="272"/>
                </a:cubicBezTo>
                <a:cubicBezTo>
                  <a:pt x="498" y="272"/>
                  <a:pt x="498" y="272"/>
                  <a:pt x="498" y="272"/>
                </a:cubicBezTo>
                <a:cubicBezTo>
                  <a:pt x="492" y="272"/>
                  <a:pt x="488" y="274"/>
                  <a:pt x="486" y="279"/>
                </a:cubicBezTo>
                <a:close/>
                <a:moveTo>
                  <a:pt x="573" y="298"/>
                </a:moveTo>
                <a:cubicBezTo>
                  <a:pt x="580" y="298"/>
                  <a:pt x="586" y="292"/>
                  <a:pt x="586" y="285"/>
                </a:cubicBezTo>
                <a:cubicBezTo>
                  <a:pt x="586" y="27"/>
                  <a:pt x="586" y="27"/>
                  <a:pt x="586" y="27"/>
                </a:cubicBezTo>
                <a:cubicBezTo>
                  <a:pt x="724" y="27"/>
                  <a:pt x="724" y="27"/>
                  <a:pt x="724" y="27"/>
                </a:cubicBezTo>
                <a:cubicBezTo>
                  <a:pt x="724" y="285"/>
                  <a:pt x="724" y="285"/>
                  <a:pt x="724" y="285"/>
                </a:cubicBezTo>
                <a:cubicBezTo>
                  <a:pt x="724" y="292"/>
                  <a:pt x="730" y="298"/>
                  <a:pt x="737" y="298"/>
                </a:cubicBezTo>
                <a:cubicBezTo>
                  <a:pt x="784" y="298"/>
                  <a:pt x="784" y="298"/>
                  <a:pt x="784" y="298"/>
                </a:cubicBezTo>
                <a:cubicBezTo>
                  <a:pt x="655" y="449"/>
                  <a:pt x="655" y="449"/>
                  <a:pt x="655" y="449"/>
                </a:cubicBezTo>
                <a:cubicBezTo>
                  <a:pt x="526" y="298"/>
                  <a:pt x="526" y="298"/>
                  <a:pt x="526" y="298"/>
                </a:cubicBezTo>
                <a:lnTo>
                  <a:pt x="573" y="298"/>
                </a:lnTo>
                <a:close/>
              </a:path>
            </a:pathLst>
          </a:custGeom>
          <a:solidFill>
            <a:schemeClr val="bg1"/>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70" name="Freeform 9"/>
          <p:cNvSpPr>
            <a:spLocks noEditPoints="1"/>
          </p:cNvSpPr>
          <p:nvPr/>
        </p:nvSpPr>
        <p:spPr bwMode="auto">
          <a:xfrm>
            <a:off x="5698773" y="4237899"/>
            <a:ext cx="367220" cy="402148"/>
          </a:xfrm>
          <a:custGeom>
            <a:avLst/>
            <a:gdLst>
              <a:gd name="T0" fmla="*/ 60 w 938"/>
              <a:gd name="T1" fmla="*/ 885 h 1024"/>
              <a:gd name="T2" fmla="*/ 47 w 938"/>
              <a:gd name="T3" fmla="*/ 1011 h 1024"/>
              <a:gd name="T4" fmla="*/ 878 w 938"/>
              <a:gd name="T5" fmla="*/ 1024 h 1024"/>
              <a:gd name="T6" fmla="*/ 891 w 938"/>
              <a:gd name="T7" fmla="*/ 898 h 1024"/>
              <a:gd name="T8" fmla="*/ 865 w 938"/>
              <a:gd name="T9" fmla="*/ 998 h 1024"/>
              <a:gd name="T10" fmla="*/ 72 w 938"/>
              <a:gd name="T11" fmla="*/ 911 h 1024"/>
              <a:gd name="T12" fmla="*/ 865 w 938"/>
              <a:gd name="T13" fmla="*/ 998 h 1024"/>
              <a:gd name="T14" fmla="*/ 302 w 938"/>
              <a:gd name="T15" fmla="*/ 842 h 1024"/>
              <a:gd name="T16" fmla="*/ 289 w 938"/>
              <a:gd name="T17" fmla="*/ 390 h 1024"/>
              <a:gd name="T18" fmla="*/ 156 w 938"/>
              <a:gd name="T19" fmla="*/ 402 h 1024"/>
              <a:gd name="T20" fmla="*/ 169 w 938"/>
              <a:gd name="T21" fmla="*/ 854 h 1024"/>
              <a:gd name="T22" fmla="*/ 182 w 938"/>
              <a:gd name="T23" fmla="*/ 415 h 1024"/>
              <a:gd name="T24" fmla="*/ 276 w 938"/>
              <a:gd name="T25" fmla="*/ 829 h 1024"/>
              <a:gd name="T26" fmla="*/ 182 w 938"/>
              <a:gd name="T27" fmla="*/ 415 h 1024"/>
              <a:gd name="T28" fmla="*/ 542 w 938"/>
              <a:gd name="T29" fmla="*/ 842 h 1024"/>
              <a:gd name="T30" fmla="*/ 529 w 938"/>
              <a:gd name="T31" fmla="*/ 390 h 1024"/>
              <a:gd name="T32" fmla="*/ 396 w 938"/>
              <a:gd name="T33" fmla="*/ 402 h 1024"/>
              <a:gd name="T34" fmla="*/ 409 w 938"/>
              <a:gd name="T35" fmla="*/ 854 h 1024"/>
              <a:gd name="T36" fmla="*/ 422 w 938"/>
              <a:gd name="T37" fmla="*/ 415 h 1024"/>
              <a:gd name="T38" fmla="*/ 516 w 938"/>
              <a:gd name="T39" fmla="*/ 829 h 1024"/>
              <a:gd name="T40" fmla="*/ 422 w 938"/>
              <a:gd name="T41" fmla="*/ 415 h 1024"/>
              <a:gd name="T42" fmla="*/ 781 w 938"/>
              <a:gd name="T43" fmla="*/ 842 h 1024"/>
              <a:gd name="T44" fmla="*/ 768 w 938"/>
              <a:gd name="T45" fmla="*/ 390 h 1024"/>
              <a:gd name="T46" fmla="*/ 636 w 938"/>
              <a:gd name="T47" fmla="*/ 402 h 1024"/>
              <a:gd name="T48" fmla="*/ 648 w 938"/>
              <a:gd name="T49" fmla="*/ 854 h 1024"/>
              <a:gd name="T50" fmla="*/ 661 w 938"/>
              <a:gd name="T51" fmla="*/ 415 h 1024"/>
              <a:gd name="T52" fmla="*/ 755 w 938"/>
              <a:gd name="T53" fmla="*/ 829 h 1024"/>
              <a:gd name="T54" fmla="*/ 661 w 938"/>
              <a:gd name="T55" fmla="*/ 415 h 1024"/>
              <a:gd name="T56" fmla="*/ 475 w 938"/>
              <a:gd name="T57" fmla="*/ 2 h 1024"/>
              <a:gd name="T58" fmla="*/ 6 w 938"/>
              <a:gd name="T59" fmla="*/ 257 h 1024"/>
              <a:gd name="T60" fmla="*/ 0 w 938"/>
              <a:gd name="T61" fmla="*/ 341 h 1024"/>
              <a:gd name="T62" fmla="*/ 925 w 938"/>
              <a:gd name="T63" fmla="*/ 354 h 1024"/>
              <a:gd name="T64" fmla="*/ 938 w 938"/>
              <a:gd name="T65" fmla="*/ 268 h 1024"/>
              <a:gd name="T66" fmla="*/ 912 w 938"/>
              <a:gd name="T67" fmla="*/ 328 h 1024"/>
              <a:gd name="T68" fmla="*/ 26 w 938"/>
              <a:gd name="T69" fmla="*/ 276 h 1024"/>
              <a:gd name="T70" fmla="*/ 912 w 938"/>
              <a:gd name="T71" fmla="*/ 276 h 1024"/>
              <a:gd name="T72" fmla="*/ 462 w 938"/>
              <a:gd name="T73" fmla="*/ 59 h 1024"/>
              <a:gd name="T74" fmla="*/ 62 w 938"/>
              <a:gd name="T75" fmla="*/ 294 h 1024"/>
              <a:gd name="T76" fmla="*/ 863 w 938"/>
              <a:gd name="T77" fmla="*/ 304 h 1024"/>
              <a:gd name="T78" fmla="*/ 869 w 938"/>
              <a:gd name="T79" fmla="*/ 280 h 1024"/>
              <a:gd name="T80" fmla="*/ 462 w 938"/>
              <a:gd name="T81" fmla="*/ 59 h 1024"/>
              <a:gd name="T82" fmla="*/ 124 w 938"/>
              <a:gd name="T83" fmla="*/ 278 h 1024"/>
              <a:gd name="T84" fmla="*/ 813 w 938"/>
              <a:gd name="T85" fmla="*/ 278 h 10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38" h="1024">
                <a:moveTo>
                  <a:pt x="878" y="885"/>
                </a:moveTo>
                <a:cubicBezTo>
                  <a:pt x="60" y="885"/>
                  <a:pt x="60" y="885"/>
                  <a:pt x="60" y="885"/>
                </a:cubicBezTo>
                <a:cubicBezTo>
                  <a:pt x="52" y="885"/>
                  <a:pt x="47" y="891"/>
                  <a:pt x="47" y="898"/>
                </a:cubicBezTo>
                <a:cubicBezTo>
                  <a:pt x="47" y="1011"/>
                  <a:pt x="47" y="1011"/>
                  <a:pt x="47" y="1011"/>
                </a:cubicBezTo>
                <a:cubicBezTo>
                  <a:pt x="47" y="1018"/>
                  <a:pt x="52" y="1024"/>
                  <a:pt x="60" y="1024"/>
                </a:cubicBezTo>
                <a:cubicBezTo>
                  <a:pt x="878" y="1024"/>
                  <a:pt x="878" y="1024"/>
                  <a:pt x="878" y="1024"/>
                </a:cubicBezTo>
                <a:cubicBezTo>
                  <a:pt x="885" y="1024"/>
                  <a:pt x="891" y="1018"/>
                  <a:pt x="891" y="1011"/>
                </a:cubicBezTo>
                <a:cubicBezTo>
                  <a:pt x="891" y="898"/>
                  <a:pt x="891" y="898"/>
                  <a:pt x="891" y="898"/>
                </a:cubicBezTo>
                <a:cubicBezTo>
                  <a:pt x="891" y="891"/>
                  <a:pt x="885" y="885"/>
                  <a:pt x="878" y="885"/>
                </a:cubicBezTo>
                <a:close/>
                <a:moveTo>
                  <a:pt x="865" y="998"/>
                </a:moveTo>
                <a:cubicBezTo>
                  <a:pt x="72" y="998"/>
                  <a:pt x="72" y="998"/>
                  <a:pt x="72" y="998"/>
                </a:cubicBezTo>
                <a:cubicBezTo>
                  <a:pt x="72" y="911"/>
                  <a:pt x="72" y="911"/>
                  <a:pt x="72" y="911"/>
                </a:cubicBezTo>
                <a:cubicBezTo>
                  <a:pt x="865" y="911"/>
                  <a:pt x="865" y="911"/>
                  <a:pt x="865" y="911"/>
                </a:cubicBezTo>
                <a:lnTo>
                  <a:pt x="865" y="998"/>
                </a:lnTo>
                <a:close/>
                <a:moveTo>
                  <a:pt x="289" y="854"/>
                </a:moveTo>
                <a:cubicBezTo>
                  <a:pt x="296" y="854"/>
                  <a:pt x="302" y="849"/>
                  <a:pt x="302" y="842"/>
                </a:cubicBezTo>
                <a:cubicBezTo>
                  <a:pt x="302" y="402"/>
                  <a:pt x="302" y="402"/>
                  <a:pt x="302" y="402"/>
                </a:cubicBezTo>
                <a:cubicBezTo>
                  <a:pt x="302" y="395"/>
                  <a:pt x="296" y="390"/>
                  <a:pt x="289" y="390"/>
                </a:cubicBezTo>
                <a:cubicBezTo>
                  <a:pt x="169" y="390"/>
                  <a:pt x="169" y="390"/>
                  <a:pt x="169" y="390"/>
                </a:cubicBezTo>
                <a:cubicBezTo>
                  <a:pt x="162" y="390"/>
                  <a:pt x="156" y="395"/>
                  <a:pt x="156" y="402"/>
                </a:cubicBezTo>
                <a:cubicBezTo>
                  <a:pt x="156" y="842"/>
                  <a:pt x="156" y="842"/>
                  <a:pt x="156" y="842"/>
                </a:cubicBezTo>
                <a:cubicBezTo>
                  <a:pt x="156" y="849"/>
                  <a:pt x="162" y="854"/>
                  <a:pt x="169" y="854"/>
                </a:cubicBezTo>
                <a:lnTo>
                  <a:pt x="289" y="854"/>
                </a:lnTo>
                <a:close/>
                <a:moveTo>
                  <a:pt x="182" y="415"/>
                </a:moveTo>
                <a:cubicBezTo>
                  <a:pt x="276" y="415"/>
                  <a:pt x="276" y="415"/>
                  <a:pt x="276" y="415"/>
                </a:cubicBezTo>
                <a:cubicBezTo>
                  <a:pt x="276" y="829"/>
                  <a:pt x="276" y="829"/>
                  <a:pt x="276" y="829"/>
                </a:cubicBezTo>
                <a:cubicBezTo>
                  <a:pt x="182" y="829"/>
                  <a:pt x="182" y="829"/>
                  <a:pt x="182" y="829"/>
                </a:cubicBezTo>
                <a:lnTo>
                  <a:pt x="182" y="415"/>
                </a:lnTo>
                <a:close/>
                <a:moveTo>
                  <a:pt x="529" y="854"/>
                </a:moveTo>
                <a:cubicBezTo>
                  <a:pt x="536" y="854"/>
                  <a:pt x="542" y="849"/>
                  <a:pt x="542" y="842"/>
                </a:cubicBezTo>
                <a:cubicBezTo>
                  <a:pt x="542" y="402"/>
                  <a:pt x="542" y="402"/>
                  <a:pt x="542" y="402"/>
                </a:cubicBezTo>
                <a:cubicBezTo>
                  <a:pt x="542" y="395"/>
                  <a:pt x="536" y="390"/>
                  <a:pt x="529" y="390"/>
                </a:cubicBezTo>
                <a:cubicBezTo>
                  <a:pt x="409" y="390"/>
                  <a:pt x="409" y="390"/>
                  <a:pt x="409" y="390"/>
                </a:cubicBezTo>
                <a:cubicBezTo>
                  <a:pt x="402" y="390"/>
                  <a:pt x="396" y="395"/>
                  <a:pt x="396" y="402"/>
                </a:cubicBezTo>
                <a:cubicBezTo>
                  <a:pt x="396" y="842"/>
                  <a:pt x="396" y="842"/>
                  <a:pt x="396" y="842"/>
                </a:cubicBezTo>
                <a:cubicBezTo>
                  <a:pt x="396" y="849"/>
                  <a:pt x="402" y="854"/>
                  <a:pt x="409" y="854"/>
                </a:cubicBezTo>
                <a:lnTo>
                  <a:pt x="529" y="854"/>
                </a:lnTo>
                <a:close/>
                <a:moveTo>
                  <a:pt x="422" y="415"/>
                </a:moveTo>
                <a:cubicBezTo>
                  <a:pt x="516" y="415"/>
                  <a:pt x="516" y="415"/>
                  <a:pt x="516" y="415"/>
                </a:cubicBezTo>
                <a:cubicBezTo>
                  <a:pt x="516" y="829"/>
                  <a:pt x="516" y="829"/>
                  <a:pt x="516" y="829"/>
                </a:cubicBezTo>
                <a:cubicBezTo>
                  <a:pt x="422" y="829"/>
                  <a:pt x="422" y="829"/>
                  <a:pt x="422" y="829"/>
                </a:cubicBezTo>
                <a:lnTo>
                  <a:pt x="422" y="415"/>
                </a:lnTo>
                <a:close/>
                <a:moveTo>
                  <a:pt x="768" y="854"/>
                </a:moveTo>
                <a:cubicBezTo>
                  <a:pt x="775" y="854"/>
                  <a:pt x="781" y="849"/>
                  <a:pt x="781" y="842"/>
                </a:cubicBezTo>
                <a:cubicBezTo>
                  <a:pt x="781" y="402"/>
                  <a:pt x="781" y="402"/>
                  <a:pt x="781" y="402"/>
                </a:cubicBezTo>
                <a:cubicBezTo>
                  <a:pt x="781" y="395"/>
                  <a:pt x="775" y="390"/>
                  <a:pt x="768" y="390"/>
                </a:cubicBezTo>
                <a:cubicBezTo>
                  <a:pt x="648" y="390"/>
                  <a:pt x="648" y="390"/>
                  <a:pt x="648" y="390"/>
                </a:cubicBezTo>
                <a:cubicBezTo>
                  <a:pt x="641" y="390"/>
                  <a:pt x="636" y="395"/>
                  <a:pt x="636" y="402"/>
                </a:cubicBezTo>
                <a:cubicBezTo>
                  <a:pt x="636" y="842"/>
                  <a:pt x="636" y="842"/>
                  <a:pt x="636" y="842"/>
                </a:cubicBezTo>
                <a:cubicBezTo>
                  <a:pt x="636" y="849"/>
                  <a:pt x="641" y="854"/>
                  <a:pt x="648" y="854"/>
                </a:cubicBezTo>
                <a:lnTo>
                  <a:pt x="768" y="854"/>
                </a:lnTo>
                <a:close/>
                <a:moveTo>
                  <a:pt x="661" y="415"/>
                </a:moveTo>
                <a:cubicBezTo>
                  <a:pt x="755" y="415"/>
                  <a:pt x="755" y="415"/>
                  <a:pt x="755" y="415"/>
                </a:cubicBezTo>
                <a:cubicBezTo>
                  <a:pt x="755" y="829"/>
                  <a:pt x="755" y="829"/>
                  <a:pt x="755" y="829"/>
                </a:cubicBezTo>
                <a:cubicBezTo>
                  <a:pt x="661" y="829"/>
                  <a:pt x="661" y="829"/>
                  <a:pt x="661" y="829"/>
                </a:cubicBezTo>
                <a:lnTo>
                  <a:pt x="661" y="415"/>
                </a:lnTo>
                <a:close/>
                <a:moveTo>
                  <a:pt x="931" y="257"/>
                </a:moveTo>
                <a:cubicBezTo>
                  <a:pt x="475" y="2"/>
                  <a:pt x="475" y="2"/>
                  <a:pt x="475" y="2"/>
                </a:cubicBezTo>
                <a:cubicBezTo>
                  <a:pt x="471" y="0"/>
                  <a:pt x="466" y="0"/>
                  <a:pt x="462" y="2"/>
                </a:cubicBezTo>
                <a:cubicBezTo>
                  <a:pt x="6" y="257"/>
                  <a:pt x="6" y="257"/>
                  <a:pt x="6" y="257"/>
                </a:cubicBezTo>
                <a:cubicBezTo>
                  <a:pt x="2" y="260"/>
                  <a:pt x="0" y="264"/>
                  <a:pt x="0" y="268"/>
                </a:cubicBezTo>
                <a:cubicBezTo>
                  <a:pt x="0" y="341"/>
                  <a:pt x="0" y="341"/>
                  <a:pt x="0" y="341"/>
                </a:cubicBezTo>
                <a:cubicBezTo>
                  <a:pt x="0" y="348"/>
                  <a:pt x="6" y="354"/>
                  <a:pt x="13" y="354"/>
                </a:cubicBezTo>
                <a:cubicBezTo>
                  <a:pt x="925" y="354"/>
                  <a:pt x="925" y="354"/>
                  <a:pt x="925" y="354"/>
                </a:cubicBezTo>
                <a:cubicBezTo>
                  <a:pt x="932" y="354"/>
                  <a:pt x="938" y="348"/>
                  <a:pt x="938" y="341"/>
                </a:cubicBezTo>
                <a:cubicBezTo>
                  <a:pt x="938" y="268"/>
                  <a:pt x="938" y="268"/>
                  <a:pt x="938" y="268"/>
                </a:cubicBezTo>
                <a:cubicBezTo>
                  <a:pt x="938" y="264"/>
                  <a:pt x="935" y="260"/>
                  <a:pt x="931" y="257"/>
                </a:cubicBezTo>
                <a:close/>
                <a:moveTo>
                  <a:pt x="912" y="328"/>
                </a:moveTo>
                <a:cubicBezTo>
                  <a:pt x="26" y="328"/>
                  <a:pt x="26" y="328"/>
                  <a:pt x="26" y="328"/>
                </a:cubicBezTo>
                <a:cubicBezTo>
                  <a:pt x="26" y="276"/>
                  <a:pt x="26" y="276"/>
                  <a:pt x="26" y="276"/>
                </a:cubicBezTo>
                <a:cubicBezTo>
                  <a:pt x="469" y="28"/>
                  <a:pt x="469" y="28"/>
                  <a:pt x="469" y="28"/>
                </a:cubicBezTo>
                <a:cubicBezTo>
                  <a:pt x="912" y="276"/>
                  <a:pt x="912" y="276"/>
                  <a:pt x="912" y="276"/>
                </a:cubicBezTo>
                <a:lnTo>
                  <a:pt x="912" y="328"/>
                </a:lnTo>
                <a:close/>
                <a:moveTo>
                  <a:pt x="462" y="59"/>
                </a:moveTo>
                <a:cubicBezTo>
                  <a:pt x="69" y="280"/>
                  <a:pt x="69" y="280"/>
                  <a:pt x="69" y="280"/>
                </a:cubicBezTo>
                <a:cubicBezTo>
                  <a:pt x="63" y="283"/>
                  <a:pt x="61" y="289"/>
                  <a:pt x="62" y="294"/>
                </a:cubicBezTo>
                <a:cubicBezTo>
                  <a:pt x="64" y="300"/>
                  <a:pt x="69" y="304"/>
                  <a:pt x="75" y="304"/>
                </a:cubicBezTo>
                <a:cubicBezTo>
                  <a:pt x="863" y="304"/>
                  <a:pt x="863" y="304"/>
                  <a:pt x="863" y="304"/>
                </a:cubicBezTo>
                <a:cubicBezTo>
                  <a:pt x="869" y="304"/>
                  <a:pt x="874" y="300"/>
                  <a:pt x="875" y="294"/>
                </a:cubicBezTo>
                <a:cubicBezTo>
                  <a:pt x="877" y="289"/>
                  <a:pt x="874" y="283"/>
                  <a:pt x="869" y="280"/>
                </a:cubicBezTo>
                <a:cubicBezTo>
                  <a:pt x="475" y="59"/>
                  <a:pt x="475" y="59"/>
                  <a:pt x="475" y="59"/>
                </a:cubicBezTo>
                <a:cubicBezTo>
                  <a:pt x="471" y="57"/>
                  <a:pt x="466" y="57"/>
                  <a:pt x="462" y="59"/>
                </a:cubicBezTo>
                <a:close/>
                <a:moveTo>
                  <a:pt x="813" y="278"/>
                </a:moveTo>
                <a:cubicBezTo>
                  <a:pt x="124" y="278"/>
                  <a:pt x="124" y="278"/>
                  <a:pt x="124" y="278"/>
                </a:cubicBezTo>
                <a:cubicBezTo>
                  <a:pt x="469" y="85"/>
                  <a:pt x="469" y="85"/>
                  <a:pt x="469" y="85"/>
                </a:cubicBezTo>
                <a:lnTo>
                  <a:pt x="813" y="278"/>
                </a:lnTo>
                <a:close/>
              </a:path>
            </a:pathLst>
          </a:custGeom>
          <a:solidFill>
            <a:schemeClr val="bg1"/>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75" name="Freeform 7"/>
          <p:cNvSpPr>
            <a:spLocks noEditPoints="1"/>
          </p:cNvSpPr>
          <p:nvPr/>
        </p:nvSpPr>
        <p:spPr bwMode="auto">
          <a:xfrm>
            <a:off x="7662634" y="5330778"/>
            <a:ext cx="329160" cy="307491"/>
          </a:xfrm>
          <a:custGeom>
            <a:avLst/>
            <a:gdLst>
              <a:gd name="T0" fmla="*/ 460 w 766"/>
              <a:gd name="T1" fmla="*/ 0 h 715"/>
              <a:gd name="T2" fmla="*/ 12 w 766"/>
              <a:gd name="T3" fmla="*/ 0 h 715"/>
              <a:gd name="T4" fmla="*/ 0 w 766"/>
              <a:gd name="T5" fmla="*/ 702 h 715"/>
              <a:gd name="T6" fmla="*/ 754 w 766"/>
              <a:gd name="T7" fmla="*/ 715 h 715"/>
              <a:gd name="T8" fmla="*/ 766 w 766"/>
              <a:gd name="T9" fmla="*/ 13 h 715"/>
              <a:gd name="T10" fmla="*/ 447 w 766"/>
              <a:gd name="T11" fmla="*/ 25 h 715"/>
              <a:gd name="T12" fmla="*/ 390 w 766"/>
              <a:gd name="T13" fmla="*/ 79 h 715"/>
              <a:gd name="T14" fmla="*/ 381 w 766"/>
              <a:gd name="T15" fmla="*/ 76 h 715"/>
              <a:gd name="T16" fmla="*/ 319 w 766"/>
              <a:gd name="T17" fmla="*/ 135 h 715"/>
              <a:gd name="T18" fmla="*/ 447 w 766"/>
              <a:gd name="T19" fmla="*/ 25 h 715"/>
              <a:gd name="T20" fmla="*/ 25 w 766"/>
              <a:gd name="T21" fmla="*/ 690 h 715"/>
              <a:gd name="T22" fmla="*/ 294 w 766"/>
              <a:gd name="T23" fmla="*/ 25 h 715"/>
              <a:gd name="T24" fmla="*/ 302 w 766"/>
              <a:gd name="T25" fmla="*/ 178 h 715"/>
              <a:gd name="T26" fmla="*/ 315 w 766"/>
              <a:gd name="T27" fmla="*/ 175 h 715"/>
              <a:gd name="T28" fmla="*/ 451 w 766"/>
              <a:gd name="T29" fmla="*/ 175 h 715"/>
              <a:gd name="T30" fmla="*/ 472 w 766"/>
              <a:gd name="T31" fmla="*/ 166 h 715"/>
              <a:gd name="T32" fmla="*/ 741 w 766"/>
              <a:gd name="T33" fmla="*/ 25 h 715"/>
              <a:gd name="T34" fmla="*/ 249 w 766"/>
              <a:gd name="T35" fmla="*/ 253 h 715"/>
              <a:gd name="T36" fmla="*/ 130 w 766"/>
              <a:gd name="T37" fmla="*/ 354 h 715"/>
              <a:gd name="T38" fmla="*/ 139 w 766"/>
              <a:gd name="T39" fmla="*/ 375 h 715"/>
              <a:gd name="T40" fmla="*/ 179 w 766"/>
              <a:gd name="T41" fmla="*/ 603 h 715"/>
              <a:gd name="T42" fmla="*/ 289 w 766"/>
              <a:gd name="T43" fmla="*/ 616 h 715"/>
              <a:gd name="T44" fmla="*/ 302 w 766"/>
              <a:gd name="T45" fmla="*/ 375 h 715"/>
              <a:gd name="T46" fmla="*/ 353 w 766"/>
              <a:gd name="T47" fmla="*/ 368 h 715"/>
              <a:gd name="T48" fmla="*/ 249 w 766"/>
              <a:gd name="T49" fmla="*/ 253 h 715"/>
              <a:gd name="T50" fmla="*/ 277 w 766"/>
              <a:gd name="T51" fmla="*/ 363 h 715"/>
              <a:gd name="T52" fmla="*/ 203 w 766"/>
              <a:gd name="T53" fmla="*/ 591 h 715"/>
              <a:gd name="T54" fmla="*/ 191 w 766"/>
              <a:gd name="T55" fmla="*/ 351 h 715"/>
              <a:gd name="T56" fmla="*/ 240 w 766"/>
              <a:gd name="T57" fmla="*/ 279 h 715"/>
              <a:gd name="T58" fmla="*/ 289 w 766"/>
              <a:gd name="T59" fmla="*/ 351 h 715"/>
              <a:gd name="T60" fmla="*/ 413 w 766"/>
              <a:gd name="T61" fmla="*/ 368 h 715"/>
              <a:gd name="T62" fmla="*/ 464 w 766"/>
              <a:gd name="T63" fmla="*/ 375 h 715"/>
              <a:gd name="T64" fmla="*/ 477 w 766"/>
              <a:gd name="T65" fmla="*/ 616 h 715"/>
              <a:gd name="T66" fmla="*/ 587 w 766"/>
              <a:gd name="T67" fmla="*/ 603 h 715"/>
              <a:gd name="T68" fmla="*/ 627 w 766"/>
              <a:gd name="T69" fmla="*/ 375 h 715"/>
              <a:gd name="T70" fmla="*/ 636 w 766"/>
              <a:gd name="T71" fmla="*/ 354 h 715"/>
              <a:gd name="T72" fmla="*/ 517 w 766"/>
              <a:gd name="T73" fmla="*/ 253 h 715"/>
              <a:gd name="T74" fmla="*/ 597 w 766"/>
              <a:gd name="T75" fmla="*/ 351 h 715"/>
              <a:gd name="T76" fmla="*/ 562 w 766"/>
              <a:gd name="T77" fmla="*/ 363 h 715"/>
              <a:gd name="T78" fmla="*/ 489 w 766"/>
              <a:gd name="T79" fmla="*/ 591 h 715"/>
              <a:gd name="T80" fmla="*/ 477 w 766"/>
              <a:gd name="T81" fmla="*/ 351 h 715"/>
              <a:gd name="T82" fmla="*/ 526 w 766"/>
              <a:gd name="T83" fmla="*/ 279 h 7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766" h="715">
                <a:moveTo>
                  <a:pt x="754" y="0"/>
                </a:moveTo>
                <a:cubicBezTo>
                  <a:pt x="460" y="0"/>
                  <a:pt x="460" y="0"/>
                  <a:pt x="460" y="0"/>
                </a:cubicBezTo>
                <a:cubicBezTo>
                  <a:pt x="306" y="0"/>
                  <a:pt x="306" y="0"/>
                  <a:pt x="306" y="0"/>
                </a:cubicBezTo>
                <a:cubicBezTo>
                  <a:pt x="12" y="0"/>
                  <a:pt x="12" y="0"/>
                  <a:pt x="12" y="0"/>
                </a:cubicBezTo>
                <a:cubicBezTo>
                  <a:pt x="5" y="0"/>
                  <a:pt x="0" y="6"/>
                  <a:pt x="0" y="13"/>
                </a:cubicBezTo>
                <a:cubicBezTo>
                  <a:pt x="0" y="702"/>
                  <a:pt x="0" y="702"/>
                  <a:pt x="0" y="702"/>
                </a:cubicBezTo>
                <a:cubicBezTo>
                  <a:pt x="0" y="709"/>
                  <a:pt x="5" y="715"/>
                  <a:pt x="12" y="715"/>
                </a:cubicBezTo>
                <a:cubicBezTo>
                  <a:pt x="754" y="715"/>
                  <a:pt x="754" y="715"/>
                  <a:pt x="754" y="715"/>
                </a:cubicBezTo>
                <a:cubicBezTo>
                  <a:pt x="760" y="715"/>
                  <a:pt x="766" y="709"/>
                  <a:pt x="766" y="702"/>
                </a:cubicBezTo>
                <a:cubicBezTo>
                  <a:pt x="766" y="13"/>
                  <a:pt x="766" y="13"/>
                  <a:pt x="766" y="13"/>
                </a:cubicBezTo>
                <a:cubicBezTo>
                  <a:pt x="766" y="6"/>
                  <a:pt x="760" y="0"/>
                  <a:pt x="754" y="0"/>
                </a:cubicBezTo>
                <a:close/>
                <a:moveTo>
                  <a:pt x="447" y="25"/>
                </a:moveTo>
                <a:cubicBezTo>
                  <a:pt x="447" y="136"/>
                  <a:pt x="447" y="136"/>
                  <a:pt x="447" y="136"/>
                </a:cubicBezTo>
                <a:cubicBezTo>
                  <a:pt x="390" y="79"/>
                  <a:pt x="390" y="79"/>
                  <a:pt x="390" y="79"/>
                </a:cubicBezTo>
                <a:cubicBezTo>
                  <a:pt x="388" y="77"/>
                  <a:pt x="384" y="76"/>
                  <a:pt x="381" y="76"/>
                </a:cubicBezTo>
                <a:cubicBezTo>
                  <a:pt x="381" y="76"/>
                  <a:pt x="381" y="76"/>
                  <a:pt x="381" y="76"/>
                </a:cubicBezTo>
                <a:cubicBezTo>
                  <a:pt x="378" y="76"/>
                  <a:pt x="374" y="77"/>
                  <a:pt x="372" y="80"/>
                </a:cubicBezTo>
                <a:cubicBezTo>
                  <a:pt x="319" y="135"/>
                  <a:pt x="319" y="135"/>
                  <a:pt x="319" y="135"/>
                </a:cubicBezTo>
                <a:cubicBezTo>
                  <a:pt x="319" y="25"/>
                  <a:pt x="319" y="25"/>
                  <a:pt x="319" y="25"/>
                </a:cubicBezTo>
                <a:lnTo>
                  <a:pt x="447" y="25"/>
                </a:lnTo>
                <a:close/>
                <a:moveTo>
                  <a:pt x="741" y="690"/>
                </a:moveTo>
                <a:cubicBezTo>
                  <a:pt x="25" y="690"/>
                  <a:pt x="25" y="690"/>
                  <a:pt x="25" y="690"/>
                </a:cubicBezTo>
                <a:cubicBezTo>
                  <a:pt x="25" y="25"/>
                  <a:pt x="25" y="25"/>
                  <a:pt x="25" y="25"/>
                </a:cubicBezTo>
                <a:cubicBezTo>
                  <a:pt x="294" y="25"/>
                  <a:pt x="294" y="25"/>
                  <a:pt x="294" y="25"/>
                </a:cubicBezTo>
                <a:cubicBezTo>
                  <a:pt x="294" y="166"/>
                  <a:pt x="294" y="166"/>
                  <a:pt x="294" y="166"/>
                </a:cubicBezTo>
                <a:cubicBezTo>
                  <a:pt x="294" y="171"/>
                  <a:pt x="297" y="176"/>
                  <a:pt x="302" y="178"/>
                </a:cubicBezTo>
                <a:cubicBezTo>
                  <a:pt x="303" y="178"/>
                  <a:pt x="305" y="179"/>
                  <a:pt x="306" y="179"/>
                </a:cubicBezTo>
                <a:cubicBezTo>
                  <a:pt x="310" y="179"/>
                  <a:pt x="313" y="177"/>
                  <a:pt x="315" y="175"/>
                </a:cubicBezTo>
                <a:cubicBezTo>
                  <a:pt x="381" y="106"/>
                  <a:pt x="381" y="106"/>
                  <a:pt x="381" y="106"/>
                </a:cubicBezTo>
                <a:cubicBezTo>
                  <a:pt x="451" y="175"/>
                  <a:pt x="451" y="175"/>
                  <a:pt x="451" y="175"/>
                </a:cubicBezTo>
                <a:cubicBezTo>
                  <a:pt x="454" y="179"/>
                  <a:pt x="460" y="180"/>
                  <a:pt x="464" y="178"/>
                </a:cubicBezTo>
                <a:cubicBezTo>
                  <a:pt x="469" y="176"/>
                  <a:pt x="472" y="171"/>
                  <a:pt x="472" y="166"/>
                </a:cubicBezTo>
                <a:cubicBezTo>
                  <a:pt x="472" y="25"/>
                  <a:pt x="472" y="25"/>
                  <a:pt x="472" y="25"/>
                </a:cubicBezTo>
                <a:cubicBezTo>
                  <a:pt x="741" y="25"/>
                  <a:pt x="741" y="25"/>
                  <a:pt x="741" y="25"/>
                </a:cubicBezTo>
                <a:lnTo>
                  <a:pt x="741" y="690"/>
                </a:lnTo>
                <a:close/>
                <a:moveTo>
                  <a:pt x="249" y="253"/>
                </a:moveTo>
                <a:cubicBezTo>
                  <a:pt x="244" y="248"/>
                  <a:pt x="236" y="248"/>
                  <a:pt x="231" y="253"/>
                </a:cubicBezTo>
                <a:cubicBezTo>
                  <a:pt x="130" y="354"/>
                  <a:pt x="130" y="354"/>
                  <a:pt x="130" y="354"/>
                </a:cubicBezTo>
                <a:cubicBezTo>
                  <a:pt x="127" y="358"/>
                  <a:pt x="125" y="363"/>
                  <a:pt x="127" y="368"/>
                </a:cubicBezTo>
                <a:cubicBezTo>
                  <a:pt x="129" y="372"/>
                  <a:pt x="134" y="375"/>
                  <a:pt x="139" y="375"/>
                </a:cubicBezTo>
                <a:cubicBezTo>
                  <a:pt x="179" y="375"/>
                  <a:pt x="179" y="375"/>
                  <a:pt x="179" y="375"/>
                </a:cubicBezTo>
                <a:cubicBezTo>
                  <a:pt x="179" y="603"/>
                  <a:pt x="179" y="603"/>
                  <a:pt x="179" y="603"/>
                </a:cubicBezTo>
                <a:cubicBezTo>
                  <a:pt x="179" y="610"/>
                  <a:pt x="184" y="616"/>
                  <a:pt x="191" y="616"/>
                </a:cubicBezTo>
                <a:cubicBezTo>
                  <a:pt x="289" y="616"/>
                  <a:pt x="289" y="616"/>
                  <a:pt x="289" y="616"/>
                </a:cubicBezTo>
                <a:cubicBezTo>
                  <a:pt x="296" y="616"/>
                  <a:pt x="302" y="610"/>
                  <a:pt x="302" y="603"/>
                </a:cubicBezTo>
                <a:cubicBezTo>
                  <a:pt x="302" y="375"/>
                  <a:pt x="302" y="375"/>
                  <a:pt x="302" y="375"/>
                </a:cubicBezTo>
                <a:cubicBezTo>
                  <a:pt x="341" y="375"/>
                  <a:pt x="341" y="375"/>
                  <a:pt x="341" y="375"/>
                </a:cubicBezTo>
                <a:cubicBezTo>
                  <a:pt x="346" y="375"/>
                  <a:pt x="351" y="372"/>
                  <a:pt x="353" y="368"/>
                </a:cubicBezTo>
                <a:cubicBezTo>
                  <a:pt x="355" y="363"/>
                  <a:pt x="354" y="358"/>
                  <a:pt x="350" y="354"/>
                </a:cubicBezTo>
                <a:lnTo>
                  <a:pt x="249" y="253"/>
                </a:lnTo>
                <a:close/>
                <a:moveTo>
                  <a:pt x="289" y="351"/>
                </a:moveTo>
                <a:cubicBezTo>
                  <a:pt x="282" y="351"/>
                  <a:pt x="277" y="356"/>
                  <a:pt x="277" y="363"/>
                </a:cubicBezTo>
                <a:cubicBezTo>
                  <a:pt x="277" y="591"/>
                  <a:pt x="277" y="591"/>
                  <a:pt x="277" y="591"/>
                </a:cubicBezTo>
                <a:cubicBezTo>
                  <a:pt x="203" y="591"/>
                  <a:pt x="203" y="591"/>
                  <a:pt x="203" y="591"/>
                </a:cubicBezTo>
                <a:cubicBezTo>
                  <a:pt x="203" y="363"/>
                  <a:pt x="203" y="363"/>
                  <a:pt x="203" y="363"/>
                </a:cubicBezTo>
                <a:cubicBezTo>
                  <a:pt x="203" y="356"/>
                  <a:pt x="198" y="351"/>
                  <a:pt x="191" y="351"/>
                </a:cubicBezTo>
                <a:cubicBezTo>
                  <a:pt x="169" y="351"/>
                  <a:pt x="169" y="351"/>
                  <a:pt x="169" y="351"/>
                </a:cubicBezTo>
                <a:cubicBezTo>
                  <a:pt x="240" y="279"/>
                  <a:pt x="240" y="279"/>
                  <a:pt x="240" y="279"/>
                </a:cubicBezTo>
                <a:cubicBezTo>
                  <a:pt x="312" y="351"/>
                  <a:pt x="312" y="351"/>
                  <a:pt x="312" y="351"/>
                </a:cubicBezTo>
                <a:lnTo>
                  <a:pt x="289" y="351"/>
                </a:lnTo>
                <a:close/>
                <a:moveTo>
                  <a:pt x="416" y="354"/>
                </a:moveTo>
                <a:cubicBezTo>
                  <a:pt x="412" y="358"/>
                  <a:pt x="411" y="363"/>
                  <a:pt x="413" y="368"/>
                </a:cubicBezTo>
                <a:cubicBezTo>
                  <a:pt x="415" y="372"/>
                  <a:pt x="419" y="375"/>
                  <a:pt x="424" y="375"/>
                </a:cubicBezTo>
                <a:cubicBezTo>
                  <a:pt x="464" y="375"/>
                  <a:pt x="464" y="375"/>
                  <a:pt x="464" y="375"/>
                </a:cubicBezTo>
                <a:cubicBezTo>
                  <a:pt x="464" y="603"/>
                  <a:pt x="464" y="603"/>
                  <a:pt x="464" y="603"/>
                </a:cubicBezTo>
                <a:cubicBezTo>
                  <a:pt x="464" y="610"/>
                  <a:pt x="470" y="616"/>
                  <a:pt x="477" y="616"/>
                </a:cubicBezTo>
                <a:cubicBezTo>
                  <a:pt x="575" y="616"/>
                  <a:pt x="575" y="616"/>
                  <a:pt x="575" y="616"/>
                </a:cubicBezTo>
                <a:cubicBezTo>
                  <a:pt x="582" y="616"/>
                  <a:pt x="587" y="610"/>
                  <a:pt x="587" y="603"/>
                </a:cubicBezTo>
                <a:cubicBezTo>
                  <a:pt x="587" y="375"/>
                  <a:pt x="587" y="375"/>
                  <a:pt x="587" y="375"/>
                </a:cubicBezTo>
                <a:cubicBezTo>
                  <a:pt x="627" y="375"/>
                  <a:pt x="627" y="375"/>
                  <a:pt x="627" y="375"/>
                </a:cubicBezTo>
                <a:cubicBezTo>
                  <a:pt x="632" y="375"/>
                  <a:pt x="637" y="372"/>
                  <a:pt x="638" y="368"/>
                </a:cubicBezTo>
                <a:cubicBezTo>
                  <a:pt x="640" y="363"/>
                  <a:pt x="639" y="358"/>
                  <a:pt x="636" y="354"/>
                </a:cubicBezTo>
                <a:cubicBezTo>
                  <a:pt x="534" y="253"/>
                  <a:pt x="534" y="253"/>
                  <a:pt x="534" y="253"/>
                </a:cubicBezTo>
                <a:cubicBezTo>
                  <a:pt x="530" y="248"/>
                  <a:pt x="522" y="248"/>
                  <a:pt x="517" y="253"/>
                </a:cubicBezTo>
                <a:lnTo>
                  <a:pt x="416" y="354"/>
                </a:lnTo>
                <a:close/>
                <a:moveTo>
                  <a:pt x="597" y="351"/>
                </a:moveTo>
                <a:cubicBezTo>
                  <a:pt x="575" y="351"/>
                  <a:pt x="575" y="351"/>
                  <a:pt x="575" y="351"/>
                </a:cubicBezTo>
                <a:cubicBezTo>
                  <a:pt x="568" y="351"/>
                  <a:pt x="562" y="356"/>
                  <a:pt x="562" y="363"/>
                </a:cubicBezTo>
                <a:cubicBezTo>
                  <a:pt x="562" y="591"/>
                  <a:pt x="562" y="591"/>
                  <a:pt x="562" y="591"/>
                </a:cubicBezTo>
                <a:cubicBezTo>
                  <a:pt x="489" y="591"/>
                  <a:pt x="489" y="591"/>
                  <a:pt x="489" y="591"/>
                </a:cubicBezTo>
                <a:cubicBezTo>
                  <a:pt x="489" y="363"/>
                  <a:pt x="489" y="363"/>
                  <a:pt x="489" y="363"/>
                </a:cubicBezTo>
                <a:cubicBezTo>
                  <a:pt x="489" y="356"/>
                  <a:pt x="483" y="351"/>
                  <a:pt x="477" y="351"/>
                </a:cubicBezTo>
                <a:cubicBezTo>
                  <a:pt x="454" y="351"/>
                  <a:pt x="454" y="351"/>
                  <a:pt x="454" y="351"/>
                </a:cubicBezTo>
                <a:cubicBezTo>
                  <a:pt x="526" y="279"/>
                  <a:pt x="526" y="279"/>
                  <a:pt x="526" y="279"/>
                </a:cubicBezTo>
                <a:lnTo>
                  <a:pt x="597" y="351"/>
                </a:lnTo>
                <a:close/>
              </a:path>
            </a:pathLst>
          </a:custGeom>
          <a:solidFill>
            <a:schemeClr val="bg1"/>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76" name="Freeform 5"/>
          <p:cNvSpPr>
            <a:spLocks noEditPoints="1"/>
          </p:cNvSpPr>
          <p:nvPr/>
        </p:nvSpPr>
        <p:spPr bwMode="auto">
          <a:xfrm>
            <a:off x="8607675" y="4100947"/>
            <a:ext cx="325136" cy="429547"/>
          </a:xfrm>
          <a:custGeom>
            <a:avLst/>
            <a:gdLst>
              <a:gd name="T0" fmla="*/ 84 w 593"/>
              <a:gd name="T1" fmla="*/ 240 h 782"/>
              <a:gd name="T2" fmla="*/ 24 w 593"/>
              <a:gd name="T3" fmla="*/ 163 h 782"/>
              <a:gd name="T4" fmla="*/ 102 w 593"/>
              <a:gd name="T5" fmla="*/ 223 h 782"/>
              <a:gd name="T6" fmla="*/ 179 w 593"/>
              <a:gd name="T7" fmla="*/ 163 h 782"/>
              <a:gd name="T8" fmla="*/ 119 w 593"/>
              <a:gd name="T9" fmla="*/ 240 h 782"/>
              <a:gd name="T10" fmla="*/ 179 w 593"/>
              <a:gd name="T11" fmla="*/ 318 h 782"/>
              <a:gd name="T12" fmla="*/ 162 w 593"/>
              <a:gd name="T13" fmla="*/ 318 h 782"/>
              <a:gd name="T14" fmla="*/ 42 w 593"/>
              <a:gd name="T15" fmla="*/ 318 h 782"/>
              <a:gd name="T16" fmla="*/ 24 w 593"/>
              <a:gd name="T17" fmla="*/ 318 h 782"/>
              <a:gd name="T18" fmla="*/ 550 w 593"/>
              <a:gd name="T19" fmla="*/ 507 h 782"/>
              <a:gd name="T20" fmla="*/ 473 w 593"/>
              <a:gd name="T21" fmla="*/ 567 h 782"/>
              <a:gd name="T22" fmla="*/ 395 w 593"/>
              <a:gd name="T23" fmla="*/ 507 h 782"/>
              <a:gd name="T24" fmla="*/ 455 w 593"/>
              <a:gd name="T25" fmla="*/ 584 h 782"/>
              <a:gd name="T26" fmla="*/ 395 w 593"/>
              <a:gd name="T27" fmla="*/ 662 h 782"/>
              <a:gd name="T28" fmla="*/ 413 w 593"/>
              <a:gd name="T29" fmla="*/ 662 h 782"/>
              <a:gd name="T30" fmla="*/ 533 w 593"/>
              <a:gd name="T31" fmla="*/ 662 h 782"/>
              <a:gd name="T32" fmla="*/ 550 w 593"/>
              <a:gd name="T33" fmla="*/ 662 h 782"/>
              <a:gd name="T34" fmla="*/ 490 w 593"/>
              <a:gd name="T35" fmla="*/ 584 h 782"/>
              <a:gd name="T36" fmla="*/ 550 w 593"/>
              <a:gd name="T37" fmla="*/ 507 h 782"/>
              <a:gd name="T38" fmla="*/ 81 w 593"/>
              <a:gd name="T39" fmla="*/ 782 h 782"/>
              <a:gd name="T40" fmla="*/ 81 w 593"/>
              <a:gd name="T41" fmla="*/ 620 h 782"/>
              <a:gd name="T42" fmla="*/ 137 w 593"/>
              <a:gd name="T43" fmla="*/ 701 h 782"/>
              <a:gd name="T44" fmla="*/ 25 w 593"/>
              <a:gd name="T45" fmla="*/ 701 h 782"/>
              <a:gd name="T46" fmla="*/ 137 w 593"/>
              <a:gd name="T47" fmla="*/ 701 h 782"/>
              <a:gd name="T48" fmla="*/ 494 w 593"/>
              <a:gd name="T49" fmla="*/ 0 h 782"/>
              <a:gd name="T50" fmla="*/ 494 w 593"/>
              <a:gd name="T51" fmla="*/ 163 h 782"/>
              <a:gd name="T52" fmla="*/ 437 w 593"/>
              <a:gd name="T53" fmla="*/ 82 h 782"/>
              <a:gd name="T54" fmla="*/ 550 w 593"/>
              <a:gd name="T55" fmla="*/ 82 h 782"/>
              <a:gd name="T56" fmla="*/ 437 w 593"/>
              <a:gd name="T57" fmla="*/ 82 h 782"/>
              <a:gd name="T58" fmla="*/ 391 w 593"/>
              <a:gd name="T59" fmla="*/ 306 h 782"/>
              <a:gd name="T60" fmla="*/ 481 w 593"/>
              <a:gd name="T61" fmla="*/ 247 h 782"/>
              <a:gd name="T62" fmla="*/ 387 w 593"/>
              <a:gd name="T63" fmla="*/ 383 h 782"/>
              <a:gd name="T64" fmla="*/ 68 w 593"/>
              <a:gd name="T65" fmla="*/ 584 h 782"/>
              <a:gd name="T66" fmla="*/ 93 w 593"/>
              <a:gd name="T67" fmla="*/ 584 h 782"/>
              <a:gd name="T68" fmla="*/ 392 w 593"/>
              <a:gd name="T69" fmla="*/ 407 h 782"/>
              <a:gd name="T70" fmla="*/ 506 w 593"/>
              <a:gd name="T71" fmla="*/ 249 h 782"/>
              <a:gd name="T72" fmla="*/ 593 w 593"/>
              <a:gd name="T73" fmla="*/ 309 h 7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93" h="782">
                <a:moveTo>
                  <a:pt x="24" y="300"/>
                </a:moveTo>
                <a:cubicBezTo>
                  <a:pt x="84" y="240"/>
                  <a:pt x="84" y="240"/>
                  <a:pt x="84" y="240"/>
                </a:cubicBezTo>
                <a:cubicBezTo>
                  <a:pt x="24" y="180"/>
                  <a:pt x="24" y="180"/>
                  <a:pt x="24" y="180"/>
                </a:cubicBezTo>
                <a:cubicBezTo>
                  <a:pt x="20" y="175"/>
                  <a:pt x="20" y="168"/>
                  <a:pt x="24" y="163"/>
                </a:cubicBezTo>
                <a:cubicBezTo>
                  <a:pt x="29" y="158"/>
                  <a:pt x="37" y="158"/>
                  <a:pt x="42" y="163"/>
                </a:cubicBezTo>
                <a:cubicBezTo>
                  <a:pt x="102" y="223"/>
                  <a:pt x="102" y="223"/>
                  <a:pt x="102" y="223"/>
                </a:cubicBezTo>
                <a:cubicBezTo>
                  <a:pt x="162" y="163"/>
                  <a:pt x="162" y="163"/>
                  <a:pt x="162" y="163"/>
                </a:cubicBezTo>
                <a:cubicBezTo>
                  <a:pt x="167" y="158"/>
                  <a:pt x="175" y="158"/>
                  <a:pt x="179" y="163"/>
                </a:cubicBezTo>
                <a:cubicBezTo>
                  <a:pt x="184" y="168"/>
                  <a:pt x="184" y="175"/>
                  <a:pt x="179" y="180"/>
                </a:cubicBezTo>
                <a:cubicBezTo>
                  <a:pt x="119" y="240"/>
                  <a:pt x="119" y="240"/>
                  <a:pt x="119" y="240"/>
                </a:cubicBezTo>
                <a:cubicBezTo>
                  <a:pt x="179" y="300"/>
                  <a:pt x="179" y="300"/>
                  <a:pt x="179" y="300"/>
                </a:cubicBezTo>
                <a:cubicBezTo>
                  <a:pt x="184" y="305"/>
                  <a:pt x="184" y="313"/>
                  <a:pt x="179" y="318"/>
                </a:cubicBezTo>
                <a:cubicBezTo>
                  <a:pt x="177" y="320"/>
                  <a:pt x="174" y="321"/>
                  <a:pt x="171" y="321"/>
                </a:cubicBezTo>
                <a:cubicBezTo>
                  <a:pt x="168" y="321"/>
                  <a:pt x="164" y="320"/>
                  <a:pt x="162" y="318"/>
                </a:cubicBezTo>
                <a:cubicBezTo>
                  <a:pt x="102" y="258"/>
                  <a:pt x="102" y="258"/>
                  <a:pt x="102" y="258"/>
                </a:cubicBezTo>
                <a:cubicBezTo>
                  <a:pt x="42" y="318"/>
                  <a:pt x="42" y="318"/>
                  <a:pt x="42" y="318"/>
                </a:cubicBezTo>
                <a:cubicBezTo>
                  <a:pt x="39" y="320"/>
                  <a:pt x="36" y="321"/>
                  <a:pt x="33" y="321"/>
                </a:cubicBezTo>
                <a:cubicBezTo>
                  <a:pt x="30" y="321"/>
                  <a:pt x="27" y="320"/>
                  <a:pt x="24" y="318"/>
                </a:cubicBezTo>
                <a:cubicBezTo>
                  <a:pt x="20" y="313"/>
                  <a:pt x="20" y="305"/>
                  <a:pt x="24" y="300"/>
                </a:cubicBezTo>
                <a:close/>
                <a:moveTo>
                  <a:pt x="550" y="507"/>
                </a:moveTo>
                <a:cubicBezTo>
                  <a:pt x="545" y="502"/>
                  <a:pt x="538" y="502"/>
                  <a:pt x="533" y="507"/>
                </a:cubicBezTo>
                <a:cubicBezTo>
                  <a:pt x="473" y="567"/>
                  <a:pt x="473" y="567"/>
                  <a:pt x="473" y="567"/>
                </a:cubicBezTo>
                <a:cubicBezTo>
                  <a:pt x="413" y="507"/>
                  <a:pt x="413" y="507"/>
                  <a:pt x="413" y="507"/>
                </a:cubicBezTo>
                <a:cubicBezTo>
                  <a:pt x="408" y="502"/>
                  <a:pt x="400" y="502"/>
                  <a:pt x="395" y="507"/>
                </a:cubicBezTo>
                <a:cubicBezTo>
                  <a:pt x="390" y="512"/>
                  <a:pt x="390" y="519"/>
                  <a:pt x="395" y="524"/>
                </a:cubicBezTo>
                <a:cubicBezTo>
                  <a:pt x="455" y="584"/>
                  <a:pt x="455" y="584"/>
                  <a:pt x="455" y="584"/>
                </a:cubicBezTo>
                <a:cubicBezTo>
                  <a:pt x="395" y="644"/>
                  <a:pt x="395" y="644"/>
                  <a:pt x="395" y="644"/>
                </a:cubicBezTo>
                <a:cubicBezTo>
                  <a:pt x="390" y="649"/>
                  <a:pt x="390" y="657"/>
                  <a:pt x="395" y="662"/>
                </a:cubicBezTo>
                <a:cubicBezTo>
                  <a:pt x="397" y="664"/>
                  <a:pt x="401" y="665"/>
                  <a:pt x="404" y="665"/>
                </a:cubicBezTo>
                <a:cubicBezTo>
                  <a:pt x="407" y="665"/>
                  <a:pt x="410" y="664"/>
                  <a:pt x="413" y="662"/>
                </a:cubicBezTo>
                <a:cubicBezTo>
                  <a:pt x="473" y="602"/>
                  <a:pt x="473" y="602"/>
                  <a:pt x="473" y="602"/>
                </a:cubicBezTo>
                <a:cubicBezTo>
                  <a:pt x="533" y="662"/>
                  <a:pt x="533" y="662"/>
                  <a:pt x="533" y="662"/>
                </a:cubicBezTo>
                <a:cubicBezTo>
                  <a:pt x="535" y="664"/>
                  <a:pt x="538" y="665"/>
                  <a:pt x="541" y="665"/>
                </a:cubicBezTo>
                <a:cubicBezTo>
                  <a:pt x="545" y="665"/>
                  <a:pt x="548" y="664"/>
                  <a:pt x="550" y="662"/>
                </a:cubicBezTo>
                <a:cubicBezTo>
                  <a:pt x="555" y="657"/>
                  <a:pt x="555" y="649"/>
                  <a:pt x="550" y="644"/>
                </a:cubicBezTo>
                <a:cubicBezTo>
                  <a:pt x="490" y="584"/>
                  <a:pt x="490" y="584"/>
                  <a:pt x="490" y="584"/>
                </a:cubicBezTo>
                <a:cubicBezTo>
                  <a:pt x="550" y="524"/>
                  <a:pt x="550" y="524"/>
                  <a:pt x="550" y="524"/>
                </a:cubicBezTo>
                <a:cubicBezTo>
                  <a:pt x="555" y="519"/>
                  <a:pt x="555" y="512"/>
                  <a:pt x="550" y="507"/>
                </a:cubicBezTo>
                <a:close/>
                <a:moveTo>
                  <a:pt x="162" y="701"/>
                </a:moveTo>
                <a:cubicBezTo>
                  <a:pt x="162" y="746"/>
                  <a:pt x="126" y="782"/>
                  <a:pt x="81" y="782"/>
                </a:cubicBezTo>
                <a:cubicBezTo>
                  <a:pt x="36" y="782"/>
                  <a:pt x="0" y="746"/>
                  <a:pt x="0" y="701"/>
                </a:cubicBezTo>
                <a:cubicBezTo>
                  <a:pt x="0" y="656"/>
                  <a:pt x="36" y="620"/>
                  <a:pt x="81" y="620"/>
                </a:cubicBezTo>
                <a:cubicBezTo>
                  <a:pt x="126" y="620"/>
                  <a:pt x="162" y="656"/>
                  <a:pt x="162" y="701"/>
                </a:cubicBezTo>
                <a:close/>
                <a:moveTo>
                  <a:pt x="137" y="701"/>
                </a:moveTo>
                <a:cubicBezTo>
                  <a:pt x="137" y="670"/>
                  <a:pt x="112" y="644"/>
                  <a:pt x="81" y="644"/>
                </a:cubicBezTo>
                <a:cubicBezTo>
                  <a:pt x="50" y="644"/>
                  <a:pt x="25" y="670"/>
                  <a:pt x="25" y="701"/>
                </a:cubicBezTo>
                <a:cubicBezTo>
                  <a:pt x="25" y="732"/>
                  <a:pt x="50" y="757"/>
                  <a:pt x="81" y="757"/>
                </a:cubicBezTo>
                <a:cubicBezTo>
                  <a:pt x="112" y="757"/>
                  <a:pt x="137" y="732"/>
                  <a:pt x="137" y="701"/>
                </a:cubicBezTo>
                <a:close/>
                <a:moveTo>
                  <a:pt x="412" y="82"/>
                </a:moveTo>
                <a:cubicBezTo>
                  <a:pt x="412" y="37"/>
                  <a:pt x="449" y="0"/>
                  <a:pt x="494" y="0"/>
                </a:cubicBezTo>
                <a:cubicBezTo>
                  <a:pt x="538" y="0"/>
                  <a:pt x="575" y="37"/>
                  <a:pt x="575" y="82"/>
                </a:cubicBezTo>
                <a:cubicBezTo>
                  <a:pt x="575" y="126"/>
                  <a:pt x="538" y="163"/>
                  <a:pt x="494" y="163"/>
                </a:cubicBezTo>
                <a:cubicBezTo>
                  <a:pt x="449" y="163"/>
                  <a:pt x="412" y="126"/>
                  <a:pt x="412" y="82"/>
                </a:cubicBezTo>
                <a:close/>
                <a:moveTo>
                  <a:pt x="437" y="82"/>
                </a:moveTo>
                <a:cubicBezTo>
                  <a:pt x="437" y="113"/>
                  <a:pt x="463" y="138"/>
                  <a:pt x="494" y="138"/>
                </a:cubicBezTo>
                <a:cubicBezTo>
                  <a:pt x="525" y="138"/>
                  <a:pt x="550" y="113"/>
                  <a:pt x="550" y="82"/>
                </a:cubicBezTo>
                <a:cubicBezTo>
                  <a:pt x="550" y="51"/>
                  <a:pt x="525" y="25"/>
                  <a:pt x="494" y="25"/>
                </a:cubicBezTo>
                <a:cubicBezTo>
                  <a:pt x="463" y="25"/>
                  <a:pt x="437" y="51"/>
                  <a:pt x="437" y="82"/>
                </a:cubicBezTo>
                <a:close/>
                <a:moveTo>
                  <a:pt x="494" y="198"/>
                </a:moveTo>
                <a:cubicBezTo>
                  <a:pt x="391" y="306"/>
                  <a:pt x="391" y="306"/>
                  <a:pt x="391" y="306"/>
                </a:cubicBezTo>
                <a:cubicBezTo>
                  <a:pt x="408" y="323"/>
                  <a:pt x="408" y="323"/>
                  <a:pt x="408" y="323"/>
                </a:cubicBezTo>
                <a:cubicBezTo>
                  <a:pt x="481" y="247"/>
                  <a:pt x="481" y="247"/>
                  <a:pt x="481" y="247"/>
                </a:cubicBezTo>
                <a:cubicBezTo>
                  <a:pt x="481" y="272"/>
                  <a:pt x="481" y="272"/>
                  <a:pt x="481" y="272"/>
                </a:cubicBezTo>
                <a:cubicBezTo>
                  <a:pt x="481" y="325"/>
                  <a:pt x="439" y="374"/>
                  <a:pt x="387" y="383"/>
                </a:cubicBezTo>
                <a:cubicBezTo>
                  <a:pt x="215" y="412"/>
                  <a:pt x="215" y="412"/>
                  <a:pt x="215" y="412"/>
                </a:cubicBezTo>
                <a:cubicBezTo>
                  <a:pt x="130" y="426"/>
                  <a:pt x="68" y="498"/>
                  <a:pt x="68" y="584"/>
                </a:cubicBezTo>
                <a:cubicBezTo>
                  <a:pt x="68" y="591"/>
                  <a:pt x="74" y="597"/>
                  <a:pt x="81" y="597"/>
                </a:cubicBezTo>
                <a:cubicBezTo>
                  <a:pt x="88" y="597"/>
                  <a:pt x="93" y="591"/>
                  <a:pt x="93" y="584"/>
                </a:cubicBezTo>
                <a:cubicBezTo>
                  <a:pt x="93" y="511"/>
                  <a:pt x="146" y="448"/>
                  <a:pt x="219" y="436"/>
                </a:cubicBezTo>
                <a:cubicBezTo>
                  <a:pt x="392" y="407"/>
                  <a:pt x="392" y="407"/>
                  <a:pt x="392" y="407"/>
                </a:cubicBezTo>
                <a:cubicBezTo>
                  <a:pt x="455" y="397"/>
                  <a:pt x="506" y="336"/>
                  <a:pt x="506" y="272"/>
                </a:cubicBezTo>
                <a:cubicBezTo>
                  <a:pt x="506" y="249"/>
                  <a:pt x="506" y="249"/>
                  <a:pt x="506" y="249"/>
                </a:cubicBezTo>
                <a:cubicBezTo>
                  <a:pt x="575" y="326"/>
                  <a:pt x="575" y="326"/>
                  <a:pt x="575" y="326"/>
                </a:cubicBezTo>
                <a:cubicBezTo>
                  <a:pt x="593" y="309"/>
                  <a:pt x="593" y="309"/>
                  <a:pt x="593" y="309"/>
                </a:cubicBezTo>
                <a:lnTo>
                  <a:pt x="494" y="198"/>
                </a:lnTo>
                <a:close/>
              </a:path>
            </a:pathLst>
          </a:custGeom>
          <a:solidFill>
            <a:schemeClr val="bg1"/>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77" name="Freeform 6"/>
          <p:cNvSpPr>
            <a:spLocks noEditPoints="1"/>
          </p:cNvSpPr>
          <p:nvPr/>
        </p:nvSpPr>
        <p:spPr bwMode="auto">
          <a:xfrm>
            <a:off x="8483439" y="2471000"/>
            <a:ext cx="521841" cy="519101"/>
          </a:xfrm>
          <a:custGeom>
            <a:avLst/>
            <a:gdLst>
              <a:gd name="T0" fmla="*/ 252 w 916"/>
              <a:gd name="T1" fmla="*/ 749 h 910"/>
              <a:gd name="T2" fmla="*/ 187 w 916"/>
              <a:gd name="T3" fmla="*/ 493 h 910"/>
              <a:gd name="T4" fmla="*/ 124 w 916"/>
              <a:gd name="T5" fmla="*/ 748 h 910"/>
              <a:gd name="T6" fmla="*/ 3 w 916"/>
              <a:gd name="T7" fmla="*/ 859 h 910"/>
              <a:gd name="T8" fmla="*/ 8 w 916"/>
              <a:gd name="T9" fmla="*/ 877 h 910"/>
              <a:gd name="T10" fmla="*/ 365 w 916"/>
              <a:gd name="T11" fmla="*/ 877 h 910"/>
              <a:gd name="T12" fmla="*/ 371 w 916"/>
              <a:gd name="T13" fmla="*/ 859 h 910"/>
              <a:gd name="T14" fmla="*/ 95 w 916"/>
              <a:gd name="T15" fmla="*/ 624 h 910"/>
              <a:gd name="T16" fmla="*/ 279 w 916"/>
              <a:gd name="T17" fmla="*/ 624 h 910"/>
              <a:gd name="T18" fmla="*/ 95 w 916"/>
              <a:gd name="T19" fmla="*/ 624 h 910"/>
              <a:gd name="T20" fmla="*/ 224 w 916"/>
              <a:gd name="T21" fmla="*/ 769 h 910"/>
              <a:gd name="T22" fmla="*/ 149 w 916"/>
              <a:gd name="T23" fmla="*/ 767 h 910"/>
              <a:gd name="T24" fmla="*/ 187 w 916"/>
              <a:gd name="T25" fmla="*/ 885 h 910"/>
              <a:gd name="T26" fmla="*/ 124 w 916"/>
              <a:gd name="T27" fmla="*/ 776 h 910"/>
              <a:gd name="T28" fmla="*/ 194 w 916"/>
              <a:gd name="T29" fmla="*/ 831 h 910"/>
              <a:gd name="T30" fmla="*/ 341 w 916"/>
              <a:gd name="T31" fmla="*/ 860 h 910"/>
              <a:gd name="T32" fmla="*/ 913 w 916"/>
              <a:gd name="T33" fmla="*/ 859 h 910"/>
              <a:gd name="T34" fmla="*/ 793 w 916"/>
              <a:gd name="T35" fmla="*/ 749 h 910"/>
              <a:gd name="T36" fmla="*/ 729 w 916"/>
              <a:gd name="T37" fmla="*/ 493 h 910"/>
              <a:gd name="T38" fmla="*/ 666 w 916"/>
              <a:gd name="T39" fmla="*/ 748 h 910"/>
              <a:gd name="T40" fmla="*/ 544 w 916"/>
              <a:gd name="T41" fmla="*/ 859 h 910"/>
              <a:gd name="T42" fmla="*/ 550 w 916"/>
              <a:gd name="T43" fmla="*/ 877 h 910"/>
              <a:gd name="T44" fmla="*/ 907 w 916"/>
              <a:gd name="T45" fmla="*/ 877 h 910"/>
              <a:gd name="T46" fmla="*/ 913 w 916"/>
              <a:gd name="T47" fmla="*/ 859 h 910"/>
              <a:gd name="T48" fmla="*/ 729 w 916"/>
              <a:gd name="T49" fmla="*/ 518 h 910"/>
              <a:gd name="T50" fmla="*/ 729 w 916"/>
              <a:gd name="T51" fmla="*/ 754 h 910"/>
              <a:gd name="T52" fmla="*/ 729 w 916"/>
              <a:gd name="T53" fmla="*/ 779 h 910"/>
              <a:gd name="T54" fmla="*/ 729 w 916"/>
              <a:gd name="T55" fmla="*/ 805 h 910"/>
              <a:gd name="T56" fmla="*/ 729 w 916"/>
              <a:gd name="T57" fmla="*/ 779 h 910"/>
              <a:gd name="T58" fmla="*/ 574 w 916"/>
              <a:gd name="T59" fmla="*/ 860 h 910"/>
              <a:gd name="T60" fmla="*/ 721 w 916"/>
              <a:gd name="T61" fmla="*/ 831 h 910"/>
              <a:gd name="T62" fmla="*/ 792 w 916"/>
              <a:gd name="T63" fmla="*/ 776 h 910"/>
              <a:gd name="T64" fmla="*/ 729 w 916"/>
              <a:gd name="T65" fmla="*/ 885 h 910"/>
              <a:gd name="T66" fmla="*/ 597 w 916"/>
              <a:gd name="T67" fmla="*/ 655 h 910"/>
              <a:gd name="T68" fmla="*/ 604 w 916"/>
              <a:gd name="T69" fmla="*/ 632 h 910"/>
              <a:gd name="T70" fmla="*/ 540 w 916"/>
              <a:gd name="T71" fmla="*/ 571 h 910"/>
              <a:gd name="T72" fmla="*/ 471 w 916"/>
              <a:gd name="T73" fmla="*/ 427 h 910"/>
              <a:gd name="T74" fmla="*/ 637 w 916"/>
              <a:gd name="T75" fmla="*/ 384 h 910"/>
              <a:gd name="T76" fmla="*/ 643 w 916"/>
              <a:gd name="T77" fmla="*/ 365 h 910"/>
              <a:gd name="T78" fmla="*/ 523 w 916"/>
              <a:gd name="T79" fmla="*/ 255 h 910"/>
              <a:gd name="T80" fmla="*/ 459 w 916"/>
              <a:gd name="T81" fmla="*/ 0 h 910"/>
              <a:gd name="T82" fmla="*/ 396 w 916"/>
              <a:gd name="T83" fmla="*/ 255 h 910"/>
              <a:gd name="T84" fmla="*/ 274 w 916"/>
              <a:gd name="T85" fmla="*/ 365 h 910"/>
              <a:gd name="T86" fmla="*/ 280 w 916"/>
              <a:gd name="T87" fmla="*/ 384 h 910"/>
              <a:gd name="T88" fmla="*/ 446 w 916"/>
              <a:gd name="T89" fmla="*/ 427 h 910"/>
              <a:gd name="T90" fmla="*/ 378 w 916"/>
              <a:gd name="T91" fmla="*/ 571 h 910"/>
              <a:gd name="T92" fmla="*/ 320 w 916"/>
              <a:gd name="T93" fmla="*/ 629 h 910"/>
              <a:gd name="T94" fmla="*/ 327 w 916"/>
              <a:gd name="T95" fmla="*/ 652 h 910"/>
              <a:gd name="T96" fmla="*/ 390 w 916"/>
              <a:gd name="T97" fmla="*/ 612 h 910"/>
              <a:gd name="T98" fmla="*/ 528 w 916"/>
              <a:gd name="T99" fmla="*/ 612 h 910"/>
              <a:gd name="T100" fmla="*/ 367 w 916"/>
              <a:gd name="T101" fmla="*/ 130 h 910"/>
              <a:gd name="T102" fmla="*/ 550 w 916"/>
              <a:gd name="T103" fmla="*/ 130 h 910"/>
              <a:gd name="T104" fmla="*/ 367 w 916"/>
              <a:gd name="T105" fmla="*/ 130 h 910"/>
              <a:gd name="T106" fmla="*/ 495 w 916"/>
              <a:gd name="T107" fmla="*/ 275 h 910"/>
              <a:gd name="T108" fmla="*/ 420 w 916"/>
              <a:gd name="T109" fmla="*/ 273 h 910"/>
              <a:gd name="T110" fmla="*/ 396 w 916"/>
              <a:gd name="T111" fmla="*/ 282 h 910"/>
              <a:gd name="T112" fmla="*/ 466 w 916"/>
              <a:gd name="T113" fmla="*/ 337 h 910"/>
              <a:gd name="T114" fmla="*/ 613 w 916"/>
              <a:gd name="T115" fmla="*/ 366 h 910"/>
              <a:gd name="T116" fmla="*/ 305 w 916"/>
              <a:gd name="T117" fmla="*/ 366 h 910"/>
              <a:gd name="T118" fmla="*/ 459 w 916"/>
              <a:gd name="T119" fmla="*/ 627 h 910"/>
              <a:gd name="T120" fmla="*/ 405 w 916"/>
              <a:gd name="T121" fmla="*/ 587 h 910"/>
              <a:gd name="T122" fmla="*/ 403 w 916"/>
              <a:gd name="T123" fmla="*/ 571 h 910"/>
              <a:gd name="T124" fmla="*/ 515 w 916"/>
              <a:gd name="T125" fmla="*/ 571 h 9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916" h="910">
                <a:moveTo>
                  <a:pt x="252" y="749"/>
                </a:moveTo>
                <a:cubicBezTo>
                  <a:pt x="252" y="749"/>
                  <a:pt x="252" y="749"/>
                  <a:pt x="252" y="749"/>
                </a:cubicBezTo>
                <a:cubicBezTo>
                  <a:pt x="281" y="721"/>
                  <a:pt x="303" y="676"/>
                  <a:pt x="303" y="624"/>
                </a:cubicBezTo>
                <a:cubicBezTo>
                  <a:pt x="303" y="545"/>
                  <a:pt x="258" y="493"/>
                  <a:pt x="187" y="493"/>
                </a:cubicBezTo>
                <a:cubicBezTo>
                  <a:pt x="116" y="493"/>
                  <a:pt x="71" y="545"/>
                  <a:pt x="71" y="624"/>
                </a:cubicBezTo>
                <a:cubicBezTo>
                  <a:pt x="71" y="673"/>
                  <a:pt x="94" y="720"/>
                  <a:pt x="124" y="748"/>
                </a:cubicBezTo>
                <a:cubicBezTo>
                  <a:pt x="123" y="749"/>
                  <a:pt x="123" y="749"/>
                  <a:pt x="122" y="749"/>
                </a:cubicBezTo>
                <a:cubicBezTo>
                  <a:pt x="53" y="782"/>
                  <a:pt x="5" y="856"/>
                  <a:pt x="3" y="859"/>
                </a:cubicBezTo>
                <a:cubicBezTo>
                  <a:pt x="1" y="862"/>
                  <a:pt x="0" y="866"/>
                  <a:pt x="1" y="870"/>
                </a:cubicBezTo>
                <a:cubicBezTo>
                  <a:pt x="2" y="873"/>
                  <a:pt x="5" y="876"/>
                  <a:pt x="8" y="877"/>
                </a:cubicBezTo>
                <a:cubicBezTo>
                  <a:pt x="12" y="879"/>
                  <a:pt x="90" y="910"/>
                  <a:pt x="187" y="910"/>
                </a:cubicBezTo>
                <a:cubicBezTo>
                  <a:pt x="284" y="910"/>
                  <a:pt x="362" y="879"/>
                  <a:pt x="365" y="877"/>
                </a:cubicBezTo>
                <a:cubicBezTo>
                  <a:pt x="369" y="876"/>
                  <a:pt x="372" y="873"/>
                  <a:pt x="373" y="870"/>
                </a:cubicBezTo>
                <a:cubicBezTo>
                  <a:pt x="374" y="866"/>
                  <a:pt x="373" y="862"/>
                  <a:pt x="371" y="859"/>
                </a:cubicBezTo>
                <a:cubicBezTo>
                  <a:pt x="369" y="856"/>
                  <a:pt x="321" y="782"/>
                  <a:pt x="252" y="749"/>
                </a:cubicBezTo>
                <a:close/>
                <a:moveTo>
                  <a:pt x="95" y="624"/>
                </a:moveTo>
                <a:cubicBezTo>
                  <a:pt x="95" y="559"/>
                  <a:pt x="130" y="518"/>
                  <a:pt x="187" y="518"/>
                </a:cubicBezTo>
                <a:cubicBezTo>
                  <a:pt x="243" y="518"/>
                  <a:pt x="279" y="559"/>
                  <a:pt x="279" y="624"/>
                </a:cubicBezTo>
                <a:cubicBezTo>
                  <a:pt x="279" y="694"/>
                  <a:pt x="228" y="754"/>
                  <a:pt x="187" y="754"/>
                </a:cubicBezTo>
                <a:cubicBezTo>
                  <a:pt x="156" y="754"/>
                  <a:pt x="95" y="699"/>
                  <a:pt x="95" y="624"/>
                </a:cubicBezTo>
                <a:close/>
                <a:moveTo>
                  <a:pt x="187" y="779"/>
                </a:moveTo>
                <a:cubicBezTo>
                  <a:pt x="199" y="779"/>
                  <a:pt x="211" y="776"/>
                  <a:pt x="224" y="769"/>
                </a:cubicBezTo>
                <a:cubicBezTo>
                  <a:pt x="209" y="786"/>
                  <a:pt x="195" y="799"/>
                  <a:pt x="187" y="805"/>
                </a:cubicBezTo>
                <a:cubicBezTo>
                  <a:pt x="178" y="798"/>
                  <a:pt x="164" y="785"/>
                  <a:pt x="149" y="767"/>
                </a:cubicBezTo>
                <a:cubicBezTo>
                  <a:pt x="161" y="775"/>
                  <a:pt x="175" y="779"/>
                  <a:pt x="187" y="779"/>
                </a:cubicBezTo>
                <a:close/>
                <a:moveTo>
                  <a:pt x="187" y="885"/>
                </a:moveTo>
                <a:cubicBezTo>
                  <a:pt x="119" y="885"/>
                  <a:pt x="59" y="868"/>
                  <a:pt x="33" y="860"/>
                </a:cubicBezTo>
                <a:cubicBezTo>
                  <a:pt x="48" y="839"/>
                  <a:pt x="82" y="799"/>
                  <a:pt x="124" y="776"/>
                </a:cubicBezTo>
                <a:cubicBezTo>
                  <a:pt x="151" y="810"/>
                  <a:pt x="178" y="830"/>
                  <a:pt x="180" y="831"/>
                </a:cubicBezTo>
                <a:cubicBezTo>
                  <a:pt x="184" y="835"/>
                  <a:pt x="190" y="835"/>
                  <a:pt x="194" y="831"/>
                </a:cubicBezTo>
                <a:cubicBezTo>
                  <a:pt x="196" y="830"/>
                  <a:pt x="223" y="810"/>
                  <a:pt x="250" y="776"/>
                </a:cubicBezTo>
                <a:cubicBezTo>
                  <a:pt x="292" y="799"/>
                  <a:pt x="326" y="839"/>
                  <a:pt x="341" y="860"/>
                </a:cubicBezTo>
                <a:cubicBezTo>
                  <a:pt x="314" y="868"/>
                  <a:pt x="255" y="885"/>
                  <a:pt x="187" y="885"/>
                </a:cubicBezTo>
                <a:close/>
                <a:moveTo>
                  <a:pt x="913" y="859"/>
                </a:moveTo>
                <a:cubicBezTo>
                  <a:pt x="911" y="856"/>
                  <a:pt x="863" y="782"/>
                  <a:pt x="794" y="749"/>
                </a:cubicBezTo>
                <a:cubicBezTo>
                  <a:pt x="794" y="749"/>
                  <a:pt x="794" y="749"/>
                  <a:pt x="793" y="749"/>
                </a:cubicBezTo>
                <a:cubicBezTo>
                  <a:pt x="823" y="721"/>
                  <a:pt x="845" y="676"/>
                  <a:pt x="845" y="624"/>
                </a:cubicBezTo>
                <a:cubicBezTo>
                  <a:pt x="845" y="545"/>
                  <a:pt x="799" y="493"/>
                  <a:pt x="729" y="493"/>
                </a:cubicBezTo>
                <a:cubicBezTo>
                  <a:pt x="658" y="493"/>
                  <a:pt x="612" y="545"/>
                  <a:pt x="612" y="624"/>
                </a:cubicBezTo>
                <a:cubicBezTo>
                  <a:pt x="612" y="673"/>
                  <a:pt x="636" y="720"/>
                  <a:pt x="666" y="748"/>
                </a:cubicBezTo>
                <a:cubicBezTo>
                  <a:pt x="665" y="749"/>
                  <a:pt x="664" y="749"/>
                  <a:pt x="663" y="749"/>
                </a:cubicBezTo>
                <a:cubicBezTo>
                  <a:pt x="595" y="782"/>
                  <a:pt x="546" y="856"/>
                  <a:pt x="544" y="859"/>
                </a:cubicBezTo>
                <a:cubicBezTo>
                  <a:pt x="542" y="862"/>
                  <a:pt x="542" y="866"/>
                  <a:pt x="543" y="870"/>
                </a:cubicBezTo>
                <a:cubicBezTo>
                  <a:pt x="544" y="873"/>
                  <a:pt x="547" y="876"/>
                  <a:pt x="550" y="877"/>
                </a:cubicBezTo>
                <a:cubicBezTo>
                  <a:pt x="553" y="879"/>
                  <a:pt x="631" y="910"/>
                  <a:pt x="729" y="910"/>
                </a:cubicBezTo>
                <a:cubicBezTo>
                  <a:pt x="826" y="910"/>
                  <a:pt x="904" y="879"/>
                  <a:pt x="907" y="877"/>
                </a:cubicBezTo>
                <a:cubicBezTo>
                  <a:pt x="911" y="876"/>
                  <a:pt x="913" y="873"/>
                  <a:pt x="914" y="870"/>
                </a:cubicBezTo>
                <a:cubicBezTo>
                  <a:pt x="916" y="866"/>
                  <a:pt x="915" y="862"/>
                  <a:pt x="913" y="859"/>
                </a:cubicBezTo>
                <a:close/>
                <a:moveTo>
                  <a:pt x="637" y="624"/>
                </a:moveTo>
                <a:cubicBezTo>
                  <a:pt x="637" y="559"/>
                  <a:pt x="672" y="518"/>
                  <a:pt x="729" y="518"/>
                </a:cubicBezTo>
                <a:cubicBezTo>
                  <a:pt x="785" y="518"/>
                  <a:pt x="820" y="559"/>
                  <a:pt x="820" y="624"/>
                </a:cubicBezTo>
                <a:cubicBezTo>
                  <a:pt x="820" y="694"/>
                  <a:pt x="770" y="754"/>
                  <a:pt x="729" y="754"/>
                </a:cubicBezTo>
                <a:cubicBezTo>
                  <a:pt x="697" y="754"/>
                  <a:pt x="637" y="699"/>
                  <a:pt x="637" y="624"/>
                </a:cubicBezTo>
                <a:close/>
                <a:moveTo>
                  <a:pt x="729" y="779"/>
                </a:moveTo>
                <a:cubicBezTo>
                  <a:pt x="741" y="779"/>
                  <a:pt x="753" y="776"/>
                  <a:pt x="765" y="769"/>
                </a:cubicBezTo>
                <a:cubicBezTo>
                  <a:pt x="751" y="786"/>
                  <a:pt x="737" y="799"/>
                  <a:pt x="729" y="805"/>
                </a:cubicBezTo>
                <a:cubicBezTo>
                  <a:pt x="720" y="798"/>
                  <a:pt x="705" y="785"/>
                  <a:pt x="690" y="767"/>
                </a:cubicBezTo>
                <a:cubicBezTo>
                  <a:pt x="703" y="775"/>
                  <a:pt x="716" y="779"/>
                  <a:pt x="729" y="779"/>
                </a:cubicBezTo>
                <a:close/>
                <a:moveTo>
                  <a:pt x="729" y="885"/>
                </a:moveTo>
                <a:cubicBezTo>
                  <a:pt x="661" y="885"/>
                  <a:pt x="601" y="868"/>
                  <a:pt x="574" y="860"/>
                </a:cubicBezTo>
                <a:cubicBezTo>
                  <a:pt x="590" y="839"/>
                  <a:pt x="623" y="799"/>
                  <a:pt x="665" y="776"/>
                </a:cubicBezTo>
                <a:cubicBezTo>
                  <a:pt x="692" y="810"/>
                  <a:pt x="720" y="830"/>
                  <a:pt x="721" y="831"/>
                </a:cubicBezTo>
                <a:cubicBezTo>
                  <a:pt x="726" y="835"/>
                  <a:pt x="732" y="835"/>
                  <a:pt x="736" y="831"/>
                </a:cubicBezTo>
                <a:cubicBezTo>
                  <a:pt x="737" y="830"/>
                  <a:pt x="765" y="810"/>
                  <a:pt x="792" y="776"/>
                </a:cubicBezTo>
                <a:cubicBezTo>
                  <a:pt x="834" y="799"/>
                  <a:pt x="867" y="839"/>
                  <a:pt x="883" y="860"/>
                </a:cubicBezTo>
                <a:cubicBezTo>
                  <a:pt x="856" y="868"/>
                  <a:pt x="797" y="885"/>
                  <a:pt x="729" y="885"/>
                </a:cubicBezTo>
                <a:close/>
                <a:moveTo>
                  <a:pt x="590" y="653"/>
                </a:moveTo>
                <a:cubicBezTo>
                  <a:pt x="592" y="654"/>
                  <a:pt x="595" y="655"/>
                  <a:pt x="597" y="655"/>
                </a:cubicBezTo>
                <a:cubicBezTo>
                  <a:pt x="601" y="655"/>
                  <a:pt x="605" y="653"/>
                  <a:pt x="607" y="650"/>
                </a:cubicBezTo>
                <a:cubicBezTo>
                  <a:pt x="611" y="644"/>
                  <a:pt x="610" y="636"/>
                  <a:pt x="604" y="632"/>
                </a:cubicBezTo>
                <a:cubicBezTo>
                  <a:pt x="538" y="588"/>
                  <a:pt x="538" y="588"/>
                  <a:pt x="538" y="588"/>
                </a:cubicBezTo>
                <a:cubicBezTo>
                  <a:pt x="539" y="583"/>
                  <a:pt x="540" y="577"/>
                  <a:pt x="540" y="571"/>
                </a:cubicBezTo>
                <a:cubicBezTo>
                  <a:pt x="540" y="531"/>
                  <a:pt x="510" y="497"/>
                  <a:pt x="471" y="491"/>
                </a:cubicBezTo>
                <a:cubicBezTo>
                  <a:pt x="471" y="427"/>
                  <a:pt x="471" y="427"/>
                  <a:pt x="471" y="427"/>
                </a:cubicBezTo>
                <a:cubicBezTo>
                  <a:pt x="471" y="422"/>
                  <a:pt x="468" y="417"/>
                  <a:pt x="464" y="416"/>
                </a:cubicBezTo>
                <a:cubicBezTo>
                  <a:pt x="559" y="415"/>
                  <a:pt x="634" y="385"/>
                  <a:pt x="637" y="384"/>
                </a:cubicBezTo>
                <a:cubicBezTo>
                  <a:pt x="641" y="382"/>
                  <a:pt x="643" y="379"/>
                  <a:pt x="644" y="376"/>
                </a:cubicBezTo>
                <a:cubicBezTo>
                  <a:pt x="646" y="372"/>
                  <a:pt x="645" y="368"/>
                  <a:pt x="643" y="365"/>
                </a:cubicBezTo>
                <a:cubicBezTo>
                  <a:pt x="641" y="362"/>
                  <a:pt x="593" y="289"/>
                  <a:pt x="524" y="255"/>
                </a:cubicBezTo>
                <a:cubicBezTo>
                  <a:pt x="524" y="255"/>
                  <a:pt x="524" y="255"/>
                  <a:pt x="523" y="255"/>
                </a:cubicBezTo>
                <a:cubicBezTo>
                  <a:pt x="553" y="227"/>
                  <a:pt x="575" y="182"/>
                  <a:pt x="575" y="130"/>
                </a:cubicBezTo>
                <a:cubicBezTo>
                  <a:pt x="575" y="51"/>
                  <a:pt x="530" y="0"/>
                  <a:pt x="459" y="0"/>
                </a:cubicBezTo>
                <a:cubicBezTo>
                  <a:pt x="388" y="0"/>
                  <a:pt x="342" y="51"/>
                  <a:pt x="342" y="130"/>
                </a:cubicBezTo>
                <a:cubicBezTo>
                  <a:pt x="342" y="180"/>
                  <a:pt x="366" y="226"/>
                  <a:pt x="396" y="255"/>
                </a:cubicBezTo>
                <a:cubicBezTo>
                  <a:pt x="395" y="255"/>
                  <a:pt x="394" y="255"/>
                  <a:pt x="394" y="255"/>
                </a:cubicBezTo>
                <a:cubicBezTo>
                  <a:pt x="325" y="289"/>
                  <a:pt x="276" y="362"/>
                  <a:pt x="274" y="365"/>
                </a:cubicBezTo>
                <a:cubicBezTo>
                  <a:pt x="272" y="368"/>
                  <a:pt x="272" y="372"/>
                  <a:pt x="273" y="376"/>
                </a:cubicBezTo>
                <a:cubicBezTo>
                  <a:pt x="274" y="379"/>
                  <a:pt x="277" y="382"/>
                  <a:pt x="280" y="384"/>
                </a:cubicBezTo>
                <a:cubicBezTo>
                  <a:pt x="283" y="385"/>
                  <a:pt x="359" y="415"/>
                  <a:pt x="454" y="416"/>
                </a:cubicBezTo>
                <a:cubicBezTo>
                  <a:pt x="449" y="417"/>
                  <a:pt x="446" y="422"/>
                  <a:pt x="446" y="427"/>
                </a:cubicBezTo>
                <a:cubicBezTo>
                  <a:pt x="446" y="491"/>
                  <a:pt x="446" y="491"/>
                  <a:pt x="446" y="491"/>
                </a:cubicBezTo>
                <a:cubicBezTo>
                  <a:pt x="408" y="497"/>
                  <a:pt x="378" y="531"/>
                  <a:pt x="378" y="571"/>
                </a:cubicBezTo>
                <a:cubicBezTo>
                  <a:pt x="378" y="577"/>
                  <a:pt x="379" y="583"/>
                  <a:pt x="380" y="589"/>
                </a:cubicBezTo>
                <a:cubicBezTo>
                  <a:pt x="320" y="629"/>
                  <a:pt x="320" y="629"/>
                  <a:pt x="320" y="629"/>
                </a:cubicBezTo>
                <a:cubicBezTo>
                  <a:pt x="314" y="633"/>
                  <a:pt x="313" y="640"/>
                  <a:pt x="316" y="646"/>
                </a:cubicBezTo>
                <a:cubicBezTo>
                  <a:pt x="319" y="650"/>
                  <a:pt x="323" y="652"/>
                  <a:pt x="327" y="652"/>
                </a:cubicBezTo>
                <a:cubicBezTo>
                  <a:pt x="329" y="652"/>
                  <a:pt x="331" y="651"/>
                  <a:pt x="334" y="649"/>
                </a:cubicBezTo>
                <a:cubicBezTo>
                  <a:pt x="390" y="612"/>
                  <a:pt x="390" y="612"/>
                  <a:pt x="390" y="612"/>
                </a:cubicBezTo>
                <a:cubicBezTo>
                  <a:pt x="404" y="636"/>
                  <a:pt x="429" y="652"/>
                  <a:pt x="459" y="652"/>
                </a:cubicBezTo>
                <a:cubicBezTo>
                  <a:pt x="488" y="652"/>
                  <a:pt x="514" y="636"/>
                  <a:pt x="528" y="612"/>
                </a:cubicBezTo>
                <a:lnTo>
                  <a:pt x="590" y="653"/>
                </a:lnTo>
                <a:close/>
                <a:moveTo>
                  <a:pt x="367" y="130"/>
                </a:moveTo>
                <a:cubicBezTo>
                  <a:pt x="367" y="65"/>
                  <a:pt x="402" y="24"/>
                  <a:pt x="459" y="24"/>
                </a:cubicBezTo>
                <a:cubicBezTo>
                  <a:pt x="515" y="24"/>
                  <a:pt x="550" y="65"/>
                  <a:pt x="550" y="130"/>
                </a:cubicBezTo>
                <a:cubicBezTo>
                  <a:pt x="550" y="200"/>
                  <a:pt x="500" y="260"/>
                  <a:pt x="459" y="260"/>
                </a:cubicBezTo>
                <a:cubicBezTo>
                  <a:pt x="427" y="260"/>
                  <a:pt x="367" y="205"/>
                  <a:pt x="367" y="130"/>
                </a:cubicBezTo>
                <a:close/>
                <a:moveTo>
                  <a:pt x="459" y="285"/>
                </a:moveTo>
                <a:cubicBezTo>
                  <a:pt x="471" y="285"/>
                  <a:pt x="483" y="282"/>
                  <a:pt x="495" y="275"/>
                </a:cubicBezTo>
                <a:cubicBezTo>
                  <a:pt x="481" y="292"/>
                  <a:pt x="467" y="305"/>
                  <a:pt x="459" y="312"/>
                </a:cubicBezTo>
                <a:cubicBezTo>
                  <a:pt x="450" y="304"/>
                  <a:pt x="435" y="291"/>
                  <a:pt x="420" y="273"/>
                </a:cubicBezTo>
                <a:cubicBezTo>
                  <a:pt x="433" y="281"/>
                  <a:pt x="446" y="285"/>
                  <a:pt x="459" y="285"/>
                </a:cubicBezTo>
                <a:close/>
                <a:moveTo>
                  <a:pt x="396" y="282"/>
                </a:moveTo>
                <a:cubicBezTo>
                  <a:pt x="422" y="316"/>
                  <a:pt x="450" y="336"/>
                  <a:pt x="451" y="337"/>
                </a:cubicBezTo>
                <a:cubicBezTo>
                  <a:pt x="456" y="341"/>
                  <a:pt x="462" y="341"/>
                  <a:pt x="466" y="337"/>
                </a:cubicBezTo>
                <a:cubicBezTo>
                  <a:pt x="467" y="336"/>
                  <a:pt x="495" y="316"/>
                  <a:pt x="522" y="282"/>
                </a:cubicBezTo>
                <a:cubicBezTo>
                  <a:pt x="564" y="305"/>
                  <a:pt x="598" y="345"/>
                  <a:pt x="613" y="366"/>
                </a:cubicBezTo>
                <a:cubicBezTo>
                  <a:pt x="586" y="375"/>
                  <a:pt x="527" y="391"/>
                  <a:pt x="459" y="391"/>
                </a:cubicBezTo>
                <a:cubicBezTo>
                  <a:pt x="391" y="391"/>
                  <a:pt x="331" y="374"/>
                  <a:pt x="305" y="366"/>
                </a:cubicBezTo>
                <a:cubicBezTo>
                  <a:pt x="320" y="345"/>
                  <a:pt x="354" y="305"/>
                  <a:pt x="396" y="282"/>
                </a:cubicBezTo>
                <a:close/>
                <a:moveTo>
                  <a:pt x="459" y="627"/>
                </a:moveTo>
                <a:cubicBezTo>
                  <a:pt x="436" y="627"/>
                  <a:pt x="416" y="613"/>
                  <a:pt x="407" y="593"/>
                </a:cubicBezTo>
                <a:cubicBezTo>
                  <a:pt x="407" y="591"/>
                  <a:pt x="407" y="589"/>
                  <a:pt x="405" y="587"/>
                </a:cubicBezTo>
                <a:cubicBezTo>
                  <a:pt x="405" y="587"/>
                  <a:pt x="405" y="587"/>
                  <a:pt x="405" y="586"/>
                </a:cubicBezTo>
                <a:cubicBezTo>
                  <a:pt x="404" y="582"/>
                  <a:pt x="403" y="576"/>
                  <a:pt x="403" y="571"/>
                </a:cubicBezTo>
                <a:cubicBezTo>
                  <a:pt x="403" y="540"/>
                  <a:pt x="428" y="515"/>
                  <a:pt x="459" y="515"/>
                </a:cubicBezTo>
                <a:cubicBezTo>
                  <a:pt x="490" y="515"/>
                  <a:pt x="515" y="540"/>
                  <a:pt x="515" y="571"/>
                </a:cubicBezTo>
                <a:cubicBezTo>
                  <a:pt x="515" y="602"/>
                  <a:pt x="490" y="627"/>
                  <a:pt x="459" y="627"/>
                </a:cubicBezTo>
                <a:close/>
              </a:path>
            </a:pathLst>
          </a:custGeom>
          <a:solidFill>
            <a:schemeClr val="bg1"/>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78" name="Freeform 8"/>
          <p:cNvSpPr>
            <a:spLocks noEditPoints="1"/>
          </p:cNvSpPr>
          <p:nvPr/>
        </p:nvSpPr>
        <p:spPr bwMode="auto">
          <a:xfrm>
            <a:off x="4010918" y="2278802"/>
            <a:ext cx="410541" cy="357773"/>
          </a:xfrm>
          <a:custGeom>
            <a:avLst/>
            <a:gdLst>
              <a:gd name="T0" fmla="*/ 692 w 935"/>
              <a:gd name="T1" fmla="*/ 2 h 816"/>
              <a:gd name="T2" fmla="*/ 343 w 935"/>
              <a:gd name="T3" fmla="*/ 200 h 816"/>
              <a:gd name="T4" fmla="*/ 350 w 935"/>
              <a:gd name="T5" fmla="*/ 508 h 816"/>
              <a:gd name="T6" fmla="*/ 698 w 935"/>
              <a:gd name="T7" fmla="*/ 697 h 816"/>
              <a:gd name="T8" fmla="*/ 710 w 935"/>
              <a:gd name="T9" fmla="*/ 684 h 816"/>
              <a:gd name="T10" fmla="*/ 704 w 935"/>
              <a:gd name="T11" fmla="*/ 2 h 816"/>
              <a:gd name="T12" fmla="*/ 368 w 935"/>
              <a:gd name="T13" fmla="*/ 489 h 816"/>
              <a:gd name="T14" fmla="*/ 686 w 935"/>
              <a:gd name="T15" fmla="*/ 34 h 816"/>
              <a:gd name="T16" fmla="*/ 116 w 935"/>
              <a:gd name="T17" fmla="*/ 253 h 816"/>
              <a:gd name="T18" fmla="*/ 320 w 935"/>
              <a:gd name="T19" fmla="*/ 221 h 816"/>
              <a:gd name="T20" fmla="*/ 320 w 935"/>
              <a:gd name="T21" fmla="*/ 196 h 816"/>
              <a:gd name="T22" fmla="*/ 99 w 935"/>
              <a:gd name="T23" fmla="*/ 235 h 816"/>
              <a:gd name="T24" fmla="*/ 49 w 935"/>
              <a:gd name="T25" fmla="*/ 288 h 816"/>
              <a:gd name="T26" fmla="*/ 0 w 935"/>
              <a:gd name="T27" fmla="*/ 360 h 816"/>
              <a:gd name="T28" fmla="*/ 66 w 935"/>
              <a:gd name="T29" fmla="*/ 409 h 816"/>
              <a:gd name="T30" fmla="*/ 194 w 935"/>
              <a:gd name="T31" fmla="*/ 501 h 816"/>
              <a:gd name="T32" fmla="*/ 332 w 935"/>
              <a:gd name="T33" fmla="*/ 489 h 816"/>
              <a:gd name="T34" fmla="*/ 194 w 935"/>
              <a:gd name="T35" fmla="*/ 476 h 816"/>
              <a:gd name="T36" fmla="*/ 84 w 935"/>
              <a:gd name="T37" fmla="*/ 367 h 816"/>
              <a:gd name="T38" fmla="*/ 116 w 935"/>
              <a:gd name="T39" fmla="*/ 253 h 816"/>
              <a:gd name="T40" fmla="*/ 25 w 935"/>
              <a:gd name="T41" fmla="*/ 360 h 816"/>
              <a:gd name="T42" fmla="*/ 49 w 935"/>
              <a:gd name="T43" fmla="*/ 313 h 816"/>
              <a:gd name="T44" fmla="*/ 59 w 935"/>
              <a:gd name="T45" fmla="*/ 330 h 816"/>
              <a:gd name="T46" fmla="*/ 60 w 935"/>
              <a:gd name="T47" fmla="*/ 384 h 816"/>
              <a:gd name="T48" fmla="*/ 935 w 935"/>
              <a:gd name="T49" fmla="*/ 348 h 816"/>
              <a:gd name="T50" fmla="*/ 878 w 935"/>
              <a:gd name="T51" fmla="*/ 551 h 816"/>
              <a:gd name="T52" fmla="*/ 867 w 935"/>
              <a:gd name="T53" fmla="*/ 533 h 816"/>
              <a:gd name="T54" fmla="*/ 867 w 935"/>
              <a:gd name="T55" fmla="*/ 164 h 816"/>
              <a:gd name="T56" fmla="*/ 890 w 935"/>
              <a:gd name="T57" fmla="*/ 153 h 816"/>
              <a:gd name="T58" fmla="*/ 826 w 935"/>
              <a:gd name="T59" fmla="*/ 218 h 816"/>
              <a:gd name="T60" fmla="*/ 826 w 935"/>
              <a:gd name="T61" fmla="*/ 479 h 816"/>
              <a:gd name="T62" fmla="*/ 810 w 935"/>
              <a:gd name="T63" fmla="*/ 486 h 816"/>
              <a:gd name="T64" fmla="*/ 826 w 935"/>
              <a:gd name="T65" fmla="*/ 348 h 816"/>
              <a:gd name="T66" fmla="*/ 810 w 935"/>
              <a:gd name="T67" fmla="*/ 211 h 816"/>
              <a:gd name="T68" fmla="*/ 759 w 935"/>
              <a:gd name="T69" fmla="*/ 287 h 816"/>
              <a:gd name="T70" fmla="*/ 759 w 935"/>
              <a:gd name="T71" fmla="*/ 410 h 816"/>
              <a:gd name="T72" fmla="*/ 744 w 935"/>
              <a:gd name="T73" fmla="*/ 419 h 816"/>
              <a:gd name="T74" fmla="*/ 741 w 935"/>
              <a:gd name="T75" fmla="*/ 348 h 816"/>
              <a:gd name="T76" fmla="*/ 744 w 935"/>
              <a:gd name="T77" fmla="*/ 278 h 816"/>
              <a:gd name="T78" fmla="*/ 295 w 935"/>
              <a:gd name="T79" fmla="*/ 522 h 816"/>
              <a:gd name="T80" fmla="*/ 246 w 935"/>
              <a:gd name="T81" fmla="*/ 816 h 816"/>
              <a:gd name="T82" fmla="*/ 174 w 935"/>
              <a:gd name="T83" fmla="*/ 767 h 816"/>
              <a:gd name="T84" fmla="*/ 186 w 935"/>
              <a:gd name="T85" fmla="*/ 510 h 816"/>
              <a:gd name="T86" fmla="*/ 199 w 935"/>
              <a:gd name="T87" fmla="*/ 767 h 816"/>
              <a:gd name="T88" fmla="*/ 246 w 935"/>
              <a:gd name="T89" fmla="*/ 792 h 816"/>
              <a:gd name="T90" fmla="*/ 270 w 935"/>
              <a:gd name="T91" fmla="*/ 522 h 816"/>
              <a:gd name="T92" fmla="*/ 295 w 935"/>
              <a:gd name="T93" fmla="*/ 522 h 8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935" h="816">
                <a:moveTo>
                  <a:pt x="704" y="2"/>
                </a:moveTo>
                <a:cubicBezTo>
                  <a:pt x="701" y="0"/>
                  <a:pt x="696" y="0"/>
                  <a:pt x="692" y="2"/>
                </a:cubicBezTo>
                <a:cubicBezTo>
                  <a:pt x="350" y="189"/>
                  <a:pt x="350" y="189"/>
                  <a:pt x="350" y="189"/>
                </a:cubicBezTo>
                <a:cubicBezTo>
                  <a:pt x="346" y="191"/>
                  <a:pt x="343" y="196"/>
                  <a:pt x="343" y="200"/>
                </a:cubicBezTo>
                <a:cubicBezTo>
                  <a:pt x="343" y="497"/>
                  <a:pt x="343" y="497"/>
                  <a:pt x="343" y="497"/>
                </a:cubicBezTo>
                <a:cubicBezTo>
                  <a:pt x="343" y="501"/>
                  <a:pt x="346" y="505"/>
                  <a:pt x="350" y="508"/>
                </a:cubicBezTo>
                <a:cubicBezTo>
                  <a:pt x="692" y="695"/>
                  <a:pt x="692" y="695"/>
                  <a:pt x="692" y="695"/>
                </a:cubicBezTo>
                <a:cubicBezTo>
                  <a:pt x="694" y="696"/>
                  <a:pt x="696" y="697"/>
                  <a:pt x="698" y="697"/>
                </a:cubicBezTo>
                <a:cubicBezTo>
                  <a:pt x="700" y="697"/>
                  <a:pt x="702" y="696"/>
                  <a:pt x="704" y="695"/>
                </a:cubicBezTo>
                <a:cubicBezTo>
                  <a:pt x="708" y="693"/>
                  <a:pt x="710" y="689"/>
                  <a:pt x="710" y="684"/>
                </a:cubicBezTo>
                <a:cubicBezTo>
                  <a:pt x="710" y="13"/>
                  <a:pt x="710" y="13"/>
                  <a:pt x="710" y="13"/>
                </a:cubicBezTo>
                <a:cubicBezTo>
                  <a:pt x="710" y="8"/>
                  <a:pt x="708" y="4"/>
                  <a:pt x="704" y="2"/>
                </a:cubicBezTo>
                <a:close/>
                <a:moveTo>
                  <a:pt x="686" y="663"/>
                </a:moveTo>
                <a:cubicBezTo>
                  <a:pt x="368" y="489"/>
                  <a:pt x="368" y="489"/>
                  <a:pt x="368" y="489"/>
                </a:cubicBezTo>
                <a:cubicBezTo>
                  <a:pt x="368" y="207"/>
                  <a:pt x="368" y="207"/>
                  <a:pt x="368" y="207"/>
                </a:cubicBezTo>
                <a:cubicBezTo>
                  <a:pt x="686" y="34"/>
                  <a:pt x="686" y="34"/>
                  <a:pt x="686" y="34"/>
                </a:cubicBezTo>
                <a:lnTo>
                  <a:pt x="686" y="663"/>
                </a:lnTo>
                <a:close/>
                <a:moveTo>
                  <a:pt x="116" y="253"/>
                </a:moveTo>
                <a:cubicBezTo>
                  <a:pt x="137" y="232"/>
                  <a:pt x="164" y="221"/>
                  <a:pt x="194" y="221"/>
                </a:cubicBezTo>
                <a:cubicBezTo>
                  <a:pt x="320" y="221"/>
                  <a:pt x="320" y="221"/>
                  <a:pt x="320" y="221"/>
                </a:cubicBezTo>
                <a:cubicBezTo>
                  <a:pt x="327" y="221"/>
                  <a:pt x="332" y="215"/>
                  <a:pt x="332" y="208"/>
                </a:cubicBezTo>
                <a:cubicBezTo>
                  <a:pt x="332" y="201"/>
                  <a:pt x="327" y="196"/>
                  <a:pt x="320" y="196"/>
                </a:cubicBezTo>
                <a:cubicBezTo>
                  <a:pt x="194" y="196"/>
                  <a:pt x="194" y="196"/>
                  <a:pt x="194" y="196"/>
                </a:cubicBezTo>
                <a:cubicBezTo>
                  <a:pt x="158" y="196"/>
                  <a:pt x="124" y="210"/>
                  <a:pt x="99" y="235"/>
                </a:cubicBezTo>
                <a:cubicBezTo>
                  <a:pt x="84" y="250"/>
                  <a:pt x="73" y="268"/>
                  <a:pt x="66" y="288"/>
                </a:cubicBezTo>
                <a:cubicBezTo>
                  <a:pt x="49" y="288"/>
                  <a:pt x="49" y="288"/>
                  <a:pt x="49" y="288"/>
                </a:cubicBezTo>
                <a:cubicBezTo>
                  <a:pt x="22" y="288"/>
                  <a:pt x="0" y="310"/>
                  <a:pt x="0" y="337"/>
                </a:cubicBezTo>
                <a:cubicBezTo>
                  <a:pt x="0" y="360"/>
                  <a:pt x="0" y="360"/>
                  <a:pt x="0" y="360"/>
                </a:cubicBezTo>
                <a:cubicBezTo>
                  <a:pt x="0" y="387"/>
                  <a:pt x="22" y="409"/>
                  <a:pt x="49" y="409"/>
                </a:cubicBezTo>
                <a:cubicBezTo>
                  <a:pt x="66" y="409"/>
                  <a:pt x="66" y="409"/>
                  <a:pt x="66" y="409"/>
                </a:cubicBezTo>
                <a:cubicBezTo>
                  <a:pt x="73" y="429"/>
                  <a:pt x="84" y="447"/>
                  <a:pt x="99" y="462"/>
                </a:cubicBezTo>
                <a:cubicBezTo>
                  <a:pt x="124" y="487"/>
                  <a:pt x="158" y="501"/>
                  <a:pt x="194" y="501"/>
                </a:cubicBezTo>
                <a:cubicBezTo>
                  <a:pt x="320" y="501"/>
                  <a:pt x="320" y="501"/>
                  <a:pt x="320" y="501"/>
                </a:cubicBezTo>
                <a:cubicBezTo>
                  <a:pt x="327" y="501"/>
                  <a:pt x="332" y="496"/>
                  <a:pt x="332" y="489"/>
                </a:cubicBezTo>
                <a:cubicBezTo>
                  <a:pt x="332" y="482"/>
                  <a:pt x="327" y="476"/>
                  <a:pt x="320" y="476"/>
                </a:cubicBezTo>
                <a:cubicBezTo>
                  <a:pt x="194" y="476"/>
                  <a:pt x="194" y="476"/>
                  <a:pt x="194" y="476"/>
                </a:cubicBezTo>
                <a:cubicBezTo>
                  <a:pt x="164" y="476"/>
                  <a:pt x="137" y="465"/>
                  <a:pt x="116" y="444"/>
                </a:cubicBezTo>
                <a:cubicBezTo>
                  <a:pt x="95" y="423"/>
                  <a:pt x="84" y="396"/>
                  <a:pt x="84" y="367"/>
                </a:cubicBezTo>
                <a:cubicBezTo>
                  <a:pt x="84" y="330"/>
                  <a:pt x="84" y="330"/>
                  <a:pt x="84" y="330"/>
                </a:cubicBezTo>
                <a:cubicBezTo>
                  <a:pt x="84" y="301"/>
                  <a:pt x="95" y="273"/>
                  <a:pt x="116" y="253"/>
                </a:cubicBezTo>
                <a:close/>
                <a:moveTo>
                  <a:pt x="49" y="384"/>
                </a:moveTo>
                <a:cubicBezTo>
                  <a:pt x="36" y="384"/>
                  <a:pt x="25" y="373"/>
                  <a:pt x="25" y="360"/>
                </a:cubicBezTo>
                <a:cubicBezTo>
                  <a:pt x="25" y="337"/>
                  <a:pt x="25" y="337"/>
                  <a:pt x="25" y="337"/>
                </a:cubicBezTo>
                <a:cubicBezTo>
                  <a:pt x="25" y="324"/>
                  <a:pt x="36" y="313"/>
                  <a:pt x="49" y="313"/>
                </a:cubicBezTo>
                <a:cubicBezTo>
                  <a:pt x="60" y="313"/>
                  <a:pt x="60" y="313"/>
                  <a:pt x="60" y="313"/>
                </a:cubicBezTo>
                <a:cubicBezTo>
                  <a:pt x="60" y="318"/>
                  <a:pt x="59" y="324"/>
                  <a:pt x="59" y="330"/>
                </a:cubicBezTo>
                <a:cubicBezTo>
                  <a:pt x="59" y="367"/>
                  <a:pt x="59" y="367"/>
                  <a:pt x="59" y="367"/>
                </a:cubicBezTo>
                <a:cubicBezTo>
                  <a:pt x="59" y="373"/>
                  <a:pt x="60" y="378"/>
                  <a:pt x="60" y="384"/>
                </a:cubicBezTo>
                <a:lnTo>
                  <a:pt x="49" y="384"/>
                </a:lnTo>
                <a:close/>
                <a:moveTo>
                  <a:pt x="935" y="348"/>
                </a:moveTo>
                <a:cubicBezTo>
                  <a:pt x="935" y="417"/>
                  <a:pt x="919" y="483"/>
                  <a:pt x="890" y="544"/>
                </a:cubicBezTo>
                <a:cubicBezTo>
                  <a:pt x="887" y="548"/>
                  <a:pt x="883" y="551"/>
                  <a:pt x="878" y="551"/>
                </a:cubicBezTo>
                <a:cubicBezTo>
                  <a:pt x="877" y="551"/>
                  <a:pt x="875" y="550"/>
                  <a:pt x="873" y="549"/>
                </a:cubicBezTo>
                <a:cubicBezTo>
                  <a:pt x="867" y="546"/>
                  <a:pt x="864" y="539"/>
                  <a:pt x="867" y="533"/>
                </a:cubicBezTo>
                <a:cubicBezTo>
                  <a:pt x="895" y="475"/>
                  <a:pt x="910" y="413"/>
                  <a:pt x="910" y="348"/>
                </a:cubicBezTo>
                <a:cubicBezTo>
                  <a:pt x="910" y="284"/>
                  <a:pt x="895" y="222"/>
                  <a:pt x="867" y="164"/>
                </a:cubicBezTo>
                <a:cubicBezTo>
                  <a:pt x="864" y="158"/>
                  <a:pt x="867" y="150"/>
                  <a:pt x="873" y="147"/>
                </a:cubicBezTo>
                <a:cubicBezTo>
                  <a:pt x="879" y="144"/>
                  <a:pt x="887" y="147"/>
                  <a:pt x="890" y="153"/>
                </a:cubicBezTo>
                <a:cubicBezTo>
                  <a:pt x="919" y="214"/>
                  <a:pt x="935" y="280"/>
                  <a:pt x="935" y="348"/>
                </a:cubicBezTo>
                <a:close/>
                <a:moveTo>
                  <a:pt x="826" y="218"/>
                </a:moveTo>
                <a:cubicBezTo>
                  <a:pt x="842" y="260"/>
                  <a:pt x="850" y="303"/>
                  <a:pt x="850" y="348"/>
                </a:cubicBezTo>
                <a:cubicBezTo>
                  <a:pt x="850" y="393"/>
                  <a:pt x="842" y="437"/>
                  <a:pt x="826" y="479"/>
                </a:cubicBezTo>
                <a:cubicBezTo>
                  <a:pt x="824" y="484"/>
                  <a:pt x="819" y="487"/>
                  <a:pt x="814" y="487"/>
                </a:cubicBezTo>
                <a:cubicBezTo>
                  <a:pt x="813" y="487"/>
                  <a:pt x="811" y="486"/>
                  <a:pt x="810" y="486"/>
                </a:cubicBezTo>
                <a:cubicBezTo>
                  <a:pt x="804" y="483"/>
                  <a:pt x="800" y="476"/>
                  <a:pt x="803" y="470"/>
                </a:cubicBezTo>
                <a:cubicBezTo>
                  <a:pt x="818" y="431"/>
                  <a:pt x="826" y="390"/>
                  <a:pt x="826" y="348"/>
                </a:cubicBezTo>
                <a:cubicBezTo>
                  <a:pt x="826" y="307"/>
                  <a:pt x="818" y="266"/>
                  <a:pt x="803" y="227"/>
                </a:cubicBezTo>
                <a:cubicBezTo>
                  <a:pt x="800" y="221"/>
                  <a:pt x="804" y="213"/>
                  <a:pt x="810" y="211"/>
                </a:cubicBezTo>
                <a:cubicBezTo>
                  <a:pt x="816" y="208"/>
                  <a:pt x="824" y="212"/>
                  <a:pt x="826" y="218"/>
                </a:cubicBezTo>
                <a:close/>
                <a:moveTo>
                  <a:pt x="759" y="287"/>
                </a:moveTo>
                <a:cubicBezTo>
                  <a:pt x="764" y="307"/>
                  <a:pt x="766" y="328"/>
                  <a:pt x="766" y="348"/>
                </a:cubicBezTo>
                <a:cubicBezTo>
                  <a:pt x="766" y="369"/>
                  <a:pt x="764" y="390"/>
                  <a:pt x="759" y="410"/>
                </a:cubicBezTo>
                <a:cubicBezTo>
                  <a:pt x="758" y="416"/>
                  <a:pt x="753" y="419"/>
                  <a:pt x="747" y="419"/>
                </a:cubicBezTo>
                <a:cubicBezTo>
                  <a:pt x="746" y="419"/>
                  <a:pt x="745" y="419"/>
                  <a:pt x="744" y="419"/>
                </a:cubicBezTo>
                <a:cubicBezTo>
                  <a:pt x="738" y="418"/>
                  <a:pt x="734" y="411"/>
                  <a:pt x="735" y="404"/>
                </a:cubicBezTo>
                <a:cubicBezTo>
                  <a:pt x="739" y="386"/>
                  <a:pt x="741" y="367"/>
                  <a:pt x="741" y="348"/>
                </a:cubicBezTo>
                <a:cubicBezTo>
                  <a:pt x="741" y="330"/>
                  <a:pt x="739" y="311"/>
                  <a:pt x="735" y="293"/>
                </a:cubicBezTo>
                <a:cubicBezTo>
                  <a:pt x="734" y="286"/>
                  <a:pt x="738" y="279"/>
                  <a:pt x="744" y="278"/>
                </a:cubicBezTo>
                <a:cubicBezTo>
                  <a:pt x="751" y="276"/>
                  <a:pt x="758" y="280"/>
                  <a:pt x="759" y="287"/>
                </a:cubicBezTo>
                <a:close/>
                <a:moveTo>
                  <a:pt x="295" y="522"/>
                </a:moveTo>
                <a:cubicBezTo>
                  <a:pt x="295" y="767"/>
                  <a:pt x="295" y="767"/>
                  <a:pt x="295" y="767"/>
                </a:cubicBezTo>
                <a:cubicBezTo>
                  <a:pt x="295" y="794"/>
                  <a:pt x="273" y="816"/>
                  <a:pt x="246" y="816"/>
                </a:cubicBezTo>
                <a:cubicBezTo>
                  <a:pt x="223" y="816"/>
                  <a:pt x="223" y="816"/>
                  <a:pt x="223" y="816"/>
                </a:cubicBezTo>
                <a:cubicBezTo>
                  <a:pt x="196" y="816"/>
                  <a:pt x="174" y="794"/>
                  <a:pt x="174" y="767"/>
                </a:cubicBezTo>
                <a:cubicBezTo>
                  <a:pt x="174" y="522"/>
                  <a:pt x="174" y="522"/>
                  <a:pt x="174" y="522"/>
                </a:cubicBezTo>
                <a:cubicBezTo>
                  <a:pt x="174" y="516"/>
                  <a:pt x="180" y="510"/>
                  <a:pt x="186" y="510"/>
                </a:cubicBezTo>
                <a:cubicBezTo>
                  <a:pt x="193" y="510"/>
                  <a:pt x="199" y="516"/>
                  <a:pt x="199" y="522"/>
                </a:cubicBezTo>
                <a:cubicBezTo>
                  <a:pt x="199" y="767"/>
                  <a:pt x="199" y="767"/>
                  <a:pt x="199" y="767"/>
                </a:cubicBezTo>
                <a:cubicBezTo>
                  <a:pt x="199" y="780"/>
                  <a:pt x="210" y="792"/>
                  <a:pt x="223" y="792"/>
                </a:cubicBezTo>
                <a:cubicBezTo>
                  <a:pt x="246" y="792"/>
                  <a:pt x="246" y="792"/>
                  <a:pt x="246" y="792"/>
                </a:cubicBezTo>
                <a:cubicBezTo>
                  <a:pt x="259" y="792"/>
                  <a:pt x="270" y="780"/>
                  <a:pt x="270" y="767"/>
                </a:cubicBezTo>
                <a:cubicBezTo>
                  <a:pt x="270" y="522"/>
                  <a:pt x="270" y="522"/>
                  <a:pt x="270" y="522"/>
                </a:cubicBezTo>
                <a:cubicBezTo>
                  <a:pt x="270" y="516"/>
                  <a:pt x="276" y="510"/>
                  <a:pt x="283" y="510"/>
                </a:cubicBezTo>
                <a:cubicBezTo>
                  <a:pt x="290" y="510"/>
                  <a:pt x="295" y="516"/>
                  <a:pt x="295" y="522"/>
                </a:cubicBezTo>
                <a:close/>
              </a:path>
            </a:pathLst>
          </a:custGeom>
          <a:solidFill>
            <a:schemeClr val="bg1"/>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1" name="TextBox 20">
            <a:extLst>
              <a:ext uri="{FF2B5EF4-FFF2-40B4-BE49-F238E27FC236}">
                <a16:creationId xmlns:a16="http://schemas.microsoft.com/office/drawing/2014/main" id="{7DC90157-F54C-818E-C06B-80C13C50D655}"/>
              </a:ext>
            </a:extLst>
          </p:cNvPr>
          <p:cNvSpPr txBox="1"/>
          <p:nvPr/>
        </p:nvSpPr>
        <p:spPr>
          <a:xfrm>
            <a:off x="3972168" y="6299803"/>
            <a:ext cx="4118435" cy="307777"/>
          </a:xfrm>
          <a:prstGeom prst="rect">
            <a:avLst/>
          </a:prstGeom>
          <a:noFill/>
        </p:spPr>
        <p:txBody>
          <a:bodyPr wrap="none" rtlCol="0">
            <a:spAutoFit/>
          </a:bodyPr>
          <a:lstStyle/>
          <a:p>
            <a:r>
              <a:rPr lang="en-US" sz="1400" b="1" dirty="0">
                <a:hlinkClick r:id="rId2"/>
              </a:rPr>
              <a:t>https://www.carc.usc.edu/</a:t>
            </a:r>
            <a:r>
              <a:rPr lang="en-US" sz="1400" b="1" dirty="0"/>
              <a:t> (New CARC Website)</a:t>
            </a:r>
          </a:p>
        </p:txBody>
      </p:sp>
      <p:grpSp>
        <p:nvGrpSpPr>
          <p:cNvPr id="25" name="Group 24">
            <a:extLst>
              <a:ext uri="{FF2B5EF4-FFF2-40B4-BE49-F238E27FC236}">
                <a16:creationId xmlns:a16="http://schemas.microsoft.com/office/drawing/2014/main" id="{194481E3-7721-CA1A-E507-EEBABDD50770}"/>
              </a:ext>
            </a:extLst>
          </p:cNvPr>
          <p:cNvGrpSpPr/>
          <p:nvPr/>
        </p:nvGrpSpPr>
        <p:grpSpPr>
          <a:xfrm>
            <a:off x="5003819" y="5249524"/>
            <a:ext cx="1700529" cy="535146"/>
            <a:chOff x="4628370" y="5318486"/>
            <a:chExt cx="1700529" cy="535146"/>
          </a:xfrm>
        </p:grpSpPr>
        <p:sp>
          <p:nvSpPr>
            <p:cNvPr id="50" name="TextBox 49"/>
            <p:cNvSpPr txBox="1"/>
            <p:nvPr/>
          </p:nvSpPr>
          <p:spPr>
            <a:xfrm>
              <a:off x="4979186" y="5318486"/>
              <a:ext cx="1349713" cy="535146"/>
            </a:xfrm>
            <a:prstGeom prst="rect">
              <a:avLst/>
            </a:prstGeom>
            <a:noFill/>
          </p:spPr>
          <p:txBody>
            <a:bodyPr wrap="square" lIns="0" tIns="0" rIns="0" bIns="0" rtlCol="0">
              <a:spAutoFit/>
            </a:bodyPr>
            <a:lstStyle/>
            <a:p>
              <a:pPr>
                <a:lnSpc>
                  <a:spcPct val="120000"/>
                </a:lnSpc>
              </a:pPr>
              <a:r>
                <a:rPr lang="en-US" sz="1000" b="1" cap="all" spc="27" dirty="0">
                  <a:solidFill>
                    <a:schemeClr val="accent4"/>
                  </a:solidFill>
                  <a:latin typeface="Lato" panose="020F0502020204030203" pitchFamily="34" charset="0"/>
                  <a:ea typeface="Open Sans Light" panose="020B0306030504020204" pitchFamily="34" charset="0"/>
                  <a:cs typeface="Open Sans Light" panose="020B0306030504020204" pitchFamily="34" charset="0"/>
                </a:rPr>
                <a:t>workshops</a:t>
              </a:r>
            </a:p>
            <a:p>
              <a:pPr>
                <a:lnSpc>
                  <a:spcPct val="120000"/>
                </a:lnSpc>
              </a:pPr>
              <a:r>
                <a:rPr lang="en-US" sz="1000" b="1" cap="all" spc="27" dirty="0">
                  <a:solidFill>
                    <a:schemeClr val="accent4"/>
                  </a:solidFill>
                  <a:latin typeface="Lato" panose="020F0502020204030203" pitchFamily="34" charset="0"/>
                  <a:ea typeface="Open Sans Light" panose="020B0306030504020204" pitchFamily="34" charset="0"/>
                  <a:cs typeface="Open Sans Light" panose="020B0306030504020204" pitchFamily="34" charset="0"/>
                </a:rPr>
                <a:t>TAC 450 Class</a:t>
              </a:r>
            </a:p>
            <a:p>
              <a:pPr>
                <a:lnSpc>
                  <a:spcPct val="120000"/>
                </a:lnSpc>
              </a:pPr>
              <a:r>
                <a:rPr lang="en-US" sz="1000" b="1" cap="all" spc="27" dirty="0">
                  <a:solidFill>
                    <a:schemeClr val="accent4"/>
                  </a:solidFill>
                  <a:latin typeface="Lato" panose="020F0502020204030203" pitchFamily="34" charset="0"/>
                  <a:ea typeface="Open Sans Light" panose="020B0306030504020204" pitchFamily="34" charset="0"/>
                  <a:cs typeface="Open Sans Light" panose="020B0306030504020204" pitchFamily="34" charset="0"/>
                </a:rPr>
                <a:t>NSF </a:t>
              </a:r>
              <a:r>
                <a:rPr lang="en-US" sz="1000" b="1" cap="all" spc="27" dirty="0" err="1">
                  <a:solidFill>
                    <a:schemeClr val="accent4"/>
                  </a:solidFill>
                  <a:latin typeface="Lato" panose="020F0502020204030203" pitchFamily="34" charset="0"/>
                  <a:ea typeface="Open Sans Light" panose="020B0306030504020204" pitchFamily="34" charset="0"/>
                  <a:cs typeface="Open Sans Light" panose="020B0306030504020204" pitchFamily="34" charset="0"/>
                </a:rPr>
                <a:t>CyberTraining</a:t>
              </a:r>
              <a:endParaRPr lang="en-US" sz="1000" b="1" cap="all" spc="27" dirty="0">
                <a:solidFill>
                  <a:schemeClr val="accent4"/>
                </a:solidFill>
                <a:latin typeface="Lato" panose="020F0502020204030203" pitchFamily="34" charset="0"/>
                <a:ea typeface="Open Sans Light" panose="020B0306030504020204" pitchFamily="34" charset="0"/>
                <a:cs typeface="Open Sans Light" panose="020B0306030504020204" pitchFamily="34" charset="0"/>
              </a:endParaRPr>
            </a:p>
          </p:txBody>
        </p:sp>
        <p:cxnSp>
          <p:nvCxnSpPr>
            <p:cNvPr id="73" name="Straight Connector 72"/>
            <p:cNvCxnSpPr/>
            <p:nvPr/>
          </p:nvCxnSpPr>
          <p:spPr>
            <a:xfrm flipH="1">
              <a:off x="4628370" y="5400688"/>
              <a:ext cx="194753" cy="0"/>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74" name="Straight Connector 73"/>
            <p:cNvCxnSpPr/>
            <p:nvPr/>
          </p:nvCxnSpPr>
          <p:spPr>
            <a:xfrm flipH="1">
              <a:off x="4628370" y="5584739"/>
              <a:ext cx="194753" cy="0"/>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58B209B8-3940-73D7-4D06-C1B14932243A}"/>
                </a:ext>
              </a:extLst>
            </p:cNvPr>
            <p:cNvCxnSpPr/>
            <p:nvPr/>
          </p:nvCxnSpPr>
          <p:spPr>
            <a:xfrm flipH="1">
              <a:off x="4634855" y="5765840"/>
              <a:ext cx="194753" cy="0"/>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grpSp>
      <p:sp>
        <p:nvSpPr>
          <p:cNvPr id="27" name="Freeform 26">
            <a:extLst>
              <a:ext uri="{FF2B5EF4-FFF2-40B4-BE49-F238E27FC236}">
                <a16:creationId xmlns:a16="http://schemas.microsoft.com/office/drawing/2014/main" id="{6E0031E8-F694-B819-A83A-58D0C2AC03A9}"/>
              </a:ext>
            </a:extLst>
          </p:cNvPr>
          <p:cNvSpPr/>
          <p:nvPr/>
        </p:nvSpPr>
        <p:spPr>
          <a:xfrm>
            <a:off x="2049406" y="3311134"/>
            <a:ext cx="1170729" cy="1170725"/>
          </a:xfrm>
          <a:custGeom>
            <a:avLst/>
            <a:gdLst>
              <a:gd name="connsiteX0" fmla="*/ 1399542 w 2799083"/>
              <a:gd name="connsiteY0" fmla="*/ 0 h 2799083"/>
              <a:gd name="connsiteX1" fmla="*/ 1536725 w 2799083"/>
              <a:gd name="connsiteY1" fmla="*/ 6746 h 2799083"/>
              <a:gd name="connsiteX2" fmla="*/ 1672578 w 2799083"/>
              <a:gd name="connsiteY2" fmla="*/ 26885 h 2799083"/>
              <a:gd name="connsiteX3" fmla="*/ 1805800 w 2799083"/>
              <a:gd name="connsiteY3" fmla="*/ 60264 h 2799083"/>
              <a:gd name="connsiteX4" fmla="*/ 1935118 w 2799083"/>
              <a:gd name="connsiteY4" fmla="*/ 106533 h 2799083"/>
              <a:gd name="connsiteX5" fmla="*/ 2059285 w 2799083"/>
              <a:gd name="connsiteY5" fmla="*/ 165258 h 2799083"/>
              <a:gd name="connsiteX6" fmla="*/ 2177085 w 2799083"/>
              <a:gd name="connsiteY6" fmla="*/ 235865 h 2799083"/>
              <a:gd name="connsiteX7" fmla="*/ 2287397 w 2799083"/>
              <a:gd name="connsiteY7" fmla="*/ 317682 h 2799083"/>
              <a:gd name="connsiteX8" fmla="*/ 2389167 w 2799083"/>
              <a:gd name="connsiteY8" fmla="*/ 409916 h 2799083"/>
              <a:gd name="connsiteX9" fmla="*/ 2481401 w 2799083"/>
              <a:gd name="connsiteY9" fmla="*/ 511686 h 2799083"/>
              <a:gd name="connsiteX10" fmla="*/ 2563218 w 2799083"/>
              <a:gd name="connsiteY10" fmla="*/ 621998 h 2799083"/>
              <a:gd name="connsiteX11" fmla="*/ 2633825 w 2799083"/>
              <a:gd name="connsiteY11" fmla="*/ 739798 h 2799083"/>
              <a:gd name="connsiteX12" fmla="*/ 2692550 w 2799083"/>
              <a:gd name="connsiteY12" fmla="*/ 863965 h 2799083"/>
              <a:gd name="connsiteX13" fmla="*/ 2738819 w 2799083"/>
              <a:gd name="connsiteY13" fmla="*/ 993283 h 2799083"/>
              <a:gd name="connsiteX14" fmla="*/ 2772198 w 2799083"/>
              <a:gd name="connsiteY14" fmla="*/ 1126505 h 2799083"/>
              <a:gd name="connsiteX15" fmla="*/ 2792337 w 2799083"/>
              <a:gd name="connsiteY15" fmla="*/ 1262358 h 2799083"/>
              <a:gd name="connsiteX16" fmla="*/ 2799083 w 2799083"/>
              <a:gd name="connsiteY16" fmla="*/ 1399542 h 2799083"/>
              <a:gd name="connsiteX17" fmla="*/ 2792337 w 2799083"/>
              <a:gd name="connsiteY17" fmla="*/ 1536725 h 2799083"/>
              <a:gd name="connsiteX18" fmla="*/ 2772198 w 2799083"/>
              <a:gd name="connsiteY18" fmla="*/ 1672578 h 2799083"/>
              <a:gd name="connsiteX19" fmla="*/ 2738819 w 2799083"/>
              <a:gd name="connsiteY19" fmla="*/ 1805800 h 2799083"/>
              <a:gd name="connsiteX20" fmla="*/ 2692550 w 2799083"/>
              <a:gd name="connsiteY20" fmla="*/ 1935118 h 2799083"/>
              <a:gd name="connsiteX21" fmla="*/ 2633825 w 2799083"/>
              <a:gd name="connsiteY21" fmla="*/ 2059285 h 2799083"/>
              <a:gd name="connsiteX22" fmla="*/ 2563218 w 2799083"/>
              <a:gd name="connsiteY22" fmla="*/ 2177085 h 2799083"/>
              <a:gd name="connsiteX23" fmla="*/ 2481401 w 2799083"/>
              <a:gd name="connsiteY23" fmla="*/ 2287397 h 2799083"/>
              <a:gd name="connsiteX24" fmla="*/ 2389167 w 2799083"/>
              <a:gd name="connsiteY24" fmla="*/ 2389167 h 2799083"/>
              <a:gd name="connsiteX25" fmla="*/ 2287397 w 2799083"/>
              <a:gd name="connsiteY25" fmla="*/ 2481401 h 2799083"/>
              <a:gd name="connsiteX26" fmla="*/ 2177085 w 2799083"/>
              <a:gd name="connsiteY26" fmla="*/ 2563218 h 2799083"/>
              <a:gd name="connsiteX27" fmla="*/ 2059285 w 2799083"/>
              <a:gd name="connsiteY27" fmla="*/ 2633825 h 2799083"/>
              <a:gd name="connsiteX28" fmla="*/ 1935118 w 2799083"/>
              <a:gd name="connsiteY28" fmla="*/ 2692550 h 2799083"/>
              <a:gd name="connsiteX29" fmla="*/ 1805800 w 2799083"/>
              <a:gd name="connsiteY29" fmla="*/ 2738819 h 2799083"/>
              <a:gd name="connsiteX30" fmla="*/ 1672578 w 2799083"/>
              <a:gd name="connsiteY30" fmla="*/ 2772198 h 2799083"/>
              <a:gd name="connsiteX31" fmla="*/ 1536725 w 2799083"/>
              <a:gd name="connsiteY31" fmla="*/ 2792337 h 2799083"/>
              <a:gd name="connsiteX32" fmla="*/ 1399542 w 2799083"/>
              <a:gd name="connsiteY32" fmla="*/ 2799083 h 2799083"/>
              <a:gd name="connsiteX33" fmla="*/ 1262358 w 2799083"/>
              <a:gd name="connsiteY33" fmla="*/ 2792337 h 2799083"/>
              <a:gd name="connsiteX34" fmla="*/ 1126505 w 2799083"/>
              <a:gd name="connsiteY34" fmla="*/ 2772198 h 2799083"/>
              <a:gd name="connsiteX35" fmla="*/ 993283 w 2799083"/>
              <a:gd name="connsiteY35" fmla="*/ 2738819 h 2799083"/>
              <a:gd name="connsiteX36" fmla="*/ 863965 w 2799083"/>
              <a:gd name="connsiteY36" fmla="*/ 2692550 h 2799083"/>
              <a:gd name="connsiteX37" fmla="*/ 739798 w 2799083"/>
              <a:gd name="connsiteY37" fmla="*/ 2633825 h 2799083"/>
              <a:gd name="connsiteX38" fmla="*/ 621998 w 2799083"/>
              <a:gd name="connsiteY38" fmla="*/ 2563218 h 2799083"/>
              <a:gd name="connsiteX39" fmla="*/ 511686 w 2799083"/>
              <a:gd name="connsiteY39" fmla="*/ 2481401 h 2799083"/>
              <a:gd name="connsiteX40" fmla="*/ 409916 w 2799083"/>
              <a:gd name="connsiteY40" fmla="*/ 2389167 h 2799083"/>
              <a:gd name="connsiteX41" fmla="*/ 317682 w 2799083"/>
              <a:gd name="connsiteY41" fmla="*/ 2287397 h 2799083"/>
              <a:gd name="connsiteX42" fmla="*/ 235865 w 2799083"/>
              <a:gd name="connsiteY42" fmla="*/ 2177085 h 2799083"/>
              <a:gd name="connsiteX43" fmla="*/ 165258 w 2799083"/>
              <a:gd name="connsiteY43" fmla="*/ 2059285 h 2799083"/>
              <a:gd name="connsiteX44" fmla="*/ 106533 w 2799083"/>
              <a:gd name="connsiteY44" fmla="*/ 1935118 h 2799083"/>
              <a:gd name="connsiteX45" fmla="*/ 60264 w 2799083"/>
              <a:gd name="connsiteY45" fmla="*/ 1805800 h 2799083"/>
              <a:gd name="connsiteX46" fmla="*/ 26885 w 2799083"/>
              <a:gd name="connsiteY46" fmla="*/ 1672578 h 2799083"/>
              <a:gd name="connsiteX47" fmla="*/ 6746 w 2799083"/>
              <a:gd name="connsiteY47" fmla="*/ 1536725 h 2799083"/>
              <a:gd name="connsiteX48" fmla="*/ 0 w 2799083"/>
              <a:gd name="connsiteY48" fmla="*/ 1399542 h 2799083"/>
              <a:gd name="connsiteX49" fmla="*/ 6746 w 2799083"/>
              <a:gd name="connsiteY49" fmla="*/ 1262358 h 2799083"/>
              <a:gd name="connsiteX50" fmla="*/ 26885 w 2799083"/>
              <a:gd name="connsiteY50" fmla="*/ 1126505 h 2799083"/>
              <a:gd name="connsiteX51" fmla="*/ 60264 w 2799083"/>
              <a:gd name="connsiteY51" fmla="*/ 993283 h 2799083"/>
              <a:gd name="connsiteX52" fmla="*/ 106533 w 2799083"/>
              <a:gd name="connsiteY52" fmla="*/ 863965 h 2799083"/>
              <a:gd name="connsiteX53" fmla="*/ 165258 w 2799083"/>
              <a:gd name="connsiteY53" fmla="*/ 739798 h 2799083"/>
              <a:gd name="connsiteX54" fmla="*/ 235865 w 2799083"/>
              <a:gd name="connsiteY54" fmla="*/ 621998 h 2799083"/>
              <a:gd name="connsiteX55" fmla="*/ 317682 w 2799083"/>
              <a:gd name="connsiteY55" fmla="*/ 511686 h 2799083"/>
              <a:gd name="connsiteX56" fmla="*/ 409916 w 2799083"/>
              <a:gd name="connsiteY56" fmla="*/ 409916 h 2799083"/>
              <a:gd name="connsiteX57" fmla="*/ 511686 w 2799083"/>
              <a:gd name="connsiteY57" fmla="*/ 317682 h 2799083"/>
              <a:gd name="connsiteX58" fmla="*/ 621998 w 2799083"/>
              <a:gd name="connsiteY58" fmla="*/ 235865 h 2799083"/>
              <a:gd name="connsiteX59" fmla="*/ 739798 w 2799083"/>
              <a:gd name="connsiteY59" fmla="*/ 165258 h 2799083"/>
              <a:gd name="connsiteX60" fmla="*/ 863965 w 2799083"/>
              <a:gd name="connsiteY60" fmla="*/ 106533 h 2799083"/>
              <a:gd name="connsiteX61" fmla="*/ 993283 w 2799083"/>
              <a:gd name="connsiteY61" fmla="*/ 60264 h 2799083"/>
              <a:gd name="connsiteX62" fmla="*/ 1126505 w 2799083"/>
              <a:gd name="connsiteY62" fmla="*/ 26885 h 2799083"/>
              <a:gd name="connsiteX63" fmla="*/ 1262358 w 2799083"/>
              <a:gd name="connsiteY63" fmla="*/ 6746 h 2799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2799083" h="2799083">
                <a:moveTo>
                  <a:pt x="1399542" y="0"/>
                </a:moveTo>
                <a:lnTo>
                  <a:pt x="1536725" y="6746"/>
                </a:lnTo>
                <a:lnTo>
                  <a:pt x="1672578" y="26885"/>
                </a:lnTo>
                <a:lnTo>
                  <a:pt x="1805800" y="60264"/>
                </a:lnTo>
                <a:lnTo>
                  <a:pt x="1935118" y="106533"/>
                </a:lnTo>
                <a:lnTo>
                  <a:pt x="2059285" y="165258"/>
                </a:lnTo>
                <a:lnTo>
                  <a:pt x="2177085" y="235865"/>
                </a:lnTo>
                <a:lnTo>
                  <a:pt x="2287397" y="317682"/>
                </a:lnTo>
                <a:lnTo>
                  <a:pt x="2389167" y="409916"/>
                </a:lnTo>
                <a:lnTo>
                  <a:pt x="2481401" y="511686"/>
                </a:lnTo>
                <a:lnTo>
                  <a:pt x="2563218" y="621998"/>
                </a:lnTo>
                <a:lnTo>
                  <a:pt x="2633825" y="739798"/>
                </a:lnTo>
                <a:lnTo>
                  <a:pt x="2692550" y="863965"/>
                </a:lnTo>
                <a:lnTo>
                  <a:pt x="2738819" y="993283"/>
                </a:lnTo>
                <a:lnTo>
                  <a:pt x="2772198" y="1126505"/>
                </a:lnTo>
                <a:lnTo>
                  <a:pt x="2792337" y="1262358"/>
                </a:lnTo>
                <a:lnTo>
                  <a:pt x="2799083" y="1399542"/>
                </a:lnTo>
                <a:lnTo>
                  <a:pt x="2792337" y="1536725"/>
                </a:lnTo>
                <a:lnTo>
                  <a:pt x="2772198" y="1672578"/>
                </a:lnTo>
                <a:lnTo>
                  <a:pt x="2738819" y="1805800"/>
                </a:lnTo>
                <a:lnTo>
                  <a:pt x="2692550" y="1935118"/>
                </a:lnTo>
                <a:lnTo>
                  <a:pt x="2633825" y="2059285"/>
                </a:lnTo>
                <a:lnTo>
                  <a:pt x="2563218" y="2177085"/>
                </a:lnTo>
                <a:lnTo>
                  <a:pt x="2481401" y="2287397"/>
                </a:lnTo>
                <a:lnTo>
                  <a:pt x="2389167" y="2389167"/>
                </a:lnTo>
                <a:lnTo>
                  <a:pt x="2287397" y="2481401"/>
                </a:lnTo>
                <a:lnTo>
                  <a:pt x="2177085" y="2563218"/>
                </a:lnTo>
                <a:lnTo>
                  <a:pt x="2059285" y="2633825"/>
                </a:lnTo>
                <a:lnTo>
                  <a:pt x="1935118" y="2692550"/>
                </a:lnTo>
                <a:lnTo>
                  <a:pt x="1805800" y="2738819"/>
                </a:lnTo>
                <a:lnTo>
                  <a:pt x="1672578" y="2772198"/>
                </a:lnTo>
                <a:lnTo>
                  <a:pt x="1536725" y="2792337"/>
                </a:lnTo>
                <a:lnTo>
                  <a:pt x="1399542" y="2799083"/>
                </a:lnTo>
                <a:lnTo>
                  <a:pt x="1262358" y="2792337"/>
                </a:lnTo>
                <a:lnTo>
                  <a:pt x="1126505" y="2772198"/>
                </a:lnTo>
                <a:lnTo>
                  <a:pt x="993283" y="2738819"/>
                </a:lnTo>
                <a:lnTo>
                  <a:pt x="863965" y="2692550"/>
                </a:lnTo>
                <a:lnTo>
                  <a:pt x="739798" y="2633825"/>
                </a:lnTo>
                <a:lnTo>
                  <a:pt x="621998" y="2563218"/>
                </a:lnTo>
                <a:lnTo>
                  <a:pt x="511686" y="2481401"/>
                </a:lnTo>
                <a:lnTo>
                  <a:pt x="409916" y="2389167"/>
                </a:lnTo>
                <a:lnTo>
                  <a:pt x="317682" y="2287397"/>
                </a:lnTo>
                <a:lnTo>
                  <a:pt x="235865" y="2177085"/>
                </a:lnTo>
                <a:lnTo>
                  <a:pt x="165258" y="2059285"/>
                </a:lnTo>
                <a:lnTo>
                  <a:pt x="106533" y="1935118"/>
                </a:lnTo>
                <a:lnTo>
                  <a:pt x="60264" y="1805800"/>
                </a:lnTo>
                <a:lnTo>
                  <a:pt x="26885" y="1672578"/>
                </a:lnTo>
                <a:lnTo>
                  <a:pt x="6746" y="1536725"/>
                </a:lnTo>
                <a:lnTo>
                  <a:pt x="0" y="1399542"/>
                </a:lnTo>
                <a:lnTo>
                  <a:pt x="6746" y="1262358"/>
                </a:lnTo>
                <a:lnTo>
                  <a:pt x="26885" y="1126505"/>
                </a:lnTo>
                <a:lnTo>
                  <a:pt x="60264" y="993283"/>
                </a:lnTo>
                <a:lnTo>
                  <a:pt x="106533" y="863965"/>
                </a:lnTo>
                <a:lnTo>
                  <a:pt x="165258" y="739798"/>
                </a:lnTo>
                <a:lnTo>
                  <a:pt x="235865" y="621998"/>
                </a:lnTo>
                <a:lnTo>
                  <a:pt x="317682" y="511686"/>
                </a:lnTo>
                <a:lnTo>
                  <a:pt x="409916" y="409916"/>
                </a:lnTo>
                <a:lnTo>
                  <a:pt x="511686" y="317682"/>
                </a:lnTo>
                <a:lnTo>
                  <a:pt x="621998" y="235865"/>
                </a:lnTo>
                <a:lnTo>
                  <a:pt x="739798" y="165258"/>
                </a:lnTo>
                <a:lnTo>
                  <a:pt x="863965" y="106533"/>
                </a:lnTo>
                <a:lnTo>
                  <a:pt x="993283" y="60264"/>
                </a:lnTo>
                <a:lnTo>
                  <a:pt x="1126505" y="26885"/>
                </a:lnTo>
                <a:lnTo>
                  <a:pt x="1262358" y="6746"/>
                </a:lnTo>
                <a:close/>
              </a:path>
            </a:pathLst>
          </a:custGeom>
          <a:solidFill>
            <a:srgbClr val="29B5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75" dirty="0"/>
          </a:p>
        </p:txBody>
      </p:sp>
      <p:sp>
        <p:nvSpPr>
          <p:cNvPr id="28" name="TextBox 27">
            <a:extLst>
              <a:ext uri="{FF2B5EF4-FFF2-40B4-BE49-F238E27FC236}">
                <a16:creationId xmlns:a16="http://schemas.microsoft.com/office/drawing/2014/main" id="{341E3EB3-C341-4C0B-4920-C311D54C3591}"/>
              </a:ext>
            </a:extLst>
          </p:cNvPr>
          <p:cNvSpPr txBox="1"/>
          <p:nvPr/>
        </p:nvSpPr>
        <p:spPr>
          <a:xfrm>
            <a:off x="2054431" y="3937747"/>
            <a:ext cx="1165704" cy="276999"/>
          </a:xfrm>
          <a:prstGeom prst="rect">
            <a:avLst/>
          </a:prstGeom>
          <a:noFill/>
        </p:spPr>
        <p:txBody>
          <a:bodyPr wrap="none" rtlCol="0">
            <a:spAutoFit/>
          </a:bodyPr>
          <a:lstStyle/>
          <a:p>
            <a:r>
              <a:rPr lang="en-US" sz="1200" b="1" dirty="0">
                <a:solidFill>
                  <a:schemeClr val="bg1"/>
                </a:solidFill>
              </a:rPr>
              <a:t>Grant Support</a:t>
            </a:r>
          </a:p>
        </p:txBody>
      </p:sp>
      <p:cxnSp>
        <p:nvCxnSpPr>
          <p:cNvPr id="29" name="Straight Connector 28">
            <a:extLst>
              <a:ext uri="{FF2B5EF4-FFF2-40B4-BE49-F238E27FC236}">
                <a16:creationId xmlns:a16="http://schemas.microsoft.com/office/drawing/2014/main" id="{912D5060-B0AF-2731-6F10-C4EF99D265EE}"/>
              </a:ext>
            </a:extLst>
          </p:cNvPr>
          <p:cNvCxnSpPr>
            <a:cxnSpLocks/>
            <a:stCxn id="27" idx="15"/>
            <a:endCxn id="4" idx="45"/>
          </p:cNvCxnSpPr>
          <p:nvPr/>
        </p:nvCxnSpPr>
        <p:spPr>
          <a:xfrm flipV="1">
            <a:off x="3217313" y="3116117"/>
            <a:ext cx="2414558" cy="723002"/>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sp>
        <p:nvSpPr>
          <p:cNvPr id="37" name="Freeform 36">
            <a:extLst>
              <a:ext uri="{FF2B5EF4-FFF2-40B4-BE49-F238E27FC236}">
                <a16:creationId xmlns:a16="http://schemas.microsoft.com/office/drawing/2014/main" id="{312F9CAB-24D7-BD30-7479-38A6729EEDFD}"/>
              </a:ext>
            </a:extLst>
          </p:cNvPr>
          <p:cNvSpPr>
            <a:spLocks noEditPoints="1"/>
          </p:cNvSpPr>
          <p:nvPr/>
        </p:nvSpPr>
        <p:spPr bwMode="auto">
          <a:xfrm>
            <a:off x="2439847" y="3579379"/>
            <a:ext cx="347115" cy="348387"/>
          </a:xfrm>
          <a:custGeom>
            <a:avLst/>
            <a:gdLst>
              <a:gd name="T0" fmla="*/ 289 w 353"/>
              <a:gd name="T1" fmla="*/ 0 h 354"/>
              <a:gd name="T2" fmla="*/ 243 w 353"/>
              <a:gd name="T3" fmla="*/ 19 h 354"/>
              <a:gd name="T4" fmla="*/ 27 w 353"/>
              <a:gd name="T5" fmla="*/ 236 h 354"/>
              <a:gd name="T6" fmla="*/ 0 w 353"/>
              <a:gd name="T7" fmla="*/ 354 h 354"/>
              <a:gd name="T8" fmla="*/ 118 w 353"/>
              <a:gd name="T9" fmla="*/ 327 h 354"/>
              <a:gd name="T10" fmla="*/ 334 w 353"/>
              <a:gd name="T11" fmla="*/ 110 h 354"/>
              <a:gd name="T12" fmla="*/ 353 w 353"/>
              <a:gd name="T13" fmla="*/ 65 h 354"/>
              <a:gd name="T14" fmla="*/ 289 w 353"/>
              <a:gd name="T15" fmla="*/ 0 h 354"/>
              <a:gd name="T16" fmla="*/ 104 w 353"/>
              <a:gd name="T17" fmla="*/ 312 h 354"/>
              <a:gd name="T18" fmla="*/ 48 w 353"/>
              <a:gd name="T19" fmla="*/ 325 h 354"/>
              <a:gd name="T20" fmla="*/ 48 w 353"/>
              <a:gd name="T21" fmla="*/ 305 h 354"/>
              <a:gd name="T22" fmla="*/ 29 w 353"/>
              <a:gd name="T23" fmla="*/ 305 h 354"/>
              <a:gd name="T24" fmla="*/ 42 w 353"/>
              <a:gd name="T25" fmla="*/ 249 h 354"/>
              <a:gd name="T26" fmla="*/ 104 w 353"/>
              <a:gd name="T27" fmla="*/ 249 h 354"/>
              <a:gd name="T28" fmla="*/ 104 w 353"/>
              <a:gd name="T29" fmla="*/ 312 h 354"/>
              <a:gd name="T30" fmla="*/ 120 w 353"/>
              <a:gd name="T31" fmla="*/ 301 h 354"/>
              <a:gd name="T32" fmla="*/ 120 w 353"/>
              <a:gd name="T33" fmla="*/ 241 h 354"/>
              <a:gd name="T34" fmla="*/ 112 w 353"/>
              <a:gd name="T35" fmla="*/ 233 h 354"/>
              <a:gd name="T36" fmla="*/ 52 w 353"/>
              <a:gd name="T37" fmla="*/ 233 h 354"/>
              <a:gd name="T38" fmla="*/ 225 w 353"/>
              <a:gd name="T39" fmla="*/ 60 h 354"/>
              <a:gd name="T40" fmla="*/ 293 w 353"/>
              <a:gd name="T41" fmla="*/ 128 h 354"/>
              <a:gd name="T42" fmla="*/ 120 w 353"/>
              <a:gd name="T43" fmla="*/ 301 h 354"/>
              <a:gd name="T44" fmla="*/ 323 w 353"/>
              <a:gd name="T45" fmla="*/ 99 h 354"/>
              <a:gd name="T46" fmla="*/ 305 w 353"/>
              <a:gd name="T47" fmla="*/ 117 h 354"/>
              <a:gd name="T48" fmla="*/ 236 w 353"/>
              <a:gd name="T49" fmla="*/ 49 h 354"/>
              <a:gd name="T50" fmla="*/ 255 w 353"/>
              <a:gd name="T51" fmla="*/ 31 h 354"/>
              <a:gd name="T52" fmla="*/ 289 w 353"/>
              <a:gd name="T53" fmla="*/ 16 h 354"/>
              <a:gd name="T54" fmla="*/ 337 w 353"/>
              <a:gd name="T55" fmla="*/ 65 h 354"/>
              <a:gd name="T56" fmla="*/ 323 w 353"/>
              <a:gd name="T57" fmla="*/ 99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53" h="354">
                <a:moveTo>
                  <a:pt x="289" y="0"/>
                </a:moveTo>
                <a:cubicBezTo>
                  <a:pt x="271" y="0"/>
                  <a:pt x="255" y="8"/>
                  <a:pt x="243" y="19"/>
                </a:cubicBezTo>
                <a:cubicBezTo>
                  <a:pt x="27" y="236"/>
                  <a:pt x="27" y="236"/>
                  <a:pt x="27" y="236"/>
                </a:cubicBezTo>
                <a:cubicBezTo>
                  <a:pt x="0" y="354"/>
                  <a:pt x="0" y="354"/>
                  <a:pt x="0" y="354"/>
                </a:cubicBezTo>
                <a:cubicBezTo>
                  <a:pt x="118" y="327"/>
                  <a:pt x="118" y="327"/>
                  <a:pt x="118" y="327"/>
                </a:cubicBezTo>
                <a:cubicBezTo>
                  <a:pt x="334" y="110"/>
                  <a:pt x="334" y="110"/>
                  <a:pt x="334" y="110"/>
                </a:cubicBezTo>
                <a:cubicBezTo>
                  <a:pt x="346" y="98"/>
                  <a:pt x="353" y="82"/>
                  <a:pt x="353" y="65"/>
                </a:cubicBezTo>
                <a:cubicBezTo>
                  <a:pt x="353" y="29"/>
                  <a:pt x="324" y="0"/>
                  <a:pt x="289" y="0"/>
                </a:cubicBezTo>
                <a:moveTo>
                  <a:pt x="104" y="312"/>
                </a:moveTo>
                <a:cubicBezTo>
                  <a:pt x="48" y="325"/>
                  <a:pt x="48" y="325"/>
                  <a:pt x="48" y="325"/>
                </a:cubicBezTo>
                <a:cubicBezTo>
                  <a:pt x="48" y="305"/>
                  <a:pt x="48" y="305"/>
                  <a:pt x="48" y="305"/>
                </a:cubicBezTo>
                <a:cubicBezTo>
                  <a:pt x="29" y="305"/>
                  <a:pt x="29" y="305"/>
                  <a:pt x="29" y="305"/>
                </a:cubicBezTo>
                <a:cubicBezTo>
                  <a:pt x="42" y="249"/>
                  <a:pt x="42" y="249"/>
                  <a:pt x="42" y="249"/>
                </a:cubicBezTo>
                <a:cubicBezTo>
                  <a:pt x="104" y="249"/>
                  <a:pt x="104" y="249"/>
                  <a:pt x="104" y="249"/>
                </a:cubicBezTo>
                <a:lnTo>
                  <a:pt x="104" y="312"/>
                </a:lnTo>
                <a:close/>
                <a:moveTo>
                  <a:pt x="120" y="301"/>
                </a:moveTo>
                <a:cubicBezTo>
                  <a:pt x="120" y="241"/>
                  <a:pt x="120" y="241"/>
                  <a:pt x="120" y="241"/>
                </a:cubicBezTo>
                <a:cubicBezTo>
                  <a:pt x="120" y="237"/>
                  <a:pt x="117" y="233"/>
                  <a:pt x="112" y="233"/>
                </a:cubicBezTo>
                <a:cubicBezTo>
                  <a:pt x="52" y="233"/>
                  <a:pt x="52" y="233"/>
                  <a:pt x="52" y="233"/>
                </a:cubicBezTo>
                <a:cubicBezTo>
                  <a:pt x="225" y="60"/>
                  <a:pt x="225" y="60"/>
                  <a:pt x="225" y="60"/>
                </a:cubicBezTo>
                <a:cubicBezTo>
                  <a:pt x="293" y="128"/>
                  <a:pt x="293" y="128"/>
                  <a:pt x="293" y="128"/>
                </a:cubicBezTo>
                <a:lnTo>
                  <a:pt x="120" y="301"/>
                </a:lnTo>
                <a:close/>
                <a:moveTo>
                  <a:pt x="323" y="99"/>
                </a:moveTo>
                <a:cubicBezTo>
                  <a:pt x="305" y="117"/>
                  <a:pt x="305" y="117"/>
                  <a:pt x="305" y="117"/>
                </a:cubicBezTo>
                <a:cubicBezTo>
                  <a:pt x="236" y="49"/>
                  <a:pt x="236" y="49"/>
                  <a:pt x="236" y="49"/>
                </a:cubicBezTo>
                <a:cubicBezTo>
                  <a:pt x="255" y="31"/>
                  <a:pt x="255" y="31"/>
                  <a:pt x="255" y="31"/>
                </a:cubicBezTo>
                <a:cubicBezTo>
                  <a:pt x="255" y="31"/>
                  <a:pt x="268" y="16"/>
                  <a:pt x="289" y="16"/>
                </a:cubicBezTo>
                <a:cubicBezTo>
                  <a:pt x="315" y="16"/>
                  <a:pt x="337" y="38"/>
                  <a:pt x="337" y="65"/>
                </a:cubicBezTo>
                <a:cubicBezTo>
                  <a:pt x="337" y="78"/>
                  <a:pt x="332" y="90"/>
                  <a:pt x="323" y="99"/>
                </a:cubicBezTo>
              </a:path>
            </a:pathLst>
          </a:custGeom>
          <a:solidFill>
            <a:schemeClr val="bg1"/>
          </a:solidFill>
          <a:ln>
            <a:noFill/>
          </a:ln>
        </p:spPr>
        <p:txBody>
          <a:bodyPr vert="horz" wrap="square" lIns="45720" tIns="22860" rIns="45720" bIns="22860" numCol="1" anchor="t" anchorCtr="0" compatLnSpc="1">
            <a:prstTxWarp prst="textNoShape">
              <a:avLst/>
            </a:prstTxWarp>
          </a:bodyPr>
          <a:lstStyle/>
          <a:p>
            <a:endParaRPr lang="en-US" sz="675"/>
          </a:p>
        </p:txBody>
      </p:sp>
      <p:grpSp>
        <p:nvGrpSpPr>
          <p:cNvPr id="39" name="Group 38">
            <a:extLst>
              <a:ext uri="{FF2B5EF4-FFF2-40B4-BE49-F238E27FC236}">
                <a16:creationId xmlns:a16="http://schemas.microsoft.com/office/drawing/2014/main" id="{D10A87EA-ED05-87EE-17DE-F1C1DC484106}"/>
              </a:ext>
            </a:extLst>
          </p:cNvPr>
          <p:cNvGrpSpPr/>
          <p:nvPr/>
        </p:nvGrpSpPr>
        <p:grpSpPr>
          <a:xfrm>
            <a:off x="323540" y="3611276"/>
            <a:ext cx="1633603" cy="535146"/>
            <a:chOff x="1024383" y="3311899"/>
            <a:chExt cx="1225202" cy="401360"/>
          </a:xfrm>
        </p:grpSpPr>
        <p:sp>
          <p:nvSpPr>
            <p:cNvPr id="53" name="TextBox 52">
              <a:extLst>
                <a:ext uri="{FF2B5EF4-FFF2-40B4-BE49-F238E27FC236}">
                  <a16:creationId xmlns:a16="http://schemas.microsoft.com/office/drawing/2014/main" id="{6A3B0B49-1295-F91D-1762-1165E9F6B827}"/>
                </a:ext>
              </a:extLst>
            </p:cNvPr>
            <p:cNvSpPr txBox="1"/>
            <p:nvPr/>
          </p:nvSpPr>
          <p:spPr>
            <a:xfrm>
              <a:off x="1024383" y="3311899"/>
              <a:ext cx="1026388" cy="401360"/>
            </a:xfrm>
            <a:prstGeom prst="rect">
              <a:avLst/>
            </a:prstGeom>
            <a:noFill/>
          </p:spPr>
          <p:txBody>
            <a:bodyPr wrap="square" lIns="0" tIns="0" rIns="0" bIns="0" rtlCol="0">
              <a:spAutoFit/>
            </a:bodyPr>
            <a:lstStyle/>
            <a:p>
              <a:pPr algn="r">
                <a:lnSpc>
                  <a:spcPct val="120000"/>
                </a:lnSpc>
              </a:pPr>
              <a:r>
                <a:rPr lang="en-US" sz="1000" b="1" cap="all" spc="27" dirty="0">
                  <a:solidFill>
                    <a:schemeClr val="accent4"/>
                  </a:solidFill>
                  <a:latin typeface="Lato" panose="020F0502020204030203" pitchFamily="34" charset="0"/>
                  <a:ea typeface="Open Sans Light" panose="020B0306030504020204" pitchFamily="34" charset="0"/>
                  <a:cs typeface="Open Sans Light" panose="020B0306030504020204" pitchFamily="34" charset="0"/>
                </a:rPr>
                <a:t>Proposal Development</a:t>
              </a:r>
            </a:p>
            <a:p>
              <a:pPr algn="r">
                <a:lnSpc>
                  <a:spcPct val="120000"/>
                </a:lnSpc>
              </a:pPr>
              <a:r>
                <a:rPr lang="en-US" sz="1000" b="1" cap="all" spc="27" dirty="0">
                  <a:solidFill>
                    <a:schemeClr val="accent4"/>
                  </a:solidFill>
                  <a:latin typeface="Lato" panose="020F0502020204030203" pitchFamily="34" charset="0"/>
                  <a:ea typeface="Open Sans Light" panose="020B0306030504020204" pitchFamily="34" charset="0"/>
                  <a:cs typeface="Open Sans Light" panose="020B0306030504020204" pitchFamily="34" charset="0"/>
                </a:rPr>
                <a:t>System support</a:t>
              </a:r>
            </a:p>
          </p:txBody>
        </p:sp>
        <p:cxnSp>
          <p:nvCxnSpPr>
            <p:cNvPr id="54" name="Straight Connector 53">
              <a:extLst>
                <a:ext uri="{FF2B5EF4-FFF2-40B4-BE49-F238E27FC236}">
                  <a16:creationId xmlns:a16="http://schemas.microsoft.com/office/drawing/2014/main" id="{187A8B36-9330-A56C-F95D-4C1813AE0092}"/>
                </a:ext>
              </a:extLst>
            </p:cNvPr>
            <p:cNvCxnSpPr/>
            <p:nvPr/>
          </p:nvCxnSpPr>
          <p:spPr>
            <a:xfrm flipH="1">
              <a:off x="2144566" y="3390356"/>
              <a:ext cx="105019" cy="0"/>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22B20B5B-15D0-BBC9-16B2-B606A36D1E48}"/>
                </a:ext>
              </a:extLst>
            </p:cNvPr>
            <p:cNvCxnSpPr/>
            <p:nvPr/>
          </p:nvCxnSpPr>
          <p:spPr>
            <a:xfrm flipH="1">
              <a:off x="2137055" y="3639946"/>
              <a:ext cx="105019" cy="0"/>
            </a:xfrm>
            <a:prstGeom prst="line">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8872800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a:t>USC research computing &amp; data </a:t>
            </a:r>
            <a:r>
              <a:rPr lang="en-US" dirty="0">
                <a:solidFill>
                  <a:schemeClr val="accent2"/>
                </a:solidFill>
              </a:rPr>
              <a:t>Road Map</a:t>
            </a:r>
          </a:p>
        </p:txBody>
      </p:sp>
      <p:sp>
        <p:nvSpPr>
          <p:cNvPr id="3" name="Text Placeholder 2"/>
          <p:cNvSpPr>
            <a:spLocks noGrp="1"/>
          </p:cNvSpPr>
          <p:nvPr>
            <p:ph type="body" sz="quarter" idx="11"/>
          </p:nvPr>
        </p:nvSpPr>
        <p:spPr/>
        <p:txBody>
          <a:bodyPr/>
          <a:lstStyle/>
          <a:p>
            <a:r>
              <a:rPr lang="en-US" dirty="0"/>
              <a:t>The future of CARC looks bright with plans for future improvements, outreach, and collaborations.</a:t>
            </a:r>
          </a:p>
        </p:txBody>
      </p:sp>
      <p:sp>
        <p:nvSpPr>
          <p:cNvPr id="4" name="Freeform 6"/>
          <p:cNvSpPr>
            <a:spLocks/>
          </p:cNvSpPr>
          <p:nvPr/>
        </p:nvSpPr>
        <p:spPr bwMode="auto">
          <a:xfrm rot="10800000">
            <a:off x="879475" y="2289716"/>
            <a:ext cx="2608743" cy="1600749"/>
          </a:xfrm>
          <a:custGeom>
            <a:avLst/>
            <a:gdLst>
              <a:gd name="T0" fmla="*/ 3787 w 3787"/>
              <a:gd name="T1" fmla="*/ 0 h 1893"/>
              <a:gd name="T2" fmla="*/ 3787 w 3787"/>
              <a:gd name="T3" fmla="*/ 1893 h 1893"/>
              <a:gd name="T4" fmla="*/ 0 w 3787"/>
              <a:gd name="T5" fmla="*/ 1893 h 1893"/>
              <a:gd name="T6" fmla="*/ 0 w 3787"/>
              <a:gd name="T7" fmla="*/ 0 h 1893"/>
            </a:gdLst>
            <a:ahLst/>
            <a:cxnLst>
              <a:cxn ang="0">
                <a:pos x="T0" y="T1"/>
              </a:cxn>
              <a:cxn ang="0">
                <a:pos x="T2" y="T3"/>
              </a:cxn>
              <a:cxn ang="0">
                <a:pos x="T4" y="T5"/>
              </a:cxn>
              <a:cxn ang="0">
                <a:pos x="T6" y="T7"/>
              </a:cxn>
            </a:cxnLst>
            <a:rect l="0" t="0" r="r" b="b"/>
            <a:pathLst>
              <a:path w="3787" h="1893">
                <a:moveTo>
                  <a:pt x="3787" y="0"/>
                </a:moveTo>
                <a:lnTo>
                  <a:pt x="3787" y="1893"/>
                </a:lnTo>
                <a:lnTo>
                  <a:pt x="0" y="1893"/>
                </a:lnTo>
                <a:lnTo>
                  <a:pt x="0" y="0"/>
                </a:lnTo>
              </a:path>
            </a:pathLst>
          </a:custGeom>
          <a:noFill/>
          <a:ln w="76200" cap="rnd">
            <a:solidFill>
              <a:schemeClr val="accen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45720" tIns="22860" rIns="45720" bIns="22860" numCol="1" anchor="t" anchorCtr="0" compatLnSpc="1">
            <a:prstTxWarp prst="textNoShape">
              <a:avLst/>
            </a:prstTxWarp>
          </a:bodyPr>
          <a:lstStyle/>
          <a:p>
            <a:endParaRPr lang="en-US" sz="675"/>
          </a:p>
        </p:txBody>
      </p:sp>
      <p:sp>
        <p:nvSpPr>
          <p:cNvPr id="5" name="Freeform 6"/>
          <p:cNvSpPr>
            <a:spLocks/>
          </p:cNvSpPr>
          <p:nvPr/>
        </p:nvSpPr>
        <p:spPr bwMode="auto">
          <a:xfrm>
            <a:off x="3488218" y="3890466"/>
            <a:ext cx="2608743" cy="1600749"/>
          </a:xfrm>
          <a:custGeom>
            <a:avLst/>
            <a:gdLst>
              <a:gd name="T0" fmla="*/ 3787 w 3787"/>
              <a:gd name="T1" fmla="*/ 0 h 1893"/>
              <a:gd name="T2" fmla="*/ 3787 w 3787"/>
              <a:gd name="T3" fmla="*/ 1893 h 1893"/>
              <a:gd name="T4" fmla="*/ 0 w 3787"/>
              <a:gd name="T5" fmla="*/ 1893 h 1893"/>
              <a:gd name="T6" fmla="*/ 0 w 3787"/>
              <a:gd name="T7" fmla="*/ 0 h 1893"/>
            </a:gdLst>
            <a:ahLst/>
            <a:cxnLst>
              <a:cxn ang="0">
                <a:pos x="T0" y="T1"/>
              </a:cxn>
              <a:cxn ang="0">
                <a:pos x="T2" y="T3"/>
              </a:cxn>
              <a:cxn ang="0">
                <a:pos x="T4" y="T5"/>
              </a:cxn>
              <a:cxn ang="0">
                <a:pos x="T6" y="T7"/>
              </a:cxn>
            </a:cxnLst>
            <a:rect l="0" t="0" r="r" b="b"/>
            <a:pathLst>
              <a:path w="3787" h="1893">
                <a:moveTo>
                  <a:pt x="3787" y="0"/>
                </a:moveTo>
                <a:lnTo>
                  <a:pt x="3787" y="1893"/>
                </a:lnTo>
                <a:lnTo>
                  <a:pt x="0" y="1893"/>
                </a:lnTo>
                <a:lnTo>
                  <a:pt x="0" y="0"/>
                </a:lnTo>
              </a:path>
            </a:pathLst>
          </a:custGeom>
          <a:noFill/>
          <a:ln w="76200" cap="rnd">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45720" tIns="22860" rIns="45720" bIns="22860" numCol="1" anchor="t" anchorCtr="0" compatLnSpc="1">
            <a:prstTxWarp prst="textNoShape">
              <a:avLst/>
            </a:prstTxWarp>
          </a:bodyPr>
          <a:lstStyle/>
          <a:p>
            <a:endParaRPr lang="en-US" sz="675"/>
          </a:p>
        </p:txBody>
      </p:sp>
      <p:sp>
        <p:nvSpPr>
          <p:cNvPr id="6" name="Freeform 6"/>
          <p:cNvSpPr>
            <a:spLocks/>
          </p:cNvSpPr>
          <p:nvPr/>
        </p:nvSpPr>
        <p:spPr bwMode="auto">
          <a:xfrm rot="10800000">
            <a:off x="6096961" y="2289716"/>
            <a:ext cx="2608743" cy="1600749"/>
          </a:xfrm>
          <a:custGeom>
            <a:avLst/>
            <a:gdLst>
              <a:gd name="T0" fmla="*/ 3787 w 3787"/>
              <a:gd name="T1" fmla="*/ 0 h 1893"/>
              <a:gd name="T2" fmla="*/ 3787 w 3787"/>
              <a:gd name="T3" fmla="*/ 1893 h 1893"/>
              <a:gd name="T4" fmla="*/ 0 w 3787"/>
              <a:gd name="T5" fmla="*/ 1893 h 1893"/>
              <a:gd name="T6" fmla="*/ 0 w 3787"/>
              <a:gd name="T7" fmla="*/ 0 h 1893"/>
            </a:gdLst>
            <a:ahLst/>
            <a:cxnLst>
              <a:cxn ang="0">
                <a:pos x="T0" y="T1"/>
              </a:cxn>
              <a:cxn ang="0">
                <a:pos x="T2" y="T3"/>
              </a:cxn>
              <a:cxn ang="0">
                <a:pos x="T4" y="T5"/>
              </a:cxn>
              <a:cxn ang="0">
                <a:pos x="T6" y="T7"/>
              </a:cxn>
            </a:cxnLst>
            <a:rect l="0" t="0" r="r" b="b"/>
            <a:pathLst>
              <a:path w="3787" h="1893">
                <a:moveTo>
                  <a:pt x="3787" y="0"/>
                </a:moveTo>
                <a:lnTo>
                  <a:pt x="3787" y="1893"/>
                </a:lnTo>
                <a:lnTo>
                  <a:pt x="0" y="1893"/>
                </a:lnTo>
                <a:lnTo>
                  <a:pt x="0" y="0"/>
                </a:lnTo>
              </a:path>
            </a:pathLst>
          </a:custGeom>
          <a:noFill/>
          <a:ln w="7620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45720" tIns="22860" rIns="45720" bIns="22860" numCol="1" anchor="t" anchorCtr="0" compatLnSpc="1">
            <a:prstTxWarp prst="textNoShape">
              <a:avLst/>
            </a:prstTxWarp>
          </a:bodyPr>
          <a:lstStyle/>
          <a:p>
            <a:endParaRPr lang="en-US" sz="675"/>
          </a:p>
        </p:txBody>
      </p:sp>
      <p:sp>
        <p:nvSpPr>
          <p:cNvPr id="7" name="Freeform 6"/>
          <p:cNvSpPr>
            <a:spLocks/>
          </p:cNvSpPr>
          <p:nvPr/>
        </p:nvSpPr>
        <p:spPr bwMode="auto">
          <a:xfrm>
            <a:off x="8705703" y="3890466"/>
            <a:ext cx="2608743" cy="1600749"/>
          </a:xfrm>
          <a:custGeom>
            <a:avLst/>
            <a:gdLst>
              <a:gd name="T0" fmla="*/ 3787 w 3787"/>
              <a:gd name="T1" fmla="*/ 0 h 1893"/>
              <a:gd name="T2" fmla="*/ 3787 w 3787"/>
              <a:gd name="T3" fmla="*/ 1893 h 1893"/>
              <a:gd name="T4" fmla="*/ 0 w 3787"/>
              <a:gd name="T5" fmla="*/ 1893 h 1893"/>
              <a:gd name="T6" fmla="*/ 0 w 3787"/>
              <a:gd name="T7" fmla="*/ 0 h 1893"/>
            </a:gdLst>
            <a:ahLst/>
            <a:cxnLst>
              <a:cxn ang="0">
                <a:pos x="T0" y="T1"/>
              </a:cxn>
              <a:cxn ang="0">
                <a:pos x="T2" y="T3"/>
              </a:cxn>
              <a:cxn ang="0">
                <a:pos x="T4" y="T5"/>
              </a:cxn>
              <a:cxn ang="0">
                <a:pos x="T6" y="T7"/>
              </a:cxn>
            </a:cxnLst>
            <a:rect l="0" t="0" r="r" b="b"/>
            <a:pathLst>
              <a:path w="3787" h="1893">
                <a:moveTo>
                  <a:pt x="3787" y="0"/>
                </a:moveTo>
                <a:lnTo>
                  <a:pt x="3787" y="1893"/>
                </a:lnTo>
                <a:lnTo>
                  <a:pt x="0" y="1893"/>
                </a:lnTo>
                <a:lnTo>
                  <a:pt x="0" y="0"/>
                </a:lnTo>
              </a:path>
            </a:pathLst>
          </a:custGeom>
          <a:noFill/>
          <a:ln w="76200" cap="rnd">
            <a:solidFill>
              <a:srgbClr val="FFCC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45720" tIns="22860" rIns="45720" bIns="22860" numCol="1" anchor="t" anchorCtr="0" compatLnSpc="1">
            <a:prstTxWarp prst="textNoShape">
              <a:avLst/>
            </a:prstTxWarp>
          </a:bodyPr>
          <a:lstStyle/>
          <a:p>
            <a:endParaRPr lang="en-US" sz="675"/>
          </a:p>
        </p:txBody>
      </p:sp>
      <p:grpSp>
        <p:nvGrpSpPr>
          <p:cNvPr id="9" name="Group 8"/>
          <p:cNvGrpSpPr/>
          <p:nvPr/>
        </p:nvGrpSpPr>
        <p:grpSpPr>
          <a:xfrm>
            <a:off x="6531720" y="3667771"/>
            <a:ext cx="1722101" cy="1569159"/>
            <a:chOff x="992097" y="2809145"/>
            <a:chExt cx="1291575" cy="408834"/>
          </a:xfrm>
        </p:grpSpPr>
        <p:sp>
          <p:nvSpPr>
            <p:cNvPr id="38" name="TextBox 37"/>
            <p:cNvSpPr txBox="1"/>
            <p:nvPr/>
          </p:nvSpPr>
          <p:spPr>
            <a:xfrm>
              <a:off x="992097" y="2946205"/>
              <a:ext cx="1291574" cy="271774"/>
            </a:xfrm>
            <a:prstGeom prst="rect">
              <a:avLst/>
            </a:prstGeom>
            <a:noFill/>
            <a:ln>
              <a:noFill/>
            </a:ln>
          </p:spPr>
          <p:txBody>
            <a:bodyPr wrap="square" lIns="0" tIns="0" rIns="0" bIns="0" rtlCol="0">
              <a:spAutoFit/>
            </a:bodyPr>
            <a:lstStyle/>
            <a:p>
              <a:pPr algn="ctr">
                <a:lnSpc>
                  <a:spcPct val="130000"/>
                </a:lnSpc>
              </a:pPr>
              <a:r>
                <a:rPr lang="en-US" sz="1067" dirty="0">
                  <a:solidFill>
                    <a:schemeClr val="accent4"/>
                  </a:solidFill>
                  <a:latin typeface="Lato" panose="020F0502020204030203" pitchFamily="34" charset="0"/>
                  <a:ea typeface="Open Sans Light" panose="020B0306030504020204" pitchFamily="34" charset="0"/>
                  <a:cs typeface="Open Sans Light" panose="020B0306030504020204" pitchFamily="34" charset="0"/>
                </a:rPr>
                <a:t>This upcoming system will allow researchers to conduct large-scale AI modeling and simulations as well as traditional HPC research.</a:t>
              </a:r>
            </a:p>
          </p:txBody>
        </p:sp>
        <p:sp>
          <p:nvSpPr>
            <p:cNvPr id="39" name="TextBox 38"/>
            <p:cNvSpPr txBox="1"/>
            <p:nvPr/>
          </p:nvSpPr>
          <p:spPr>
            <a:xfrm>
              <a:off x="992098" y="2809145"/>
              <a:ext cx="1291574" cy="106886"/>
            </a:xfrm>
            <a:prstGeom prst="rect">
              <a:avLst/>
            </a:prstGeom>
            <a:noFill/>
            <a:ln>
              <a:noFill/>
            </a:ln>
          </p:spPr>
          <p:txBody>
            <a:bodyPr wrap="square" lIns="0" tIns="0" rIns="0" bIns="0" rtlCol="0">
              <a:spAutoFit/>
            </a:bodyPr>
            <a:lstStyle/>
            <a:p>
              <a:pPr algn="ctr"/>
              <a:r>
                <a:rPr lang="en-US" sz="1333" b="1" cap="all" spc="27" dirty="0">
                  <a:solidFill>
                    <a:schemeClr val="accent1"/>
                  </a:solidFill>
                  <a:latin typeface="Lato" panose="020F0502020204030203" pitchFamily="34" charset="0"/>
                  <a:cs typeface="Poppins SemiBold" panose="02000000000000000000" pitchFamily="2" charset="0"/>
                </a:rPr>
                <a:t>Next-Gen</a:t>
              </a:r>
            </a:p>
            <a:p>
              <a:pPr algn="ctr"/>
              <a:r>
                <a:rPr lang="en-US" sz="1333" b="1" cap="all" spc="27" dirty="0">
                  <a:solidFill>
                    <a:schemeClr val="accent1"/>
                  </a:solidFill>
                  <a:latin typeface="Lato" panose="020F0502020204030203" pitchFamily="34" charset="0"/>
                  <a:cs typeface="Poppins SemiBold" panose="02000000000000000000" pitchFamily="2" charset="0"/>
                </a:rPr>
                <a:t>Supercomputer</a:t>
              </a:r>
            </a:p>
          </p:txBody>
        </p:sp>
      </p:grpSp>
      <p:grpSp>
        <p:nvGrpSpPr>
          <p:cNvPr id="11" name="Group 10"/>
          <p:cNvGrpSpPr/>
          <p:nvPr/>
        </p:nvGrpSpPr>
        <p:grpSpPr>
          <a:xfrm>
            <a:off x="1256476" y="3665444"/>
            <a:ext cx="1722099" cy="1330466"/>
            <a:chOff x="4905211" y="2809145"/>
            <a:chExt cx="1291574" cy="559039"/>
          </a:xfrm>
        </p:grpSpPr>
        <p:sp>
          <p:nvSpPr>
            <p:cNvPr id="42" name="TextBox 41"/>
            <p:cNvSpPr txBox="1"/>
            <p:nvPr/>
          </p:nvSpPr>
          <p:spPr>
            <a:xfrm>
              <a:off x="4905211" y="3019606"/>
              <a:ext cx="1291574" cy="348578"/>
            </a:xfrm>
            <a:prstGeom prst="rect">
              <a:avLst/>
            </a:prstGeom>
            <a:noFill/>
            <a:ln>
              <a:noFill/>
            </a:ln>
          </p:spPr>
          <p:txBody>
            <a:bodyPr wrap="square" lIns="0" tIns="0" rIns="0" bIns="0" rtlCol="0">
              <a:spAutoFit/>
            </a:bodyPr>
            <a:lstStyle/>
            <a:p>
              <a:pPr algn="ctr">
                <a:lnSpc>
                  <a:spcPct val="130000"/>
                </a:lnSpc>
              </a:pPr>
              <a:r>
                <a:rPr lang="en-US" sz="1067" dirty="0">
                  <a:solidFill>
                    <a:schemeClr val="accent4"/>
                  </a:solidFill>
                  <a:latin typeface="Lato" panose="020F0502020204030203" pitchFamily="34" charset="0"/>
                  <a:ea typeface="Open Sans Light" panose="020B0306030504020204" pitchFamily="34" charset="0"/>
                  <a:cs typeface="Open Sans Light" panose="020B0306030504020204" pitchFamily="34" charset="0"/>
                </a:rPr>
                <a:t>We have upgraded our HPC network to a 200 Gbps InfiniBand NDR low-latency interconnection.</a:t>
              </a:r>
            </a:p>
          </p:txBody>
        </p:sp>
        <p:sp>
          <p:nvSpPr>
            <p:cNvPr id="43" name="TextBox 42"/>
            <p:cNvSpPr txBox="1"/>
            <p:nvPr/>
          </p:nvSpPr>
          <p:spPr>
            <a:xfrm>
              <a:off x="4905211" y="2809145"/>
              <a:ext cx="1291574" cy="307681"/>
            </a:xfrm>
            <a:prstGeom prst="rect">
              <a:avLst/>
            </a:prstGeom>
            <a:noFill/>
            <a:ln>
              <a:noFill/>
            </a:ln>
          </p:spPr>
          <p:txBody>
            <a:bodyPr wrap="square" lIns="0" tIns="0" rIns="0" bIns="0" rtlCol="0">
              <a:spAutoFit/>
            </a:bodyPr>
            <a:lstStyle/>
            <a:p>
              <a:pPr algn="ctr"/>
              <a:r>
                <a:rPr lang="en-US" sz="1333" b="1" cap="all" spc="27" dirty="0">
                  <a:solidFill>
                    <a:schemeClr val="accent1"/>
                  </a:solidFill>
                  <a:latin typeface="Lato" panose="020F0502020204030203" pitchFamily="34" charset="0"/>
                  <a:cs typeface="Poppins SemiBold" panose="02000000000000000000" pitchFamily="2" charset="0"/>
                </a:rPr>
                <a:t>Network Upgrade</a:t>
              </a:r>
            </a:p>
          </p:txBody>
        </p:sp>
      </p:grpSp>
      <p:grpSp>
        <p:nvGrpSpPr>
          <p:cNvPr id="12" name="Group 11"/>
          <p:cNvGrpSpPr/>
          <p:nvPr/>
        </p:nvGrpSpPr>
        <p:grpSpPr>
          <a:xfrm>
            <a:off x="3679773" y="3500414"/>
            <a:ext cx="2122391" cy="1341802"/>
            <a:chOff x="6715075" y="2832814"/>
            <a:chExt cx="1591793" cy="597333"/>
          </a:xfrm>
        </p:grpSpPr>
        <p:sp>
          <p:nvSpPr>
            <p:cNvPr id="44" name="TextBox 43"/>
            <p:cNvSpPr txBox="1"/>
            <p:nvPr/>
          </p:nvSpPr>
          <p:spPr>
            <a:xfrm>
              <a:off x="6861767" y="3060809"/>
              <a:ext cx="1291574" cy="369338"/>
            </a:xfrm>
            <a:prstGeom prst="rect">
              <a:avLst/>
            </a:prstGeom>
            <a:noFill/>
            <a:ln>
              <a:noFill/>
            </a:ln>
          </p:spPr>
          <p:txBody>
            <a:bodyPr wrap="square" lIns="0" tIns="0" rIns="0" bIns="0" rtlCol="0">
              <a:spAutoFit/>
            </a:bodyPr>
            <a:lstStyle/>
            <a:p>
              <a:pPr algn="ctr">
                <a:lnSpc>
                  <a:spcPct val="130000"/>
                </a:lnSpc>
              </a:pPr>
              <a:r>
                <a:rPr lang="en-US" sz="1067" dirty="0">
                  <a:solidFill>
                    <a:schemeClr val="accent4"/>
                  </a:solidFill>
                  <a:latin typeface="Lato" panose="020F0502020204030203" pitchFamily="34" charset="0"/>
                  <a:ea typeface="Open Sans Light" panose="020B0306030504020204" pitchFamily="34" charset="0"/>
                  <a:cs typeface="Open Sans Light" panose="020B0306030504020204" pitchFamily="34" charset="0"/>
                </a:rPr>
                <a:t>CARC is building dedicated CI for under-resourced universities in the Southern California region.</a:t>
              </a:r>
            </a:p>
          </p:txBody>
        </p:sp>
        <p:sp>
          <p:nvSpPr>
            <p:cNvPr id="45" name="TextBox 44"/>
            <p:cNvSpPr txBox="1"/>
            <p:nvPr/>
          </p:nvSpPr>
          <p:spPr>
            <a:xfrm>
              <a:off x="6715075" y="2832814"/>
              <a:ext cx="1591793" cy="307681"/>
            </a:xfrm>
            <a:prstGeom prst="rect">
              <a:avLst/>
            </a:prstGeom>
            <a:noFill/>
            <a:ln>
              <a:noFill/>
            </a:ln>
          </p:spPr>
          <p:txBody>
            <a:bodyPr wrap="square" lIns="0" tIns="0" rIns="0" bIns="0" rtlCol="0">
              <a:spAutoFit/>
            </a:bodyPr>
            <a:lstStyle/>
            <a:p>
              <a:pPr algn="ctr"/>
              <a:r>
                <a:rPr lang="en-US" sz="1333" b="1" cap="all" spc="27" dirty="0">
                  <a:solidFill>
                    <a:schemeClr val="accent1"/>
                  </a:solidFill>
                  <a:latin typeface="Lato" panose="020F0502020204030203" pitchFamily="34" charset="0"/>
                  <a:cs typeface="Poppins SemiBold" panose="02000000000000000000" pitchFamily="2" charset="0"/>
                </a:rPr>
                <a:t>Regional Cyberinfrastructure</a:t>
              </a:r>
            </a:p>
          </p:txBody>
        </p:sp>
      </p:grpSp>
      <p:grpSp>
        <p:nvGrpSpPr>
          <p:cNvPr id="15" name="Group 14"/>
          <p:cNvGrpSpPr/>
          <p:nvPr/>
        </p:nvGrpSpPr>
        <p:grpSpPr>
          <a:xfrm>
            <a:off x="4586219" y="5283967"/>
            <a:ext cx="412741" cy="412739"/>
            <a:chOff x="3439664" y="3962975"/>
            <a:chExt cx="309556" cy="309554"/>
          </a:xfrm>
        </p:grpSpPr>
        <p:sp>
          <p:nvSpPr>
            <p:cNvPr id="48" name="Oval 47"/>
            <p:cNvSpPr/>
            <p:nvPr/>
          </p:nvSpPr>
          <p:spPr>
            <a:xfrm>
              <a:off x="3439664" y="3962975"/>
              <a:ext cx="309556" cy="309554"/>
            </a:xfrm>
            <a:prstGeom prst="ellipse">
              <a:avLst/>
            </a:prstGeom>
            <a:solidFill>
              <a:schemeClr val="bg1"/>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75"/>
            </a:p>
          </p:txBody>
        </p:sp>
        <p:sp>
          <p:nvSpPr>
            <p:cNvPr id="49" name="TextBox 48"/>
            <p:cNvSpPr txBox="1"/>
            <p:nvPr/>
          </p:nvSpPr>
          <p:spPr>
            <a:xfrm>
              <a:off x="3495299" y="4028878"/>
              <a:ext cx="198284" cy="165814"/>
            </a:xfrm>
            <a:prstGeom prst="rect">
              <a:avLst/>
            </a:prstGeom>
            <a:noFill/>
            <a:ln>
              <a:noFill/>
            </a:ln>
          </p:spPr>
          <p:txBody>
            <a:bodyPr wrap="square" lIns="0" tIns="0" rIns="0" bIns="0" rtlCol="0">
              <a:spAutoFit/>
            </a:bodyPr>
            <a:lstStyle/>
            <a:p>
              <a:pPr algn="ctr">
                <a:lnSpc>
                  <a:spcPct val="120000"/>
                </a:lnSpc>
              </a:pPr>
              <a:r>
                <a:rPr lang="en-US" sz="1333" cap="all" dirty="0">
                  <a:solidFill>
                    <a:schemeClr val="accent1"/>
                  </a:solidFill>
                  <a:latin typeface="Lato Black" panose="020F0A02020204030203" pitchFamily="34" charset="0"/>
                  <a:cs typeface="Poppins SemiBold" panose="02000000000000000000" pitchFamily="2" charset="0"/>
                </a:rPr>
                <a:t>‘24</a:t>
              </a:r>
            </a:p>
          </p:txBody>
        </p:sp>
      </p:grpSp>
      <p:grpSp>
        <p:nvGrpSpPr>
          <p:cNvPr id="13" name="Group 12"/>
          <p:cNvGrpSpPr/>
          <p:nvPr/>
        </p:nvGrpSpPr>
        <p:grpSpPr>
          <a:xfrm>
            <a:off x="9803697" y="5283955"/>
            <a:ext cx="413658" cy="412738"/>
            <a:chOff x="7352778" y="3962975"/>
            <a:chExt cx="310244" cy="309554"/>
          </a:xfrm>
        </p:grpSpPr>
        <p:sp>
          <p:nvSpPr>
            <p:cNvPr id="50" name="Oval 49"/>
            <p:cNvSpPr/>
            <p:nvPr/>
          </p:nvSpPr>
          <p:spPr>
            <a:xfrm>
              <a:off x="7352778" y="3962975"/>
              <a:ext cx="309556" cy="309554"/>
            </a:xfrm>
            <a:prstGeom prst="ellipse">
              <a:avLst/>
            </a:prstGeom>
            <a:solidFill>
              <a:schemeClr val="bg1"/>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75"/>
            </a:p>
          </p:txBody>
        </p:sp>
        <p:sp>
          <p:nvSpPr>
            <p:cNvPr id="51" name="TextBox 50"/>
            <p:cNvSpPr txBox="1"/>
            <p:nvPr/>
          </p:nvSpPr>
          <p:spPr>
            <a:xfrm>
              <a:off x="7353467" y="4031657"/>
              <a:ext cx="309555" cy="161583"/>
            </a:xfrm>
            <a:prstGeom prst="rect">
              <a:avLst/>
            </a:prstGeom>
            <a:noFill/>
            <a:ln>
              <a:noFill/>
            </a:ln>
          </p:spPr>
          <p:txBody>
            <a:bodyPr wrap="square" lIns="0" tIns="0" rIns="0" bIns="0" rtlCol="0">
              <a:spAutoFit/>
            </a:bodyPr>
            <a:lstStyle/>
            <a:p>
              <a:pPr algn="ctr"/>
              <a:r>
                <a:rPr lang="en-US" sz="700" b="1" cap="all" dirty="0">
                  <a:solidFill>
                    <a:schemeClr val="accent1"/>
                  </a:solidFill>
                  <a:latin typeface="Lato Black" panose="020F0A02020204030203" pitchFamily="34" charset="0"/>
                  <a:cs typeface="Poppins SemiBold" panose="02000000000000000000" pitchFamily="2" charset="0"/>
                </a:rPr>
                <a:t>&amp; beyond</a:t>
              </a:r>
            </a:p>
          </p:txBody>
        </p:sp>
      </p:grpSp>
      <p:grpSp>
        <p:nvGrpSpPr>
          <p:cNvPr id="8" name="Group 7"/>
          <p:cNvGrpSpPr/>
          <p:nvPr/>
        </p:nvGrpSpPr>
        <p:grpSpPr>
          <a:xfrm>
            <a:off x="1977476" y="2078901"/>
            <a:ext cx="412741" cy="412739"/>
            <a:chOff x="1483107" y="1559175"/>
            <a:chExt cx="309556" cy="309554"/>
          </a:xfrm>
        </p:grpSpPr>
        <p:sp>
          <p:nvSpPr>
            <p:cNvPr id="46" name="Oval 45"/>
            <p:cNvSpPr/>
            <p:nvPr/>
          </p:nvSpPr>
          <p:spPr>
            <a:xfrm>
              <a:off x="1483107" y="1559175"/>
              <a:ext cx="309556" cy="309554"/>
            </a:xfrm>
            <a:prstGeom prst="ellipse">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75"/>
            </a:p>
          </p:txBody>
        </p:sp>
        <p:sp>
          <p:nvSpPr>
            <p:cNvPr id="47" name="TextBox 46"/>
            <p:cNvSpPr txBox="1"/>
            <p:nvPr/>
          </p:nvSpPr>
          <p:spPr>
            <a:xfrm>
              <a:off x="1530294" y="1620941"/>
              <a:ext cx="198284" cy="174086"/>
            </a:xfrm>
            <a:prstGeom prst="rect">
              <a:avLst/>
            </a:prstGeom>
            <a:noFill/>
            <a:ln>
              <a:noFill/>
            </a:ln>
          </p:spPr>
          <p:txBody>
            <a:bodyPr wrap="square" lIns="0" tIns="0" rIns="0" bIns="0" rtlCol="0">
              <a:spAutoFit/>
            </a:bodyPr>
            <a:lstStyle/>
            <a:p>
              <a:pPr algn="ctr">
                <a:lnSpc>
                  <a:spcPct val="120000"/>
                </a:lnSpc>
              </a:pPr>
              <a:r>
                <a:rPr lang="en-US" sz="1400" b="1" cap="all" dirty="0">
                  <a:solidFill>
                    <a:schemeClr val="accent1"/>
                  </a:solidFill>
                  <a:latin typeface="Lato Black" panose="020F0A02020204030203" pitchFamily="34" charset="0"/>
                  <a:cs typeface="Poppins SemiBold" panose="02000000000000000000" pitchFamily="2" charset="0"/>
                </a:rPr>
                <a:t>‘23</a:t>
              </a:r>
            </a:p>
          </p:txBody>
        </p:sp>
      </p:grpSp>
      <p:grpSp>
        <p:nvGrpSpPr>
          <p:cNvPr id="14" name="Group 13"/>
          <p:cNvGrpSpPr/>
          <p:nvPr/>
        </p:nvGrpSpPr>
        <p:grpSpPr>
          <a:xfrm>
            <a:off x="7194962" y="2078900"/>
            <a:ext cx="412741" cy="412739"/>
            <a:chOff x="5396221" y="1559175"/>
            <a:chExt cx="309556" cy="309554"/>
          </a:xfrm>
        </p:grpSpPr>
        <p:sp>
          <p:nvSpPr>
            <p:cNvPr id="52" name="Oval 51"/>
            <p:cNvSpPr/>
            <p:nvPr/>
          </p:nvSpPr>
          <p:spPr>
            <a:xfrm>
              <a:off x="5396221" y="1559175"/>
              <a:ext cx="309556" cy="309554"/>
            </a:xfrm>
            <a:prstGeom prst="ellipse">
              <a:avLst/>
            </a:prstGeom>
            <a:solidFill>
              <a:schemeClr val="bg1"/>
            </a:solid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75"/>
            </a:p>
          </p:txBody>
        </p:sp>
        <p:sp>
          <p:nvSpPr>
            <p:cNvPr id="53" name="TextBox 52"/>
            <p:cNvSpPr txBox="1"/>
            <p:nvPr/>
          </p:nvSpPr>
          <p:spPr>
            <a:xfrm>
              <a:off x="5451856" y="1625078"/>
              <a:ext cx="198284" cy="165814"/>
            </a:xfrm>
            <a:prstGeom prst="rect">
              <a:avLst/>
            </a:prstGeom>
            <a:noFill/>
            <a:ln>
              <a:noFill/>
            </a:ln>
          </p:spPr>
          <p:txBody>
            <a:bodyPr wrap="square" lIns="0" tIns="0" rIns="0" bIns="0" rtlCol="0">
              <a:spAutoFit/>
            </a:bodyPr>
            <a:lstStyle/>
            <a:p>
              <a:pPr algn="ctr">
                <a:lnSpc>
                  <a:spcPct val="120000"/>
                </a:lnSpc>
              </a:pPr>
              <a:r>
                <a:rPr lang="en-US" sz="1333" cap="all" dirty="0">
                  <a:solidFill>
                    <a:schemeClr val="accent1"/>
                  </a:solidFill>
                  <a:latin typeface="Lato Black" panose="020F0A02020204030203" pitchFamily="34" charset="0"/>
                  <a:cs typeface="Poppins SemiBold" panose="02000000000000000000" pitchFamily="2" charset="0"/>
                </a:rPr>
                <a:t>‘25</a:t>
              </a:r>
            </a:p>
          </p:txBody>
        </p:sp>
      </p:grpSp>
      <p:sp>
        <p:nvSpPr>
          <p:cNvPr id="17" name="Freeform 9">
            <a:extLst>
              <a:ext uri="{FF2B5EF4-FFF2-40B4-BE49-F238E27FC236}">
                <a16:creationId xmlns:a16="http://schemas.microsoft.com/office/drawing/2014/main" id="{361346FD-B49A-5522-3DB8-2FE03563A44B}"/>
              </a:ext>
            </a:extLst>
          </p:cNvPr>
          <p:cNvSpPr>
            <a:spLocks noEditPoints="1"/>
          </p:cNvSpPr>
          <p:nvPr/>
        </p:nvSpPr>
        <p:spPr bwMode="auto">
          <a:xfrm>
            <a:off x="1898261" y="2805385"/>
            <a:ext cx="548640" cy="548640"/>
          </a:xfrm>
          <a:custGeom>
            <a:avLst/>
            <a:gdLst>
              <a:gd name="T0" fmla="*/ 218 w 353"/>
              <a:gd name="T1" fmla="*/ 35 h 354"/>
              <a:gd name="T2" fmla="*/ 177 w 353"/>
              <a:gd name="T3" fmla="*/ 0 h 354"/>
              <a:gd name="T4" fmla="*/ 133 w 353"/>
              <a:gd name="T5" fmla="*/ 37 h 354"/>
              <a:gd name="T6" fmla="*/ 169 w 353"/>
              <a:gd name="T7" fmla="*/ 73 h 354"/>
              <a:gd name="T8" fmla="*/ 185 w 353"/>
              <a:gd name="T9" fmla="*/ 73 h 354"/>
              <a:gd name="T10" fmla="*/ 169 w 353"/>
              <a:gd name="T11" fmla="*/ 73 h 354"/>
              <a:gd name="T12" fmla="*/ 207 w 353"/>
              <a:gd name="T13" fmla="*/ 47 h 354"/>
              <a:gd name="T14" fmla="*/ 145 w 353"/>
              <a:gd name="T15" fmla="*/ 49 h 354"/>
              <a:gd name="T16" fmla="*/ 177 w 353"/>
              <a:gd name="T17" fmla="*/ 49 h 354"/>
              <a:gd name="T18" fmla="*/ 40 w 353"/>
              <a:gd name="T19" fmla="*/ 322 h 354"/>
              <a:gd name="T20" fmla="*/ 40 w 353"/>
              <a:gd name="T21" fmla="*/ 305 h 354"/>
              <a:gd name="T22" fmla="*/ 40 w 353"/>
              <a:gd name="T23" fmla="*/ 322 h 354"/>
              <a:gd name="T24" fmla="*/ 81 w 353"/>
              <a:gd name="T25" fmla="*/ 313 h 354"/>
              <a:gd name="T26" fmla="*/ 64 w 353"/>
              <a:gd name="T27" fmla="*/ 313 h 354"/>
              <a:gd name="T28" fmla="*/ 353 w 353"/>
              <a:gd name="T29" fmla="*/ 281 h 354"/>
              <a:gd name="T30" fmla="*/ 353 w 353"/>
              <a:gd name="T31" fmla="*/ 278 h 354"/>
              <a:gd name="T32" fmla="*/ 321 w 353"/>
              <a:gd name="T33" fmla="*/ 166 h 354"/>
              <a:gd name="T34" fmla="*/ 297 w 353"/>
              <a:gd name="T35" fmla="*/ 161 h 354"/>
              <a:gd name="T36" fmla="*/ 289 w 353"/>
              <a:gd name="T37" fmla="*/ 57 h 354"/>
              <a:gd name="T38" fmla="*/ 281 w 353"/>
              <a:gd name="T39" fmla="*/ 161 h 354"/>
              <a:gd name="T40" fmla="*/ 72 w 353"/>
              <a:gd name="T41" fmla="*/ 65 h 354"/>
              <a:gd name="T42" fmla="*/ 56 w 353"/>
              <a:gd name="T43" fmla="*/ 65 h 354"/>
              <a:gd name="T44" fmla="*/ 40 w 353"/>
              <a:gd name="T45" fmla="*/ 161 h 354"/>
              <a:gd name="T46" fmla="*/ 33 w 353"/>
              <a:gd name="T47" fmla="*/ 166 h 354"/>
              <a:gd name="T48" fmla="*/ 1 w 353"/>
              <a:gd name="T49" fmla="*/ 278 h 354"/>
              <a:gd name="T50" fmla="*/ 0 w 353"/>
              <a:gd name="T51" fmla="*/ 297 h 354"/>
              <a:gd name="T52" fmla="*/ 0 w 353"/>
              <a:gd name="T53" fmla="*/ 305 h 354"/>
              <a:gd name="T54" fmla="*/ 32 w 353"/>
              <a:gd name="T55" fmla="*/ 354 h 354"/>
              <a:gd name="T56" fmla="*/ 353 w 353"/>
              <a:gd name="T57" fmla="*/ 322 h 354"/>
              <a:gd name="T58" fmla="*/ 352 w 353"/>
              <a:gd name="T59" fmla="*/ 297 h 354"/>
              <a:gd name="T60" fmla="*/ 353 w 353"/>
              <a:gd name="T61" fmla="*/ 281 h 354"/>
              <a:gd name="T62" fmla="*/ 307 w 353"/>
              <a:gd name="T63" fmla="*/ 177 h 354"/>
              <a:gd name="T64" fmla="*/ 19 w 353"/>
              <a:gd name="T65" fmla="*/ 273 h 354"/>
              <a:gd name="T66" fmla="*/ 337 w 353"/>
              <a:gd name="T67" fmla="*/ 322 h 354"/>
              <a:gd name="T68" fmla="*/ 32 w 353"/>
              <a:gd name="T69" fmla="*/ 338 h 354"/>
              <a:gd name="T70" fmla="*/ 16 w 353"/>
              <a:gd name="T71" fmla="*/ 289 h 354"/>
              <a:gd name="T72" fmla="*/ 337 w 353"/>
              <a:gd name="T73" fmla="*/ 322 h 354"/>
              <a:gd name="T74" fmla="*/ 185 w 353"/>
              <a:gd name="T75" fmla="*/ 322 h 354"/>
              <a:gd name="T76" fmla="*/ 185 w 353"/>
              <a:gd name="T77" fmla="*/ 305 h 354"/>
              <a:gd name="T78" fmla="*/ 97 w 353"/>
              <a:gd name="T79" fmla="*/ 313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53" h="354">
                <a:moveTo>
                  <a:pt x="177" y="16"/>
                </a:moveTo>
                <a:cubicBezTo>
                  <a:pt x="193" y="16"/>
                  <a:pt x="208" y="24"/>
                  <a:pt x="218" y="35"/>
                </a:cubicBezTo>
                <a:cubicBezTo>
                  <a:pt x="229" y="23"/>
                  <a:pt x="229" y="23"/>
                  <a:pt x="229" y="23"/>
                </a:cubicBezTo>
                <a:cubicBezTo>
                  <a:pt x="216" y="9"/>
                  <a:pt x="197" y="0"/>
                  <a:pt x="177" y="0"/>
                </a:cubicBezTo>
                <a:cubicBezTo>
                  <a:pt x="155" y="0"/>
                  <a:pt x="135" y="10"/>
                  <a:pt x="122" y="26"/>
                </a:cubicBezTo>
                <a:cubicBezTo>
                  <a:pt x="133" y="37"/>
                  <a:pt x="133" y="37"/>
                  <a:pt x="133" y="37"/>
                </a:cubicBezTo>
                <a:cubicBezTo>
                  <a:pt x="144" y="25"/>
                  <a:pt x="159" y="16"/>
                  <a:pt x="177" y="16"/>
                </a:cubicBezTo>
                <a:moveTo>
                  <a:pt x="169" y="73"/>
                </a:moveTo>
                <a:cubicBezTo>
                  <a:pt x="169" y="77"/>
                  <a:pt x="172" y="81"/>
                  <a:pt x="177" y="81"/>
                </a:cubicBezTo>
                <a:cubicBezTo>
                  <a:pt x="181" y="81"/>
                  <a:pt x="185" y="77"/>
                  <a:pt x="185" y="73"/>
                </a:cubicBezTo>
                <a:cubicBezTo>
                  <a:pt x="185" y="68"/>
                  <a:pt x="181" y="65"/>
                  <a:pt x="177" y="65"/>
                </a:cubicBezTo>
                <a:cubicBezTo>
                  <a:pt x="172" y="65"/>
                  <a:pt x="169" y="68"/>
                  <a:pt x="169" y="73"/>
                </a:cubicBezTo>
                <a:moveTo>
                  <a:pt x="197" y="59"/>
                </a:moveTo>
                <a:cubicBezTo>
                  <a:pt x="207" y="47"/>
                  <a:pt x="207" y="47"/>
                  <a:pt x="207" y="47"/>
                </a:cubicBezTo>
                <a:cubicBezTo>
                  <a:pt x="200" y="38"/>
                  <a:pt x="189" y="33"/>
                  <a:pt x="177" y="33"/>
                </a:cubicBezTo>
                <a:cubicBezTo>
                  <a:pt x="164" y="33"/>
                  <a:pt x="152" y="39"/>
                  <a:pt x="145" y="49"/>
                </a:cubicBezTo>
                <a:cubicBezTo>
                  <a:pt x="156" y="60"/>
                  <a:pt x="156" y="60"/>
                  <a:pt x="156" y="60"/>
                </a:cubicBezTo>
                <a:cubicBezTo>
                  <a:pt x="161" y="53"/>
                  <a:pt x="168" y="49"/>
                  <a:pt x="177" y="49"/>
                </a:cubicBezTo>
                <a:cubicBezTo>
                  <a:pt x="185" y="49"/>
                  <a:pt x="192" y="53"/>
                  <a:pt x="197" y="59"/>
                </a:cubicBezTo>
                <a:moveTo>
                  <a:pt x="40" y="322"/>
                </a:moveTo>
                <a:cubicBezTo>
                  <a:pt x="45" y="322"/>
                  <a:pt x="48" y="318"/>
                  <a:pt x="48" y="313"/>
                </a:cubicBezTo>
                <a:cubicBezTo>
                  <a:pt x="48" y="309"/>
                  <a:pt x="45" y="305"/>
                  <a:pt x="40" y="305"/>
                </a:cubicBezTo>
                <a:cubicBezTo>
                  <a:pt x="36" y="305"/>
                  <a:pt x="32" y="309"/>
                  <a:pt x="32" y="313"/>
                </a:cubicBezTo>
                <a:cubicBezTo>
                  <a:pt x="32" y="318"/>
                  <a:pt x="36" y="322"/>
                  <a:pt x="40" y="322"/>
                </a:cubicBezTo>
                <a:moveTo>
                  <a:pt x="72" y="322"/>
                </a:moveTo>
                <a:cubicBezTo>
                  <a:pt x="77" y="322"/>
                  <a:pt x="81" y="318"/>
                  <a:pt x="81" y="313"/>
                </a:cubicBezTo>
                <a:cubicBezTo>
                  <a:pt x="81" y="309"/>
                  <a:pt x="77" y="305"/>
                  <a:pt x="72" y="305"/>
                </a:cubicBezTo>
                <a:cubicBezTo>
                  <a:pt x="68" y="305"/>
                  <a:pt x="64" y="309"/>
                  <a:pt x="64" y="313"/>
                </a:cubicBezTo>
                <a:cubicBezTo>
                  <a:pt x="64" y="318"/>
                  <a:pt x="68" y="322"/>
                  <a:pt x="72" y="322"/>
                </a:cubicBezTo>
                <a:moveTo>
                  <a:pt x="353" y="281"/>
                </a:moveTo>
                <a:cubicBezTo>
                  <a:pt x="353" y="280"/>
                  <a:pt x="353" y="279"/>
                  <a:pt x="353" y="278"/>
                </a:cubicBezTo>
                <a:cubicBezTo>
                  <a:pt x="353" y="278"/>
                  <a:pt x="353" y="278"/>
                  <a:pt x="353" y="278"/>
                </a:cubicBezTo>
                <a:cubicBezTo>
                  <a:pt x="321" y="166"/>
                  <a:pt x="321" y="166"/>
                  <a:pt x="321" y="166"/>
                </a:cubicBezTo>
                <a:cubicBezTo>
                  <a:pt x="321" y="166"/>
                  <a:pt x="321" y="166"/>
                  <a:pt x="321" y="166"/>
                </a:cubicBezTo>
                <a:cubicBezTo>
                  <a:pt x="320" y="163"/>
                  <a:pt x="317" y="161"/>
                  <a:pt x="313" y="161"/>
                </a:cubicBezTo>
                <a:cubicBezTo>
                  <a:pt x="297" y="161"/>
                  <a:pt x="297" y="161"/>
                  <a:pt x="297" y="161"/>
                </a:cubicBezTo>
                <a:cubicBezTo>
                  <a:pt x="297" y="65"/>
                  <a:pt x="297" y="65"/>
                  <a:pt x="297" y="65"/>
                </a:cubicBezTo>
                <a:cubicBezTo>
                  <a:pt x="297" y="60"/>
                  <a:pt x="294" y="57"/>
                  <a:pt x="289" y="57"/>
                </a:cubicBezTo>
                <a:cubicBezTo>
                  <a:pt x="285" y="57"/>
                  <a:pt x="281" y="60"/>
                  <a:pt x="281" y="65"/>
                </a:cubicBezTo>
                <a:cubicBezTo>
                  <a:pt x="281" y="161"/>
                  <a:pt x="281" y="161"/>
                  <a:pt x="281" y="161"/>
                </a:cubicBezTo>
                <a:cubicBezTo>
                  <a:pt x="72" y="161"/>
                  <a:pt x="72" y="161"/>
                  <a:pt x="72" y="161"/>
                </a:cubicBezTo>
                <a:cubicBezTo>
                  <a:pt x="72" y="65"/>
                  <a:pt x="72" y="65"/>
                  <a:pt x="72" y="65"/>
                </a:cubicBezTo>
                <a:cubicBezTo>
                  <a:pt x="72" y="60"/>
                  <a:pt x="69" y="57"/>
                  <a:pt x="64" y="57"/>
                </a:cubicBezTo>
                <a:cubicBezTo>
                  <a:pt x="60" y="57"/>
                  <a:pt x="56" y="60"/>
                  <a:pt x="56" y="65"/>
                </a:cubicBezTo>
                <a:cubicBezTo>
                  <a:pt x="56" y="161"/>
                  <a:pt x="56" y="161"/>
                  <a:pt x="56" y="161"/>
                </a:cubicBezTo>
                <a:cubicBezTo>
                  <a:pt x="40" y="161"/>
                  <a:pt x="40" y="161"/>
                  <a:pt x="40" y="161"/>
                </a:cubicBezTo>
                <a:cubicBezTo>
                  <a:pt x="37" y="161"/>
                  <a:pt x="34" y="163"/>
                  <a:pt x="33" y="166"/>
                </a:cubicBezTo>
                <a:cubicBezTo>
                  <a:pt x="33" y="166"/>
                  <a:pt x="33" y="166"/>
                  <a:pt x="33" y="166"/>
                </a:cubicBezTo>
                <a:cubicBezTo>
                  <a:pt x="1" y="278"/>
                  <a:pt x="1" y="278"/>
                  <a:pt x="1" y="278"/>
                </a:cubicBezTo>
                <a:cubicBezTo>
                  <a:pt x="1" y="278"/>
                  <a:pt x="1" y="278"/>
                  <a:pt x="1" y="278"/>
                </a:cubicBezTo>
                <a:cubicBezTo>
                  <a:pt x="0" y="279"/>
                  <a:pt x="0" y="280"/>
                  <a:pt x="0" y="281"/>
                </a:cubicBezTo>
                <a:cubicBezTo>
                  <a:pt x="0" y="297"/>
                  <a:pt x="0" y="297"/>
                  <a:pt x="0" y="297"/>
                </a:cubicBezTo>
                <a:cubicBezTo>
                  <a:pt x="1" y="297"/>
                  <a:pt x="1" y="297"/>
                  <a:pt x="1" y="297"/>
                </a:cubicBezTo>
                <a:cubicBezTo>
                  <a:pt x="1" y="300"/>
                  <a:pt x="0" y="303"/>
                  <a:pt x="0" y="305"/>
                </a:cubicBezTo>
                <a:cubicBezTo>
                  <a:pt x="0" y="322"/>
                  <a:pt x="0" y="322"/>
                  <a:pt x="0" y="322"/>
                </a:cubicBezTo>
                <a:cubicBezTo>
                  <a:pt x="0" y="339"/>
                  <a:pt x="15" y="354"/>
                  <a:pt x="32" y="354"/>
                </a:cubicBezTo>
                <a:cubicBezTo>
                  <a:pt x="321" y="354"/>
                  <a:pt x="321" y="354"/>
                  <a:pt x="321" y="354"/>
                </a:cubicBezTo>
                <a:cubicBezTo>
                  <a:pt x="339" y="354"/>
                  <a:pt x="353" y="339"/>
                  <a:pt x="353" y="322"/>
                </a:cubicBezTo>
                <a:cubicBezTo>
                  <a:pt x="353" y="305"/>
                  <a:pt x="353" y="305"/>
                  <a:pt x="353" y="305"/>
                </a:cubicBezTo>
                <a:cubicBezTo>
                  <a:pt x="353" y="303"/>
                  <a:pt x="353" y="300"/>
                  <a:pt x="352" y="297"/>
                </a:cubicBezTo>
                <a:cubicBezTo>
                  <a:pt x="353" y="297"/>
                  <a:pt x="353" y="297"/>
                  <a:pt x="353" y="297"/>
                </a:cubicBezTo>
                <a:lnTo>
                  <a:pt x="353" y="281"/>
                </a:lnTo>
                <a:close/>
                <a:moveTo>
                  <a:pt x="46" y="177"/>
                </a:moveTo>
                <a:cubicBezTo>
                  <a:pt x="307" y="177"/>
                  <a:pt x="307" y="177"/>
                  <a:pt x="307" y="177"/>
                </a:cubicBezTo>
                <a:cubicBezTo>
                  <a:pt x="335" y="273"/>
                  <a:pt x="335" y="273"/>
                  <a:pt x="335" y="273"/>
                </a:cubicBezTo>
                <a:cubicBezTo>
                  <a:pt x="19" y="273"/>
                  <a:pt x="19" y="273"/>
                  <a:pt x="19" y="273"/>
                </a:cubicBezTo>
                <a:lnTo>
                  <a:pt x="46" y="177"/>
                </a:lnTo>
                <a:close/>
                <a:moveTo>
                  <a:pt x="337" y="322"/>
                </a:moveTo>
                <a:cubicBezTo>
                  <a:pt x="337" y="330"/>
                  <a:pt x="330" y="338"/>
                  <a:pt x="321" y="338"/>
                </a:cubicBezTo>
                <a:cubicBezTo>
                  <a:pt x="32" y="338"/>
                  <a:pt x="32" y="338"/>
                  <a:pt x="32" y="338"/>
                </a:cubicBezTo>
                <a:cubicBezTo>
                  <a:pt x="23" y="338"/>
                  <a:pt x="16" y="330"/>
                  <a:pt x="16" y="322"/>
                </a:cubicBezTo>
                <a:cubicBezTo>
                  <a:pt x="16" y="289"/>
                  <a:pt x="16" y="289"/>
                  <a:pt x="16" y="289"/>
                </a:cubicBezTo>
                <a:cubicBezTo>
                  <a:pt x="337" y="289"/>
                  <a:pt x="337" y="289"/>
                  <a:pt x="337" y="289"/>
                </a:cubicBezTo>
                <a:lnTo>
                  <a:pt x="337" y="322"/>
                </a:lnTo>
                <a:close/>
                <a:moveTo>
                  <a:pt x="105" y="322"/>
                </a:moveTo>
                <a:cubicBezTo>
                  <a:pt x="185" y="322"/>
                  <a:pt x="185" y="322"/>
                  <a:pt x="185" y="322"/>
                </a:cubicBezTo>
                <a:cubicBezTo>
                  <a:pt x="189" y="322"/>
                  <a:pt x="193" y="318"/>
                  <a:pt x="193" y="313"/>
                </a:cubicBezTo>
                <a:cubicBezTo>
                  <a:pt x="193" y="309"/>
                  <a:pt x="189" y="305"/>
                  <a:pt x="185" y="305"/>
                </a:cubicBezTo>
                <a:cubicBezTo>
                  <a:pt x="105" y="305"/>
                  <a:pt x="105" y="305"/>
                  <a:pt x="105" y="305"/>
                </a:cubicBezTo>
                <a:cubicBezTo>
                  <a:pt x="100" y="305"/>
                  <a:pt x="97" y="309"/>
                  <a:pt x="97" y="313"/>
                </a:cubicBezTo>
                <a:cubicBezTo>
                  <a:pt x="97" y="318"/>
                  <a:pt x="100" y="322"/>
                  <a:pt x="105" y="322"/>
                </a:cubicBezTo>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40">
            <a:extLst>
              <a:ext uri="{FF2B5EF4-FFF2-40B4-BE49-F238E27FC236}">
                <a16:creationId xmlns:a16="http://schemas.microsoft.com/office/drawing/2014/main" id="{A2BD3346-859A-A77D-B835-3A3D62CE44CF}"/>
              </a:ext>
            </a:extLst>
          </p:cNvPr>
          <p:cNvSpPr>
            <a:spLocks noEditPoints="1"/>
          </p:cNvSpPr>
          <p:nvPr/>
        </p:nvSpPr>
        <p:spPr bwMode="auto">
          <a:xfrm>
            <a:off x="7118452" y="2815770"/>
            <a:ext cx="548640" cy="548640"/>
          </a:xfrm>
          <a:custGeom>
            <a:avLst/>
            <a:gdLst>
              <a:gd name="T0" fmla="*/ 216 w 353"/>
              <a:gd name="T1" fmla="*/ 112 h 353"/>
              <a:gd name="T2" fmla="*/ 184 w 353"/>
              <a:gd name="T3" fmla="*/ 112 h 353"/>
              <a:gd name="T4" fmla="*/ 64 w 353"/>
              <a:gd name="T5" fmla="*/ 257 h 353"/>
              <a:gd name="T6" fmla="*/ 64 w 353"/>
              <a:gd name="T7" fmla="*/ 225 h 353"/>
              <a:gd name="T8" fmla="*/ 64 w 353"/>
              <a:gd name="T9" fmla="*/ 257 h 353"/>
              <a:gd name="T10" fmla="*/ 163 w 353"/>
              <a:gd name="T11" fmla="*/ 122 h 353"/>
              <a:gd name="T12" fmla="*/ 161 w 353"/>
              <a:gd name="T13" fmla="*/ 145 h 353"/>
              <a:gd name="T14" fmla="*/ 81 w 353"/>
              <a:gd name="T15" fmla="*/ 199 h 353"/>
              <a:gd name="T16" fmla="*/ 60 w 353"/>
              <a:gd name="T17" fmla="*/ 207 h 353"/>
              <a:gd name="T18" fmla="*/ 81 w 353"/>
              <a:gd name="T19" fmla="*/ 199 h 353"/>
              <a:gd name="T20" fmla="*/ 93 w 353"/>
              <a:gd name="T21" fmla="*/ 167 h 353"/>
              <a:gd name="T22" fmla="*/ 91 w 353"/>
              <a:gd name="T23" fmla="*/ 189 h 353"/>
              <a:gd name="T24" fmla="*/ 268 w 353"/>
              <a:gd name="T25" fmla="*/ 152 h 353"/>
              <a:gd name="T26" fmla="*/ 282 w 353"/>
              <a:gd name="T27" fmla="*/ 143 h 353"/>
              <a:gd name="T28" fmla="*/ 272 w 353"/>
              <a:gd name="T29" fmla="*/ 131 h 353"/>
              <a:gd name="T30" fmla="*/ 268 w 353"/>
              <a:gd name="T31" fmla="*/ 152 h 353"/>
              <a:gd name="T32" fmla="*/ 347 w 353"/>
              <a:gd name="T33" fmla="*/ 32 h 353"/>
              <a:gd name="T34" fmla="*/ 235 w 353"/>
              <a:gd name="T35" fmla="*/ 0 h 353"/>
              <a:gd name="T36" fmla="*/ 230 w 353"/>
              <a:gd name="T37" fmla="*/ 0 h 353"/>
              <a:gd name="T38" fmla="*/ 120 w 353"/>
              <a:gd name="T39" fmla="*/ 32 h 353"/>
              <a:gd name="T40" fmla="*/ 10 w 353"/>
              <a:gd name="T41" fmla="*/ 0 h 353"/>
              <a:gd name="T42" fmla="*/ 0 w 353"/>
              <a:gd name="T43" fmla="*/ 8 h 353"/>
              <a:gd name="T44" fmla="*/ 5 w 353"/>
              <a:gd name="T45" fmla="*/ 321 h 353"/>
              <a:gd name="T46" fmla="*/ 118 w 353"/>
              <a:gd name="T47" fmla="*/ 353 h 353"/>
              <a:gd name="T48" fmla="*/ 120 w 353"/>
              <a:gd name="T49" fmla="*/ 353 h 353"/>
              <a:gd name="T50" fmla="*/ 122 w 353"/>
              <a:gd name="T51" fmla="*/ 353 h 353"/>
              <a:gd name="T52" fmla="*/ 343 w 353"/>
              <a:gd name="T53" fmla="*/ 353 h 353"/>
              <a:gd name="T54" fmla="*/ 345 w 353"/>
              <a:gd name="T55" fmla="*/ 353 h 353"/>
              <a:gd name="T56" fmla="*/ 353 w 353"/>
              <a:gd name="T57" fmla="*/ 40 h 353"/>
              <a:gd name="T58" fmla="*/ 112 w 353"/>
              <a:gd name="T59" fmla="*/ 335 h 353"/>
              <a:gd name="T60" fmla="*/ 16 w 353"/>
              <a:gd name="T61" fmla="*/ 19 h 353"/>
              <a:gd name="T62" fmla="*/ 112 w 353"/>
              <a:gd name="T63" fmla="*/ 335 h 353"/>
              <a:gd name="T64" fmla="*/ 128 w 353"/>
              <a:gd name="T65" fmla="*/ 335 h 353"/>
              <a:gd name="T66" fmla="*/ 134 w 353"/>
              <a:gd name="T67" fmla="*/ 167 h 353"/>
              <a:gd name="T68" fmla="*/ 139 w 353"/>
              <a:gd name="T69" fmla="*/ 145 h 353"/>
              <a:gd name="T70" fmla="*/ 128 w 353"/>
              <a:gd name="T71" fmla="*/ 46 h 353"/>
              <a:gd name="T72" fmla="*/ 224 w 353"/>
              <a:gd name="T73" fmla="*/ 307 h 353"/>
              <a:gd name="T74" fmla="*/ 240 w 353"/>
              <a:gd name="T75" fmla="*/ 307 h 353"/>
              <a:gd name="T76" fmla="*/ 250 w 353"/>
              <a:gd name="T77" fmla="*/ 131 h 353"/>
              <a:gd name="T78" fmla="*/ 244 w 353"/>
              <a:gd name="T79" fmla="*/ 110 h 353"/>
              <a:gd name="T80" fmla="*/ 240 w 353"/>
              <a:gd name="T81" fmla="*/ 19 h 353"/>
              <a:gd name="T82" fmla="*/ 337 w 353"/>
              <a:gd name="T83" fmla="*/ 335 h 353"/>
              <a:gd name="T84" fmla="*/ 281 w 353"/>
              <a:gd name="T85" fmla="*/ 225 h 353"/>
              <a:gd name="T86" fmla="*/ 275 w 353"/>
              <a:gd name="T87" fmla="*/ 238 h 353"/>
              <a:gd name="T88" fmla="*/ 275 w 353"/>
              <a:gd name="T89" fmla="*/ 259 h 353"/>
              <a:gd name="T90" fmla="*/ 281 w 353"/>
              <a:gd name="T91" fmla="*/ 273 h 353"/>
              <a:gd name="T92" fmla="*/ 297 w 353"/>
              <a:gd name="T93" fmla="*/ 260 h 353"/>
              <a:gd name="T94" fmla="*/ 313 w 353"/>
              <a:gd name="T95" fmla="*/ 273 h 353"/>
              <a:gd name="T96" fmla="*/ 318 w 353"/>
              <a:gd name="T97" fmla="*/ 259 h 353"/>
              <a:gd name="T98" fmla="*/ 318 w 353"/>
              <a:gd name="T99" fmla="*/ 238 h 353"/>
              <a:gd name="T100" fmla="*/ 313 w 353"/>
              <a:gd name="T101" fmla="*/ 225 h 353"/>
              <a:gd name="T102" fmla="*/ 297 w 353"/>
              <a:gd name="T103" fmla="*/ 237 h 353"/>
              <a:gd name="T104" fmla="*/ 285 w 353"/>
              <a:gd name="T105" fmla="*/ 177 h 353"/>
              <a:gd name="T106" fmla="*/ 292 w 353"/>
              <a:gd name="T107" fmla="*/ 156 h 353"/>
              <a:gd name="T108" fmla="*/ 285 w 353"/>
              <a:gd name="T109" fmla="*/ 177 h 353"/>
              <a:gd name="T110" fmla="*/ 302 w 353"/>
              <a:gd name="T111" fmla="*/ 207 h 353"/>
              <a:gd name="T112" fmla="*/ 287 w 353"/>
              <a:gd name="T113" fmla="*/ 19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53" h="353">
                <a:moveTo>
                  <a:pt x="200" y="128"/>
                </a:moveTo>
                <a:cubicBezTo>
                  <a:pt x="209" y="128"/>
                  <a:pt x="216" y="121"/>
                  <a:pt x="216" y="112"/>
                </a:cubicBezTo>
                <a:cubicBezTo>
                  <a:pt x="216" y="104"/>
                  <a:pt x="209" y="96"/>
                  <a:pt x="200" y="96"/>
                </a:cubicBezTo>
                <a:cubicBezTo>
                  <a:pt x="191" y="96"/>
                  <a:pt x="184" y="104"/>
                  <a:pt x="184" y="112"/>
                </a:cubicBezTo>
                <a:cubicBezTo>
                  <a:pt x="184" y="121"/>
                  <a:pt x="191" y="128"/>
                  <a:pt x="200" y="128"/>
                </a:cubicBezTo>
                <a:moveTo>
                  <a:pt x="64" y="257"/>
                </a:moveTo>
                <a:cubicBezTo>
                  <a:pt x="73" y="257"/>
                  <a:pt x="80" y="250"/>
                  <a:pt x="80" y="241"/>
                </a:cubicBezTo>
                <a:cubicBezTo>
                  <a:pt x="80" y="232"/>
                  <a:pt x="73" y="225"/>
                  <a:pt x="64" y="225"/>
                </a:cubicBezTo>
                <a:cubicBezTo>
                  <a:pt x="55" y="225"/>
                  <a:pt x="48" y="232"/>
                  <a:pt x="48" y="241"/>
                </a:cubicBezTo>
                <a:cubicBezTo>
                  <a:pt x="48" y="250"/>
                  <a:pt x="55" y="257"/>
                  <a:pt x="64" y="257"/>
                </a:cubicBezTo>
                <a:moveTo>
                  <a:pt x="171" y="136"/>
                </a:moveTo>
                <a:cubicBezTo>
                  <a:pt x="163" y="122"/>
                  <a:pt x="163" y="122"/>
                  <a:pt x="163" y="122"/>
                </a:cubicBezTo>
                <a:cubicBezTo>
                  <a:pt x="157" y="125"/>
                  <a:pt x="153" y="130"/>
                  <a:pt x="149" y="134"/>
                </a:cubicBezTo>
                <a:cubicBezTo>
                  <a:pt x="161" y="145"/>
                  <a:pt x="161" y="145"/>
                  <a:pt x="161" y="145"/>
                </a:cubicBezTo>
                <a:cubicBezTo>
                  <a:pt x="164" y="141"/>
                  <a:pt x="167" y="138"/>
                  <a:pt x="171" y="136"/>
                </a:cubicBezTo>
                <a:moveTo>
                  <a:pt x="81" y="199"/>
                </a:moveTo>
                <a:cubicBezTo>
                  <a:pt x="68" y="190"/>
                  <a:pt x="68" y="190"/>
                  <a:pt x="68" y="190"/>
                </a:cubicBezTo>
                <a:cubicBezTo>
                  <a:pt x="65" y="195"/>
                  <a:pt x="62" y="201"/>
                  <a:pt x="60" y="207"/>
                </a:cubicBezTo>
                <a:cubicBezTo>
                  <a:pt x="76" y="211"/>
                  <a:pt x="76" y="211"/>
                  <a:pt x="76" y="211"/>
                </a:cubicBezTo>
                <a:cubicBezTo>
                  <a:pt x="77" y="207"/>
                  <a:pt x="79" y="203"/>
                  <a:pt x="81" y="199"/>
                </a:cubicBezTo>
                <a:moveTo>
                  <a:pt x="102" y="180"/>
                </a:moveTo>
                <a:cubicBezTo>
                  <a:pt x="93" y="167"/>
                  <a:pt x="93" y="167"/>
                  <a:pt x="93" y="167"/>
                </a:cubicBezTo>
                <a:cubicBezTo>
                  <a:pt x="88" y="170"/>
                  <a:pt x="84" y="173"/>
                  <a:pt x="80" y="177"/>
                </a:cubicBezTo>
                <a:cubicBezTo>
                  <a:pt x="91" y="189"/>
                  <a:pt x="91" y="189"/>
                  <a:pt x="91" y="189"/>
                </a:cubicBezTo>
                <a:cubicBezTo>
                  <a:pt x="94" y="186"/>
                  <a:pt x="98" y="183"/>
                  <a:pt x="102" y="180"/>
                </a:cubicBezTo>
                <a:moveTo>
                  <a:pt x="268" y="152"/>
                </a:moveTo>
                <a:cubicBezTo>
                  <a:pt x="270" y="153"/>
                  <a:pt x="270" y="153"/>
                  <a:pt x="270" y="153"/>
                </a:cubicBezTo>
                <a:cubicBezTo>
                  <a:pt x="282" y="143"/>
                  <a:pt x="282" y="143"/>
                  <a:pt x="282" y="143"/>
                </a:cubicBezTo>
                <a:cubicBezTo>
                  <a:pt x="281" y="141"/>
                  <a:pt x="281" y="141"/>
                  <a:pt x="281" y="141"/>
                </a:cubicBezTo>
                <a:cubicBezTo>
                  <a:pt x="278" y="138"/>
                  <a:pt x="275" y="135"/>
                  <a:pt x="272" y="131"/>
                </a:cubicBezTo>
                <a:cubicBezTo>
                  <a:pt x="259" y="141"/>
                  <a:pt x="259" y="141"/>
                  <a:pt x="259" y="141"/>
                </a:cubicBezTo>
                <a:cubicBezTo>
                  <a:pt x="262" y="145"/>
                  <a:pt x="265" y="148"/>
                  <a:pt x="268" y="152"/>
                </a:cubicBezTo>
                <a:moveTo>
                  <a:pt x="347" y="33"/>
                </a:moveTo>
                <a:cubicBezTo>
                  <a:pt x="347" y="32"/>
                  <a:pt x="347" y="32"/>
                  <a:pt x="347" y="32"/>
                </a:cubicBezTo>
                <a:cubicBezTo>
                  <a:pt x="235" y="0"/>
                  <a:pt x="235" y="0"/>
                  <a:pt x="235" y="0"/>
                </a:cubicBezTo>
                <a:cubicBezTo>
                  <a:pt x="235" y="0"/>
                  <a:pt x="235" y="0"/>
                  <a:pt x="235" y="0"/>
                </a:cubicBezTo>
                <a:cubicBezTo>
                  <a:pt x="234" y="0"/>
                  <a:pt x="233" y="0"/>
                  <a:pt x="232" y="0"/>
                </a:cubicBezTo>
                <a:cubicBezTo>
                  <a:pt x="232" y="0"/>
                  <a:pt x="231" y="0"/>
                  <a:pt x="230" y="0"/>
                </a:cubicBezTo>
                <a:cubicBezTo>
                  <a:pt x="230" y="0"/>
                  <a:pt x="230" y="0"/>
                  <a:pt x="230" y="0"/>
                </a:cubicBezTo>
                <a:cubicBezTo>
                  <a:pt x="120" y="32"/>
                  <a:pt x="120" y="32"/>
                  <a:pt x="120" y="32"/>
                </a:cubicBezTo>
                <a:cubicBezTo>
                  <a:pt x="10" y="0"/>
                  <a:pt x="10" y="0"/>
                  <a:pt x="10" y="0"/>
                </a:cubicBezTo>
                <a:cubicBezTo>
                  <a:pt x="10" y="0"/>
                  <a:pt x="10" y="0"/>
                  <a:pt x="10" y="0"/>
                </a:cubicBezTo>
                <a:cubicBezTo>
                  <a:pt x="9" y="0"/>
                  <a:pt x="8" y="0"/>
                  <a:pt x="8" y="0"/>
                </a:cubicBezTo>
                <a:cubicBezTo>
                  <a:pt x="3" y="0"/>
                  <a:pt x="0" y="4"/>
                  <a:pt x="0" y="8"/>
                </a:cubicBezTo>
                <a:cubicBezTo>
                  <a:pt x="0" y="313"/>
                  <a:pt x="0" y="313"/>
                  <a:pt x="0" y="313"/>
                </a:cubicBezTo>
                <a:cubicBezTo>
                  <a:pt x="0" y="317"/>
                  <a:pt x="2" y="320"/>
                  <a:pt x="5" y="321"/>
                </a:cubicBezTo>
                <a:cubicBezTo>
                  <a:pt x="5" y="321"/>
                  <a:pt x="5" y="321"/>
                  <a:pt x="5" y="321"/>
                </a:cubicBezTo>
                <a:cubicBezTo>
                  <a:pt x="118" y="353"/>
                  <a:pt x="118" y="353"/>
                  <a:pt x="118" y="353"/>
                </a:cubicBezTo>
                <a:cubicBezTo>
                  <a:pt x="118" y="353"/>
                  <a:pt x="118" y="353"/>
                  <a:pt x="118" y="353"/>
                </a:cubicBezTo>
                <a:cubicBezTo>
                  <a:pt x="119" y="353"/>
                  <a:pt x="119" y="353"/>
                  <a:pt x="120" y="353"/>
                </a:cubicBezTo>
                <a:cubicBezTo>
                  <a:pt x="121" y="353"/>
                  <a:pt x="121" y="353"/>
                  <a:pt x="122" y="353"/>
                </a:cubicBezTo>
                <a:cubicBezTo>
                  <a:pt x="122" y="353"/>
                  <a:pt x="122" y="353"/>
                  <a:pt x="122" y="353"/>
                </a:cubicBezTo>
                <a:cubicBezTo>
                  <a:pt x="232" y="321"/>
                  <a:pt x="232" y="321"/>
                  <a:pt x="232" y="321"/>
                </a:cubicBezTo>
                <a:cubicBezTo>
                  <a:pt x="343" y="353"/>
                  <a:pt x="343" y="353"/>
                  <a:pt x="343" y="353"/>
                </a:cubicBezTo>
                <a:cubicBezTo>
                  <a:pt x="343" y="353"/>
                  <a:pt x="343" y="353"/>
                  <a:pt x="343" y="353"/>
                </a:cubicBezTo>
                <a:cubicBezTo>
                  <a:pt x="343" y="353"/>
                  <a:pt x="344" y="353"/>
                  <a:pt x="345" y="353"/>
                </a:cubicBezTo>
                <a:cubicBezTo>
                  <a:pt x="349" y="353"/>
                  <a:pt x="353" y="350"/>
                  <a:pt x="353" y="345"/>
                </a:cubicBezTo>
                <a:cubicBezTo>
                  <a:pt x="353" y="40"/>
                  <a:pt x="353" y="40"/>
                  <a:pt x="353" y="40"/>
                </a:cubicBezTo>
                <a:cubicBezTo>
                  <a:pt x="353" y="36"/>
                  <a:pt x="350" y="33"/>
                  <a:pt x="347" y="33"/>
                </a:cubicBezTo>
                <a:moveTo>
                  <a:pt x="112" y="335"/>
                </a:moveTo>
                <a:cubicBezTo>
                  <a:pt x="16" y="307"/>
                  <a:pt x="16" y="307"/>
                  <a:pt x="16" y="307"/>
                </a:cubicBezTo>
                <a:cubicBezTo>
                  <a:pt x="16" y="19"/>
                  <a:pt x="16" y="19"/>
                  <a:pt x="16" y="19"/>
                </a:cubicBezTo>
                <a:cubicBezTo>
                  <a:pt x="112" y="46"/>
                  <a:pt x="112" y="46"/>
                  <a:pt x="112" y="46"/>
                </a:cubicBezTo>
                <a:lnTo>
                  <a:pt x="112" y="335"/>
                </a:lnTo>
                <a:close/>
                <a:moveTo>
                  <a:pt x="224" y="307"/>
                </a:moveTo>
                <a:cubicBezTo>
                  <a:pt x="128" y="335"/>
                  <a:pt x="128" y="335"/>
                  <a:pt x="128" y="335"/>
                </a:cubicBezTo>
                <a:cubicBezTo>
                  <a:pt x="128" y="153"/>
                  <a:pt x="128" y="153"/>
                  <a:pt x="128" y="153"/>
                </a:cubicBezTo>
                <a:cubicBezTo>
                  <a:pt x="134" y="167"/>
                  <a:pt x="134" y="167"/>
                  <a:pt x="134" y="167"/>
                </a:cubicBezTo>
                <a:cubicBezTo>
                  <a:pt x="140" y="164"/>
                  <a:pt x="145" y="161"/>
                  <a:pt x="149" y="157"/>
                </a:cubicBezTo>
                <a:cubicBezTo>
                  <a:pt x="139" y="145"/>
                  <a:pt x="139" y="145"/>
                  <a:pt x="139" y="145"/>
                </a:cubicBezTo>
                <a:cubicBezTo>
                  <a:pt x="135" y="148"/>
                  <a:pt x="132" y="150"/>
                  <a:pt x="128" y="152"/>
                </a:cubicBezTo>
                <a:cubicBezTo>
                  <a:pt x="128" y="46"/>
                  <a:pt x="128" y="46"/>
                  <a:pt x="128" y="46"/>
                </a:cubicBezTo>
                <a:cubicBezTo>
                  <a:pt x="224" y="19"/>
                  <a:pt x="224" y="19"/>
                  <a:pt x="224" y="19"/>
                </a:cubicBezTo>
                <a:lnTo>
                  <a:pt x="224" y="307"/>
                </a:lnTo>
                <a:close/>
                <a:moveTo>
                  <a:pt x="337" y="335"/>
                </a:moveTo>
                <a:cubicBezTo>
                  <a:pt x="240" y="307"/>
                  <a:pt x="240" y="307"/>
                  <a:pt x="240" y="307"/>
                </a:cubicBezTo>
                <a:cubicBezTo>
                  <a:pt x="240" y="126"/>
                  <a:pt x="240" y="126"/>
                  <a:pt x="240" y="126"/>
                </a:cubicBezTo>
                <a:cubicBezTo>
                  <a:pt x="244" y="128"/>
                  <a:pt x="247" y="129"/>
                  <a:pt x="250" y="131"/>
                </a:cubicBezTo>
                <a:cubicBezTo>
                  <a:pt x="259" y="118"/>
                  <a:pt x="259" y="118"/>
                  <a:pt x="259" y="118"/>
                </a:cubicBezTo>
                <a:cubicBezTo>
                  <a:pt x="255" y="115"/>
                  <a:pt x="250" y="112"/>
                  <a:pt x="244" y="110"/>
                </a:cubicBezTo>
                <a:cubicBezTo>
                  <a:pt x="240" y="119"/>
                  <a:pt x="240" y="119"/>
                  <a:pt x="240" y="119"/>
                </a:cubicBezTo>
                <a:cubicBezTo>
                  <a:pt x="240" y="19"/>
                  <a:pt x="240" y="19"/>
                  <a:pt x="240" y="19"/>
                </a:cubicBezTo>
                <a:cubicBezTo>
                  <a:pt x="337" y="46"/>
                  <a:pt x="337" y="46"/>
                  <a:pt x="337" y="46"/>
                </a:cubicBezTo>
                <a:lnTo>
                  <a:pt x="337" y="335"/>
                </a:lnTo>
                <a:close/>
                <a:moveTo>
                  <a:pt x="286" y="227"/>
                </a:moveTo>
                <a:cubicBezTo>
                  <a:pt x="285" y="226"/>
                  <a:pt x="283" y="225"/>
                  <a:pt x="281" y="225"/>
                </a:cubicBezTo>
                <a:cubicBezTo>
                  <a:pt x="276" y="225"/>
                  <a:pt x="273" y="228"/>
                  <a:pt x="273" y="233"/>
                </a:cubicBezTo>
                <a:cubicBezTo>
                  <a:pt x="273" y="235"/>
                  <a:pt x="273" y="237"/>
                  <a:pt x="275" y="238"/>
                </a:cubicBezTo>
                <a:cubicBezTo>
                  <a:pt x="285" y="249"/>
                  <a:pt x="285" y="249"/>
                  <a:pt x="285" y="249"/>
                </a:cubicBezTo>
                <a:cubicBezTo>
                  <a:pt x="275" y="259"/>
                  <a:pt x="275" y="259"/>
                  <a:pt x="275" y="259"/>
                </a:cubicBezTo>
                <a:cubicBezTo>
                  <a:pt x="273" y="261"/>
                  <a:pt x="273" y="263"/>
                  <a:pt x="273" y="265"/>
                </a:cubicBezTo>
                <a:cubicBezTo>
                  <a:pt x="273" y="269"/>
                  <a:pt x="276" y="273"/>
                  <a:pt x="281" y="273"/>
                </a:cubicBezTo>
                <a:cubicBezTo>
                  <a:pt x="283" y="273"/>
                  <a:pt x="285" y="272"/>
                  <a:pt x="286" y="271"/>
                </a:cubicBezTo>
                <a:cubicBezTo>
                  <a:pt x="297" y="260"/>
                  <a:pt x="297" y="260"/>
                  <a:pt x="297" y="260"/>
                </a:cubicBezTo>
                <a:cubicBezTo>
                  <a:pt x="307" y="271"/>
                  <a:pt x="307" y="271"/>
                  <a:pt x="307" y="271"/>
                </a:cubicBezTo>
                <a:cubicBezTo>
                  <a:pt x="308" y="272"/>
                  <a:pt x="310" y="273"/>
                  <a:pt x="313" y="273"/>
                </a:cubicBezTo>
                <a:cubicBezTo>
                  <a:pt x="317" y="273"/>
                  <a:pt x="321" y="269"/>
                  <a:pt x="321" y="265"/>
                </a:cubicBezTo>
                <a:cubicBezTo>
                  <a:pt x="321" y="263"/>
                  <a:pt x="320" y="261"/>
                  <a:pt x="318" y="259"/>
                </a:cubicBezTo>
                <a:cubicBezTo>
                  <a:pt x="308" y="249"/>
                  <a:pt x="308" y="249"/>
                  <a:pt x="308" y="249"/>
                </a:cubicBezTo>
                <a:cubicBezTo>
                  <a:pt x="318" y="238"/>
                  <a:pt x="318" y="238"/>
                  <a:pt x="318" y="238"/>
                </a:cubicBezTo>
                <a:cubicBezTo>
                  <a:pt x="320" y="237"/>
                  <a:pt x="321" y="235"/>
                  <a:pt x="321" y="233"/>
                </a:cubicBezTo>
                <a:cubicBezTo>
                  <a:pt x="321" y="228"/>
                  <a:pt x="317" y="225"/>
                  <a:pt x="313" y="225"/>
                </a:cubicBezTo>
                <a:cubicBezTo>
                  <a:pt x="310" y="225"/>
                  <a:pt x="308" y="226"/>
                  <a:pt x="307" y="227"/>
                </a:cubicBezTo>
                <a:cubicBezTo>
                  <a:pt x="297" y="237"/>
                  <a:pt x="297" y="237"/>
                  <a:pt x="297" y="237"/>
                </a:cubicBezTo>
                <a:lnTo>
                  <a:pt x="286" y="227"/>
                </a:lnTo>
                <a:close/>
                <a:moveTo>
                  <a:pt x="285" y="177"/>
                </a:moveTo>
                <a:cubicBezTo>
                  <a:pt x="300" y="172"/>
                  <a:pt x="300" y="172"/>
                  <a:pt x="300" y="172"/>
                </a:cubicBezTo>
                <a:cubicBezTo>
                  <a:pt x="298" y="167"/>
                  <a:pt x="296" y="161"/>
                  <a:pt x="292" y="156"/>
                </a:cubicBezTo>
                <a:cubicBezTo>
                  <a:pt x="279" y="165"/>
                  <a:pt x="279" y="165"/>
                  <a:pt x="279" y="165"/>
                </a:cubicBezTo>
                <a:cubicBezTo>
                  <a:pt x="281" y="169"/>
                  <a:pt x="283" y="173"/>
                  <a:pt x="285" y="177"/>
                </a:cubicBezTo>
                <a:moveTo>
                  <a:pt x="287" y="205"/>
                </a:moveTo>
                <a:cubicBezTo>
                  <a:pt x="302" y="207"/>
                  <a:pt x="302" y="207"/>
                  <a:pt x="302" y="207"/>
                </a:cubicBezTo>
                <a:cubicBezTo>
                  <a:pt x="303" y="201"/>
                  <a:pt x="304" y="195"/>
                  <a:pt x="303" y="190"/>
                </a:cubicBezTo>
                <a:cubicBezTo>
                  <a:pt x="287" y="190"/>
                  <a:pt x="287" y="190"/>
                  <a:pt x="287" y="190"/>
                </a:cubicBezTo>
                <a:cubicBezTo>
                  <a:pt x="287" y="195"/>
                  <a:pt x="287" y="200"/>
                  <a:pt x="287" y="205"/>
                </a:cubicBezTo>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2">
            <a:extLst>
              <a:ext uri="{FF2B5EF4-FFF2-40B4-BE49-F238E27FC236}">
                <a16:creationId xmlns:a16="http://schemas.microsoft.com/office/drawing/2014/main" id="{AC294765-06D4-F02F-AA54-DB95127F27D5}"/>
              </a:ext>
            </a:extLst>
          </p:cNvPr>
          <p:cNvSpPr>
            <a:spLocks noEditPoints="1"/>
          </p:cNvSpPr>
          <p:nvPr/>
        </p:nvSpPr>
        <p:spPr bwMode="auto">
          <a:xfrm>
            <a:off x="4529036" y="2758298"/>
            <a:ext cx="548640" cy="548640"/>
          </a:xfrm>
          <a:custGeom>
            <a:avLst/>
            <a:gdLst>
              <a:gd name="T0" fmla="*/ 225 w 353"/>
              <a:gd name="T1" fmla="*/ 192 h 353"/>
              <a:gd name="T2" fmla="*/ 233 w 353"/>
              <a:gd name="T3" fmla="*/ 184 h 353"/>
              <a:gd name="T4" fmla="*/ 231 w 353"/>
              <a:gd name="T5" fmla="*/ 179 h 353"/>
              <a:gd name="T6" fmla="*/ 183 w 353"/>
              <a:gd name="T7" fmla="*/ 131 h 353"/>
              <a:gd name="T8" fmla="*/ 177 w 353"/>
              <a:gd name="T9" fmla="*/ 128 h 353"/>
              <a:gd name="T10" fmla="*/ 171 w 353"/>
              <a:gd name="T11" fmla="*/ 131 h 353"/>
              <a:gd name="T12" fmla="*/ 123 w 353"/>
              <a:gd name="T13" fmla="*/ 179 h 353"/>
              <a:gd name="T14" fmla="*/ 121 w 353"/>
              <a:gd name="T15" fmla="*/ 184 h 353"/>
              <a:gd name="T16" fmla="*/ 129 w 353"/>
              <a:gd name="T17" fmla="*/ 192 h 353"/>
              <a:gd name="T18" fmla="*/ 134 w 353"/>
              <a:gd name="T19" fmla="*/ 190 h 353"/>
              <a:gd name="T20" fmla="*/ 169 w 353"/>
              <a:gd name="T21" fmla="*/ 156 h 353"/>
              <a:gd name="T22" fmla="*/ 169 w 353"/>
              <a:gd name="T23" fmla="*/ 345 h 353"/>
              <a:gd name="T24" fmla="*/ 177 w 353"/>
              <a:gd name="T25" fmla="*/ 353 h 353"/>
              <a:gd name="T26" fmla="*/ 185 w 353"/>
              <a:gd name="T27" fmla="*/ 345 h 353"/>
              <a:gd name="T28" fmla="*/ 185 w 353"/>
              <a:gd name="T29" fmla="*/ 156 h 353"/>
              <a:gd name="T30" fmla="*/ 219 w 353"/>
              <a:gd name="T31" fmla="*/ 190 h 353"/>
              <a:gd name="T32" fmla="*/ 225 w 353"/>
              <a:gd name="T33" fmla="*/ 192 h 353"/>
              <a:gd name="T34" fmla="*/ 305 w 353"/>
              <a:gd name="T35" fmla="*/ 103 h 353"/>
              <a:gd name="T36" fmla="*/ 305 w 353"/>
              <a:gd name="T37" fmla="*/ 96 h 353"/>
              <a:gd name="T38" fmla="*/ 209 w 353"/>
              <a:gd name="T39" fmla="*/ 0 h 353"/>
              <a:gd name="T40" fmla="*/ 124 w 353"/>
              <a:gd name="T41" fmla="*/ 51 h 353"/>
              <a:gd name="T42" fmla="*/ 105 w 353"/>
              <a:gd name="T43" fmla="*/ 48 h 353"/>
              <a:gd name="T44" fmla="*/ 48 w 353"/>
              <a:gd name="T45" fmla="*/ 104 h 353"/>
              <a:gd name="T46" fmla="*/ 50 w 353"/>
              <a:gd name="T47" fmla="*/ 116 h 353"/>
              <a:gd name="T48" fmla="*/ 0 w 353"/>
              <a:gd name="T49" fmla="*/ 184 h 353"/>
              <a:gd name="T50" fmla="*/ 72 w 353"/>
              <a:gd name="T51" fmla="*/ 257 h 353"/>
              <a:gd name="T52" fmla="*/ 145 w 353"/>
              <a:gd name="T53" fmla="*/ 257 h 353"/>
              <a:gd name="T54" fmla="*/ 153 w 353"/>
              <a:gd name="T55" fmla="*/ 249 h 353"/>
              <a:gd name="T56" fmla="*/ 145 w 353"/>
              <a:gd name="T57" fmla="*/ 241 h 353"/>
              <a:gd name="T58" fmla="*/ 72 w 353"/>
              <a:gd name="T59" fmla="*/ 241 h 353"/>
              <a:gd name="T60" fmla="*/ 16 w 353"/>
              <a:gd name="T61" fmla="*/ 184 h 353"/>
              <a:gd name="T62" fmla="*/ 55 w 353"/>
              <a:gd name="T63" fmla="*/ 131 h 353"/>
              <a:gd name="T64" fmla="*/ 68 w 353"/>
              <a:gd name="T65" fmla="*/ 127 h 353"/>
              <a:gd name="T66" fmla="*/ 65 w 353"/>
              <a:gd name="T67" fmla="*/ 112 h 353"/>
              <a:gd name="T68" fmla="*/ 64 w 353"/>
              <a:gd name="T69" fmla="*/ 104 h 353"/>
              <a:gd name="T70" fmla="*/ 105 w 353"/>
              <a:gd name="T71" fmla="*/ 64 h 353"/>
              <a:gd name="T72" fmla="*/ 118 w 353"/>
              <a:gd name="T73" fmla="*/ 66 h 353"/>
              <a:gd name="T74" fmla="*/ 131 w 353"/>
              <a:gd name="T75" fmla="*/ 71 h 353"/>
              <a:gd name="T76" fmla="*/ 138 w 353"/>
              <a:gd name="T77" fmla="*/ 59 h 353"/>
              <a:gd name="T78" fmla="*/ 209 w 353"/>
              <a:gd name="T79" fmla="*/ 16 h 353"/>
              <a:gd name="T80" fmla="*/ 289 w 353"/>
              <a:gd name="T81" fmla="*/ 96 h 353"/>
              <a:gd name="T82" fmla="*/ 289 w 353"/>
              <a:gd name="T83" fmla="*/ 100 h 353"/>
              <a:gd name="T84" fmla="*/ 289 w 353"/>
              <a:gd name="T85" fmla="*/ 102 h 353"/>
              <a:gd name="T86" fmla="*/ 288 w 353"/>
              <a:gd name="T87" fmla="*/ 113 h 353"/>
              <a:gd name="T88" fmla="*/ 299 w 353"/>
              <a:gd name="T89" fmla="*/ 117 h 353"/>
              <a:gd name="T90" fmla="*/ 337 w 353"/>
              <a:gd name="T91" fmla="*/ 176 h 353"/>
              <a:gd name="T92" fmla="*/ 273 w 353"/>
              <a:gd name="T93" fmla="*/ 241 h 353"/>
              <a:gd name="T94" fmla="*/ 209 w 353"/>
              <a:gd name="T95" fmla="*/ 241 h 353"/>
              <a:gd name="T96" fmla="*/ 201 w 353"/>
              <a:gd name="T97" fmla="*/ 249 h 353"/>
              <a:gd name="T98" fmla="*/ 209 w 353"/>
              <a:gd name="T99" fmla="*/ 257 h 353"/>
              <a:gd name="T100" fmla="*/ 273 w 353"/>
              <a:gd name="T101" fmla="*/ 257 h 353"/>
              <a:gd name="T102" fmla="*/ 353 w 353"/>
              <a:gd name="T103" fmla="*/ 176 h 353"/>
              <a:gd name="T104" fmla="*/ 305 w 353"/>
              <a:gd name="T105" fmla="*/ 103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53" h="353">
                <a:moveTo>
                  <a:pt x="225" y="192"/>
                </a:moveTo>
                <a:cubicBezTo>
                  <a:pt x="229" y="192"/>
                  <a:pt x="233" y="189"/>
                  <a:pt x="233" y="184"/>
                </a:cubicBezTo>
                <a:cubicBezTo>
                  <a:pt x="233" y="182"/>
                  <a:pt x="232" y="180"/>
                  <a:pt x="231" y="179"/>
                </a:cubicBezTo>
                <a:cubicBezTo>
                  <a:pt x="183" y="131"/>
                  <a:pt x="183" y="131"/>
                  <a:pt x="183" y="131"/>
                </a:cubicBezTo>
                <a:cubicBezTo>
                  <a:pt x="181" y="129"/>
                  <a:pt x="179" y="128"/>
                  <a:pt x="177" y="128"/>
                </a:cubicBezTo>
                <a:cubicBezTo>
                  <a:pt x="175" y="128"/>
                  <a:pt x="173" y="129"/>
                  <a:pt x="171" y="131"/>
                </a:cubicBezTo>
                <a:cubicBezTo>
                  <a:pt x="123" y="179"/>
                  <a:pt x="123" y="179"/>
                  <a:pt x="123" y="179"/>
                </a:cubicBezTo>
                <a:cubicBezTo>
                  <a:pt x="122" y="180"/>
                  <a:pt x="121" y="182"/>
                  <a:pt x="121" y="184"/>
                </a:cubicBezTo>
                <a:cubicBezTo>
                  <a:pt x="121" y="189"/>
                  <a:pt x="124" y="192"/>
                  <a:pt x="129" y="192"/>
                </a:cubicBezTo>
                <a:cubicBezTo>
                  <a:pt x="131" y="192"/>
                  <a:pt x="133" y="191"/>
                  <a:pt x="134" y="190"/>
                </a:cubicBezTo>
                <a:cubicBezTo>
                  <a:pt x="169" y="156"/>
                  <a:pt x="169" y="156"/>
                  <a:pt x="169" y="156"/>
                </a:cubicBezTo>
                <a:cubicBezTo>
                  <a:pt x="169" y="345"/>
                  <a:pt x="169" y="345"/>
                  <a:pt x="169" y="345"/>
                </a:cubicBezTo>
                <a:cubicBezTo>
                  <a:pt x="169" y="349"/>
                  <a:pt x="172" y="353"/>
                  <a:pt x="177" y="353"/>
                </a:cubicBezTo>
                <a:cubicBezTo>
                  <a:pt x="181" y="353"/>
                  <a:pt x="185" y="349"/>
                  <a:pt x="185" y="345"/>
                </a:cubicBezTo>
                <a:cubicBezTo>
                  <a:pt x="185" y="156"/>
                  <a:pt x="185" y="156"/>
                  <a:pt x="185" y="156"/>
                </a:cubicBezTo>
                <a:cubicBezTo>
                  <a:pt x="219" y="190"/>
                  <a:pt x="219" y="190"/>
                  <a:pt x="219" y="190"/>
                </a:cubicBezTo>
                <a:cubicBezTo>
                  <a:pt x="221" y="191"/>
                  <a:pt x="223" y="192"/>
                  <a:pt x="225" y="192"/>
                </a:cubicBezTo>
                <a:moveTo>
                  <a:pt x="305" y="103"/>
                </a:moveTo>
                <a:cubicBezTo>
                  <a:pt x="305" y="100"/>
                  <a:pt x="305" y="98"/>
                  <a:pt x="305" y="96"/>
                </a:cubicBezTo>
                <a:cubicBezTo>
                  <a:pt x="305" y="43"/>
                  <a:pt x="262" y="0"/>
                  <a:pt x="209" y="0"/>
                </a:cubicBezTo>
                <a:cubicBezTo>
                  <a:pt x="172" y="0"/>
                  <a:pt x="140" y="21"/>
                  <a:pt x="124" y="51"/>
                </a:cubicBezTo>
                <a:cubicBezTo>
                  <a:pt x="118" y="49"/>
                  <a:pt x="111" y="48"/>
                  <a:pt x="105" y="48"/>
                </a:cubicBezTo>
                <a:cubicBezTo>
                  <a:pt x="74" y="48"/>
                  <a:pt x="48" y="73"/>
                  <a:pt x="48" y="104"/>
                </a:cubicBezTo>
                <a:cubicBezTo>
                  <a:pt x="48" y="108"/>
                  <a:pt x="49" y="112"/>
                  <a:pt x="50" y="116"/>
                </a:cubicBezTo>
                <a:cubicBezTo>
                  <a:pt x="21" y="125"/>
                  <a:pt x="0" y="152"/>
                  <a:pt x="0" y="184"/>
                </a:cubicBezTo>
                <a:cubicBezTo>
                  <a:pt x="0" y="224"/>
                  <a:pt x="33" y="257"/>
                  <a:pt x="72" y="257"/>
                </a:cubicBezTo>
                <a:cubicBezTo>
                  <a:pt x="145" y="257"/>
                  <a:pt x="145" y="257"/>
                  <a:pt x="145" y="257"/>
                </a:cubicBezTo>
                <a:cubicBezTo>
                  <a:pt x="149" y="257"/>
                  <a:pt x="153" y="253"/>
                  <a:pt x="153" y="249"/>
                </a:cubicBezTo>
                <a:cubicBezTo>
                  <a:pt x="153" y="244"/>
                  <a:pt x="149" y="241"/>
                  <a:pt x="145" y="241"/>
                </a:cubicBezTo>
                <a:cubicBezTo>
                  <a:pt x="72" y="241"/>
                  <a:pt x="72" y="241"/>
                  <a:pt x="72" y="241"/>
                </a:cubicBezTo>
                <a:cubicBezTo>
                  <a:pt x="41" y="241"/>
                  <a:pt x="16" y="215"/>
                  <a:pt x="16" y="184"/>
                </a:cubicBezTo>
                <a:cubicBezTo>
                  <a:pt x="16" y="160"/>
                  <a:pt x="32" y="139"/>
                  <a:pt x="55" y="131"/>
                </a:cubicBezTo>
                <a:cubicBezTo>
                  <a:pt x="68" y="127"/>
                  <a:pt x="68" y="127"/>
                  <a:pt x="68" y="127"/>
                </a:cubicBezTo>
                <a:cubicBezTo>
                  <a:pt x="65" y="112"/>
                  <a:pt x="65" y="112"/>
                  <a:pt x="65" y="112"/>
                </a:cubicBezTo>
                <a:cubicBezTo>
                  <a:pt x="65" y="110"/>
                  <a:pt x="64" y="107"/>
                  <a:pt x="64" y="104"/>
                </a:cubicBezTo>
                <a:cubicBezTo>
                  <a:pt x="64" y="82"/>
                  <a:pt x="82" y="64"/>
                  <a:pt x="105" y="64"/>
                </a:cubicBezTo>
                <a:cubicBezTo>
                  <a:pt x="109" y="64"/>
                  <a:pt x="114" y="65"/>
                  <a:pt x="118" y="66"/>
                </a:cubicBezTo>
                <a:cubicBezTo>
                  <a:pt x="131" y="71"/>
                  <a:pt x="131" y="71"/>
                  <a:pt x="131" y="71"/>
                </a:cubicBezTo>
                <a:cubicBezTo>
                  <a:pt x="138" y="59"/>
                  <a:pt x="138" y="59"/>
                  <a:pt x="138" y="59"/>
                </a:cubicBezTo>
                <a:cubicBezTo>
                  <a:pt x="152" y="32"/>
                  <a:pt x="179" y="16"/>
                  <a:pt x="209" y="16"/>
                </a:cubicBezTo>
                <a:cubicBezTo>
                  <a:pt x="253" y="16"/>
                  <a:pt x="289" y="52"/>
                  <a:pt x="289" y="96"/>
                </a:cubicBezTo>
                <a:cubicBezTo>
                  <a:pt x="289" y="97"/>
                  <a:pt x="289" y="99"/>
                  <a:pt x="289" y="100"/>
                </a:cubicBezTo>
                <a:cubicBezTo>
                  <a:pt x="289" y="102"/>
                  <a:pt x="289" y="102"/>
                  <a:pt x="289" y="102"/>
                </a:cubicBezTo>
                <a:cubicBezTo>
                  <a:pt x="288" y="113"/>
                  <a:pt x="288" y="113"/>
                  <a:pt x="288" y="113"/>
                </a:cubicBezTo>
                <a:cubicBezTo>
                  <a:pt x="299" y="117"/>
                  <a:pt x="299" y="117"/>
                  <a:pt x="299" y="117"/>
                </a:cubicBezTo>
                <a:cubicBezTo>
                  <a:pt x="322" y="128"/>
                  <a:pt x="337" y="151"/>
                  <a:pt x="337" y="176"/>
                </a:cubicBezTo>
                <a:cubicBezTo>
                  <a:pt x="337" y="212"/>
                  <a:pt x="309" y="241"/>
                  <a:pt x="273" y="241"/>
                </a:cubicBezTo>
                <a:cubicBezTo>
                  <a:pt x="209" y="241"/>
                  <a:pt x="209" y="241"/>
                  <a:pt x="209" y="241"/>
                </a:cubicBezTo>
                <a:cubicBezTo>
                  <a:pt x="205" y="241"/>
                  <a:pt x="201" y="244"/>
                  <a:pt x="201" y="249"/>
                </a:cubicBezTo>
                <a:cubicBezTo>
                  <a:pt x="201" y="253"/>
                  <a:pt x="205" y="257"/>
                  <a:pt x="209" y="257"/>
                </a:cubicBezTo>
                <a:cubicBezTo>
                  <a:pt x="273" y="257"/>
                  <a:pt x="273" y="257"/>
                  <a:pt x="273" y="257"/>
                </a:cubicBezTo>
                <a:cubicBezTo>
                  <a:pt x="317" y="257"/>
                  <a:pt x="353" y="221"/>
                  <a:pt x="353" y="176"/>
                </a:cubicBezTo>
                <a:cubicBezTo>
                  <a:pt x="353" y="143"/>
                  <a:pt x="333" y="115"/>
                  <a:pt x="305" y="103"/>
                </a:cubicBezTo>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30" name="Group 29">
            <a:extLst>
              <a:ext uri="{FF2B5EF4-FFF2-40B4-BE49-F238E27FC236}">
                <a16:creationId xmlns:a16="http://schemas.microsoft.com/office/drawing/2014/main" id="{5031BDD9-9DE3-2400-EFDD-29C6ABB3C770}"/>
              </a:ext>
            </a:extLst>
          </p:cNvPr>
          <p:cNvGrpSpPr/>
          <p:nvPr/>
        </p:nvGrpSpPr>
        <p:grpSpPr>
          <a:xfrm>
            <a:off x="9724989" y="2758298"/>
            <a:ext cx="548640" cy="548640"/>
            <a:chOff x="3898901" y="1682751"/>
            <a:chExt cx="461963" cy="423862"/>
          </a:xfrm>
          <a:solidFill>
            <a:schemeClr val="accent3"/>
          </a:solidFill>
        </p:grpSpPr>
        <p:sp>
          <p:nvSpPr>
            <p:cNvPr id="31" name="Freeform 100">
              <a:extLst>
                <a:ext uri="{FF2B5EF4-FFF2-40B4-BE49-F238E27FC236}">
                  <a16:creationId xmlns:a16="http://schemas.microsoft.com/office/drawing/2014/main" id="{609BEF75-914A-92D1-5C2A-0F1C176FA6EB}"/>
                </a:ext>
              </a:extLst>
            </p:cNvPr>
            <p:cNvSpPr>
              <a:spLocks/>
            </p:cNvSpPr>
            <p:nvPr/>
          </p:nvSpPr>
          <p:spPr bwMode="auto">
            <a:xfrm>
              <a:off x="3924301" y="1720851"/>
              <a:ext cx="409575" cy="254000"/>
            </a:xfrm>
            <a:custGeom>
              <a:avLst/>
              <a:gdLst>
                <a:gd name="T0" fmla="*/ 402 w 412"/>
                <a:gd name="T1" fmla="*/ 0 h 255"/>
                <a:gd name="T2" fmla="*/ 393 w 412"/>
                <a:gd name="T3" fmla="*/ 10 h 255"/>
                <a:gd name="T4" fmla="*/ 393 w 412"/>
                <a:gd name="T5" fmla="*/ 232 h 255"/>
                <a:gd name="T6" fmla="*/ 389 w 412"/>
                <a:gd name="T7" fmla="*/ 236 h 255"/>
                <a:gd name="T8" fmla="*/ 22 w 412"/>
                <a:gd name="T9" fmla="*/ 236 h 255"/>
                <a:gd name="T10" fmla="*/ 19 w 412"/>
                <a:gd name="T11" fmla="*/ 232 h 255"/>
                <a:gd name="T12" fmla="*/ 19 w 412"/>
                <a:gd name="T13" fmla="*/ 10 h 255"/>
                <a:gd name="T14" fmla="*/ 9 w 412"/>
                <a:gd name="T15" fmla="*/ 0 h 255"/>
                <a:gd name="T16" fmla="*/ 0 w 412"/>
                <a:gd name="T17" fmla="*/ 10 h 255"/>
                <a:gd name="T18" fmla="*/ 0 w 412"/>
                <a:gd name="T19" fmla="*/ 232 h 255"/>
                <a:gd name="T20" fmla="*/ 22 w 412"/>
                <a:gd name="T21" fmla="*/ 255 h 255"/>
                <a:gd name="T22" fmla="*/ 389 w 412"/>
                <a:gd name="T23" fmla="*/ 255 h 255"/>
                <a:gd name="T24" fmla="*/ 412 w 412"/>
                <a:gd name="T25" fmla="*/ 232 h 255"/>
                <a:gd name="T26" fmla="*/ 412 w 412"/>
                <a:gd name="T27" fmla="*/ 10 h 255"/>
                <a:gd name="T28" fmla="*/ 402 w 412"/>
                <a:gd name="T29" fmla="*/ 0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12" h="255">
                  <a:moveTo>
                    <a:pt x="402" y="0"/>
                  </a:moveTo>
                  <a:cubicBezTo>
                    <a:pt x="397" y="0"/>
                    <a:pt x="393" y="4"/>
                    <a:pt x="393" y="10"/>
                  </a:cubicBezTo>
                  <a:cubicBezTo>
                    <a:pt x="393" y="232"/>
                    <a:pt x="393" y="232"/>
                    <a:pt x="393" y="232"/>
                  </a:cubicBezTo>
                  <a:cubicBezTo>
                    <a:pt x="393" y="234"/>
                    <a:pt x="391" y="236"/>
                    <a:pt x="389" y="236"/>
                  </a:cubicBezTo>
                  <a:cubicBezTo>
                    <a:pt x="22" y="236"/>
                    <a:pt x="22" y="236"/>
                    <a:pt x="22" y="236"/>
                  </a:cubicBezTo>
                  <a:cubicBezTo>
                    <a:pt x="20" y="236"/>
                    <a:pt x="19" y="234"/>
                    <a:pt x="19" y="232"/>
                  </a:cubicBezTo>
                  <a:cubicBezTo>
                    <a:pt x="19" y="10"/>
                    <a:pt x="19" y="10"/>
                    <a:pt x="19" y="10"/>
                  </a:cubicBezTo>
                  <a:cubicBezTo>
                    <a:pt x="19" y="4"/>
                    <a:pt x="15" y="0"/>
                    <a:pt x="9" y="0"/>
                  </a:cubicBezTo>
                  <a:cubicBezTo>
                    <a:pt x="4" y="0"/>
                    <a:pt x="0" y="4"/>
                    <a:pt x="0" y="10"/>
                  </a:cubicBezTo>
                  <a:cubicBezTo>
                    <a:pt x="0" y="232"/>
                    <a:pt x="0" y="232"/>
                    <a:pt x="0" y="232"/>
                  </a:cubicBezTo>
                  <a:cubicBezTo>
                    <a:pt x="0" y="245"/>
                    <a:pt x="10" y="255"/>
                    <a:pt x="22" y="255"/>
                  </a:cubicBezTo>
                  <a:cubicBezTo>
                    <a:pt x="389" y="255"/>
                    <a:pt x="389" y="255"/>
                    <a:pt x="389" y="255"/>
                  </a:cubicBezTo>
                  <a:cubicBezTo>
                    <a:pt x="402" y="255"/>
                    <a:pt x="412" y="245"/>
                    <a:pt x="412" y="232"/>
                  </a:cubicBezTo>
                  <a:cubicBezTo>
                    <a:pt x="412" y="10"/>
                    <a:pt x="412" y="10"/>
                    <a:pt x="412" y="10"/>
                  </a:cubicBezTo>
                  <a:cubicBezTo>
                    <a:pt x="412" y="4"/>
                    <a:pt x="408" y="0"/>
                    <a:pt x="40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01">
              <a:extLst>
                <a:ext uri="{FF2B5EF4-FFF2-40B4-BE49-F238E27FC236}">
                  <a16:creationId xmlns:a16="http://schemas.microsoft.com/office/drawing/2014/main" id="{500AF424-BC54-9EE1-A280-10FE3304FE61}"/>
                </a:ext>
              </a:extLst>
            </p:cNvPr>
            <p:cNvSpPr>
              <a:spLocks/>
            </p:cNvSpPr>
            <p:nvPr/>
          </p:nvSpPr>
          <p:spPr bwMode="auto">
            <a:xfrm>
              <a:off x="3898901" y="1682751"/>
              <a:ext cx="461963" cy="19050"/>
            </a:xfrm>
            <a:custGeom>
              <a:avLst/>
              <a:gdLst>
                <a:gd name="T0" fmla="*/ 455 w 464"/>
                <a:gd name="T1" fmla="*/ 0 h 19"/>
                <a:gd name="T2" fmla="*/ 9 w 464"/>
                <a:gd name="T3" fmla="*/ 0 h 19"/>
                <a:gd name="T4" fmla="*/ 0 w 464"/>
                <a:gd name="T5" fmla="*/ 9 h 19"/>
                <a:gd name="T6" fmla="*/ 9 w 464"/>
                <a:gd name="T7" fmla="*/ 19 h 19"/>
                <a:gd name="T8" fmla="*/ 455 w 464"/>
                <a:gd name="T9" fmla="*/ 19 h 19"/>
                <a:gd name="T10" fmla="*/ 464 w 464"/>
                <a:gd name="T11" fmla="*/ 9 h 19"/>
                <a:gd name="T12" fmla="*/ 455 w 464"/>
                <a:gd name="T13" fmla="*/ 0 h 19"/>
              </a:gdLst>
              <a:ahLst/>
              <a:cxnLst>
                <a:cxn ang="0">
                  <a:pos x="T0" y="T1"/>
                </a:cxn>
                <a:cxn ang="0">
                  <a:pos x="T2" y="T3"/>
                </a:cxn>
                <a:cxn ang="0">
                  <a:pos x="T4" y="T5"/>
                </a:cxn>
                <a:cxn ang="0">
                  <a:pos x="T6" y="T7"/>
                </a:cxn>
                <a:cxn ang="0">
                  <a:pos x="T8" y="T9"/>
                </a:cxn>
                <a:cxn ang="0">
                  <a:pos x="T10" y="T11"/>
                </a:cxn>
                <a:cxn ang="0">
                  <a:pos x="T12" y="T13"/>
                </a:cxn>
              </a:cxnLst>
              <a:rect l="0" t="0" r="r" b="b"/>
              <a:pathLst>
                <a:path w="464" h="19">
                  <a:moveTo>
                    <a:pt x="455" y="0"/>
                  </a:moveTo>
                  <a:cubicBezTo>
                    <a:pt x="9" y="0"/>
                    <a:pt x="9" y="0"/>
                    <a:pt x="9" y="0"/>
                  </a:cubicBezTo>
                  <a:cubicBezTo>
                    <a:pt x="4" y="0"/>
                    <a:pt x="0" y="4"/>
                    <a:pt x="0" y="9"/>
                  </a:cubicBezTo>
                  <a:cubicBezTo>
                    <a:pt x="0" y="14"/>
                    <a:pt x="4" y="19"/>
                    <a:pt x="9" y="19"/>
                  </a:cubicBezTo>
                  <a:cubicBezTo>
                    <a:pt x="455" y="19"/>
                    <a:pt x="455" y="19"/>
                    <a:pt x="455" y="19"/>
                  </a:cubicBezTo>
                  <a:cubicBezTo>
                    <a:pt x="460" y="19"/>
                    <a:pt x="464" y="14"/>
                    <a:pt x="464" y="9"/>
                  </a:cubicBezTo>
                  <a:cubicBezTo>
                    <a:pt x="464" y="4"/>
                    <a:pt x="460" y="0"/>
                    <a:pt x="455"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102">
              <a:extLst>
                <a:ext uri="{FF2B5EF4-FFF2-40B4-BE49-F238E27FC236}">
                  <a16:creationId xmlns:a16="http://schemas.microsoft.com/office/drawing/2014/main" id="{BF974F3E-E100-B25E-1544-4048B8245CFF}"/>
                </a:ext>
              </a:extLst>
            </p:cNvPr>
            <p:cNvSpPr>
              <a:spLocks/>
            </p:cNvSpPr>
            <p:nvPr/>
          </p:nvSpPr>
          <p:spPr bwMode="auto">
            <a:xfrm>
              <a:off x="3987801" y="1760538"/>
              <a:ext cx="280988" cy="123825"/>
            </a:xfrm>
            <a:custGeom>
              <a:avLst/>
              <a:gdLst>
                <a:gd name="T0" fmla="*/ 96 w 282"/>
                <a:gd name="T1" fmla="*/ 29 h 123"/>
                <a:gd name="T2" fmla="*/ 84 w 282"/>
                <a:gd name="T3" fmla="*/ 28 h 123"/>
                <a:gd name="T4" fmla="*/ 5 w 282"/>
                <a:gd name="T5" fmla="*/ 93 h 123"/>
                <a:gd name="T6" fmla="*/ 4 w 282"/>
                <a:gd name="T7" fmla="*/ 107 h 123"/>
                <a:gd name="T8" fmla="*/ 17 w 282"/>
                <a:gd name="T9" fmla="*/ 108 h 123"/>
                <a:gd name="T10" fmla="*/ 89 w 282"/>
                <a:gd name="T11" fmla="*/ 48 h 123"/>
                <a:gd name="T12" fmla="*/ 161 w 282"/>
                <a:gd name="T13" fmla="*/ 120 h 123"/>
                <a:gd name="T14" fmla="*/ 168 w 282"/>
                <a:gd name="T15" fmla="*/ 123 h 123"/>
                <a:gd name="T16" fmla="*/ 175 w 282"/>
                <a:gd name="T17" fmla="*/ 120 h 123"/>
                <a:gd name="T18" fmla="*/ 264 w 282"/>
                <a:gd name="T19" fmla="*/ 32 h 123"/>
                <a:gd name="T20" fmla="*/ 264 w 282"/>
                <a:gd name="T21" fmla="*/ 74 h 123"/>
                <a:gd name="T22" fmla="*/ 273 w 282"/>
                <a:gd name="T23" fmla="*/ 84 h 123"/>
                <a:gd name="T24" fmla="*/ 282 w 282"/>
                <a:gd name="T25" fmla="*/ 74 h 123"/>
                <a:gd name="T26" fmla="*/ 282 w 282"/>
                <a:gd name="T27" fmla="*/ 9 h 123"/>
                <a:gd name="T28" fmla="*/ 282 w 282"/>
                <a:gd name="T29" fmla="*/ 7 h 123"/>
                <a:gd name="T30" fmla="*/ 282 w 282"/>
                <a:gd name="T31" fmla="*/ 6 h 123"/>
                <a:gd name="T32" fmla="*/ 282 w 282"/>
                <a:gd name="T33" fmla="*/ 5 h 123"/>
                <a:gd name="T34" fmla="*/ 281 w 282"/>
                <a:gd name="T35" fmla="*/ 4 h 123"/>
                <a:gd name="T36" fmla="*/ 281 w 282"/>
                <a:gd name="T37" fmla="*/ 4 h 123"/>
                <a:gd name="T38" fmla="*/ 280 w 282"/>
                <a:gd name="T39" fmla="*/ 2 h 123"/>
                <a:gd name="T40" fmla="*/ 280 w 282"/>
                <a:gd name="T41" fmla="*/ 2 h 123"/>
                <a:gd name="T42" fmla="*/ 279 w 282"/>
                <a:gd name="T43" fmla="*/ 2 h 123"/>
                <a:gd name="T44" fmla="*/ 278 w 282"/>
                <a:gd name="T45" fmla="*/ 1 h 123"/>
                <a:gd name="T46" fmla="*/ 277 w 282"/>
                <a:gd name="T47" fmla="*/ 1 h 123"/>
                <a:gd name="T48" fmla="*/ 277 w 282"/>
                <a:gd name="T49" fmla="*/ 0 h 123"/>
                <a:gd name="T50" fmla="*/ 276 w 282"/>
                <a:gd name="T51" fmla="*/ 0 h 123"/>
                <a:gd name="T52" fmla="*/ 275 w 282"/>
                <a:gd name="T53" fmla="*/ 0 h 123"/>
                <a:gd name="T54" fmla="*/ 273 w 282"/>
                <a:gd name="T55" fmla="*/ 0 h 123"/>
                <a:gd name="T56" fmla="*/ 273 w 282"/>
                <a:gd name="T57" fmla="*/ 0 h 123"/>
                <a:gd name="T58" fmla="*/ 207 w 282"/>
                <a:gd name="T59" fmla="*/ 0 h 123"/>
                <a:gd name="T60" fmla="*/ 198 w 282"/>
                <a:gd name="T61" fmla="*/ 9 h 123"/>
                <a:gd name="T62" fmla="*/ 207 w 282"/>
                <a:gd name="T63" fmla="*/ 18 h 123"/>
                <a:gd name="T64" fmla="*/ 250 w 282"/>
                <a:gd name="T65" fmla="*/ 18 h 123"/>
                <a:gd name="T66" fmla="*/ 168 w 282"/>
                <a:gd name="T67" fmla="*/ 101 h 123"/>
                <a:gd name="T68" fmla="*/ 96 w 282"/>
                <a:gd name="T69" fmla="*/ 29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82" h="123">
                  <a:moveTo>
                    <a:pt x="96" y="29"/>
                  </a:moveTo>
                  <a:cubicBezTo>
                    <a:pt x="93" y="25"/>
                    <a:pt x="87" y="25"/>
                    <a:pt x="84" y="28"/>
                  </a:cubicBezTo>
                  <a:cubicBezTo>
                    <a:pt x="5" y="93"/>
                    <a:pt x="5" y="93"/>
                    <a:pt x="5" y="93"/>
                  </a:cubicBezTo>
                  <a:cubicBezTo>
                    <a:pt x="1" y="97"/>
                    <a:pt x="0" y="103"/>
                    <a:pt x="4" y="107"/>
                  </a:cubicBezTo>
                  <a:cubicBezTo>
                    <a:pt x="7" y="111"/>
                    <a:pt x="13" y="111"/>
                    <a:pt x="17" y="108"/>
                  </a:cubicBezTo>
                  <a:cubicBezTo>
                    <a:pt x="89" y="48"/>
                    <a:pt x="89" y="48"/>
                    <a:pt x="89" y="48"/>
                  </a:cubicBezTo>
                  <a:cubicBezTo>
                    <a:pt x="161" y="120"/>
                    <a:pt x="161" y="120"/>
                    <a:pt x="161" y="120"/>
                  </a:cubicBezTo>
                  <a:cubicBezTo>
                    <a:pt x="163" y="122"/>
                    <a:pt x="166" y="123"/>
                    <a:pt x="168" y="123"/>
                  </a:cubicBezTo>
                  <a:cubicBezTo>
                    <a:pt x="171" y="123"/>
                    <a:pt x="173" y="122"/>
                    <a:pt x="175" y="120"/>
                  </a:cubicBezTo>
                  <a:cubicBezTo>
                    <a:pt x="264" y="32"/>
                    <a:pt x="264" y="32"/>
                    <a:pt x="264" y="32"/>
                  </a:cubicBezTo>
                  <a:cubicBezTo>
                    <a:pt x="264" y="74"/>
                    <a:pt x="264" y="74"/>
                    <a:pt x="264" y="74"/>
                  </a:cubicBezTo>
                  <a:cubicBezTo>
                    <a:pt x="264" y="80"/>
                    <a:pt x="268" y="84"/>
                    <a:pt x="273" y="84"/>
                  </a:cubicBezTo>
                  <a:cubicBezTo>
                    <a:pt x="278" y="84"/>
                    <a:pt x="282" y="80"/>
                    <a:pt x="282" y="74"/>
                  </a:cubicBezTo>
                  <a:cubicBezTo>
                    <a:pt x="282" y="9"/>
                    <a:pt x="282" y="9"/>
                    <a:pt x="282" y="9"/>
                  </a:cubicBezTo>
                  <a:cubicBezTo>
                    <a:pt x="282" y="8"/>
                    <a:pt x="282" y="8"/>
                    <a:pt x="282" y="7"/>
                  </a:cubicBezTo>
                  <a:cubicBezTo>
                    <a:pt x="282" y="7"/>
                    <a:pt x="282" y="7"/>
                    <a:pt x="282" y="6"/>
                  </a:cubicBezTo>
                  <a:cubicBezTo>
                    <a:pt x="282" y="6"/>
                    <a:pt x="282" y="6"/>
                    <a:pt x="282" y="5"/>
                  </a:cubicBezTo>
                  <a:cubicBezTo>
                    <a:pt x="281" y="5"/>
                    <a:pt x="281" y="5"/>
                    <a:pt x="281" y="4"/>
                  </a:cubicBezTo>
                  <a:cubicBezTo>
                    <a:pt x="281" y="4"/>
                    <a:pt x="281" y="4"/>
                    <a:pt x="281" y="4"/>
                  </a:cubicBezTo>
                  <a:cubicBezTo>
                    <a:pt x="280" y="3"/>
                    <a:pt x="280" y="3"/>
                    <a:pt x="280" y="2"/>
                  </a:cubicBezTo>
                  <a:cubicBezTo>
                    <a:pt x="280" y="2"/>
                    <a:pt x="280" y="2"/>
                    <a:pt x="280" y="2"/>
                  </a:cubicBezTo>
                  <a:cubicBezTo>
                    <a:pt x="280" y="2"/>
                    <a:pt x="279" y="2"/>
                    <a:pt x="279" y="2"/>
                  </a:cubicBezTo>
                  <a:cubicBezTo>
                    <a:pt x="279" y="2"/>
                    <a:pt x="279" y="1"/>
                    <a:pt x="278" y="1"/>
                  </a:cubicBezTo>
                  <a:cubicBezTo>
                    <a:pt x="278" y="1"/>
                    <a:pt x="278" y="1"/>
                    <a:pt x="277" y="1"/>
                  </a:cubicBezTo>
                  <a:cubicBezTo>
                    <a:pt x="277" y="1"/>
                    <a:pt x="277" y="0"/>
                    <a:pt x="277" y="0"/>
                  </a:cubicBezTo>
                  <a:cubicBezTo>
                    <a:pt x="276" y="0"/>
                    <a:pt x="276" y="0"/>
                    <a:pt x="276" y="0"/>
                  </a:cubicBezTo>
                  <a:cubicBezTo>
                    <a:pt x="275" y="0"/>
                    <a:pt x="275" y="0"/>
                    <a:pt x="275" y="0"/>
                  </a:cubicBezTo>
                  <a:cubicBezTo>
                    <a:pt x="274" y="0"/>
                    <a:pt x="274" y="0"/>
                    <a:pt x="273" y="0"/>
                  </a:cubicBezTo>
                  <a:cubicBezTo>
                    <a:pt x="273" y="0"/>
                    <a:pt x="273" y="0"/>
                    <a:pt x="273" y="0"/>
                  </a:cubicBezTo>
                  <a:cubicBezTo>
                    <a:pt x="207" y="0"/>
                    <a:pt x="207" y="0"/>
                    <a:pt x="207" y="0"/>
                  </a:cubicBezTo>
                  <a:cubicBezTo>
                    <a:pt x="202" y="0"/>
                    <a:pt x="198" y="4"/>
                    <a:pt x="198" y="9"/>
                  </a:cubicBezTo>
                  <a:cubicBezTo>
                    <a:pt x="198" y="14"/>
                    <a:pt x="202" y="18"/>
                    <a:pt x="207" y="18"/>
                  </a:cubicBezTo>
                  <a:cubicBezTo>
                    <a:pt x="250" y="18"/>
                    <a:pt x="250" y="18"/>
                    <a:pt x="250" y="18"/>
                  </a:cubicBezTo>
                  <a:cubicBezTo>
                    <a:pt x="168" y="101"/>
                    <a:pt x="168" y="101"/>
                    <a:pt x="168" y="101"/>
                  </a:cubicBezTo>
                  <a:lnTo>
                    <a:pt x="96" y="29"/>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103">
              <a:extLst>
                <a:ext uri="{FF2B5EF4-FFF2-40B4-BE49-F238E27FC236}">
                  <a16:creationId xmlns:a16="http://schemas.microsoft.com/office/drawing/2014/main" id="{E4243526-8F8E-C397-2080-37826E82F0C9}"/>
                </a:ext>
              </a:extLst>
            </p:cNvPr>
            <p:cNvSpPr>
              <a:spLocks/>
            </p:cNvSpPr>
            <p:nvPr/>
          </p:nvSpPr>
          <p:spPr bwMode="auto">
            <a:xfrm>
              <a:off x="4027489" y="1995488"/>
              <a:ext cx="203200" cy="111125"/>
            </a:xfrm>
            <a:custGeom>
              <a:avLst/>
              <a:gdLst>
                <a:gd name="T0" fmla="*/ 198 w 204"/>
                <a:gd name="T1" fmla="*/ 93 h 112"/>
                <a:gd name="T2" fmla="*/ 110 w 204"/>
                <a:gd name="T3" fmla="*/ 47 h 112"/>
                <a:gd name="T4" fmla="*/ 111 w 204"/>
                <a:gd name="T5" fmla="*/ 44 h 112"/>
                <a:gd name="T6" fmla="*/ 111 w 204"/>
                <a:gd name="T7" fmla="*/ 10 h 112"/>
                <a:gd name="T8" fmla="*/ 102 w 204"/>
                <a:gd name="T9" fmla="*/ 0 h 112"/>
                <a:gd name="T10" fmla="*/ 93 w 204"/>
                <a:gd name="T11" fmla="*/ 10 h 112"/>
                <a:gd name="T12" fmla="*/ 93 w 204"/>
                <a:gd name="T13" fmla="*/ 44 h 112"/>
                <a:gd name="T14" fmla="*/ 93 w 204"/>
                <a:gd name="T15" fmla="*/ 47 h 112"/>
                <a:gd name="T16" fmla="*/ 6 w 204"/>
                <a:gd name="T17" fmla="*/ 93 h 112"/>
                <a:gd name="T18" fmla="*/ 2 w 204"/>
                <a:gd name="T19" fmla="*/ 106 h 112"/>
                <a:gd name="T20" fmla="*/ 15 w 204"/>
                <a:gd name="T21" fmla="*/ 110 h 112"/>
                <a:gd name="T22" fmla="*/ 102 w 204"/>
                <a:gd name="T23" fmla="*/ 64 h 112"/>
                <a:gd name="T24" fmla="*/ 189 w 204"/>
                <a:gd name="T25" fmla="*/ 110 h 112"/>
                <a:gd name="T26" fmla="*/ 194 w 204"/>
                <a:gd name="T27" fmla="*/ 111 h 112"/>
                <a:gd name="T28" fmla="*/ 202 w 204"/>
                <a:gd name="T29" fmla="*/ 106 h 112"/>
                <a:gd name="T30" fmla="*/ 198 w 204"/>
                <a:gd name="T31" fmla="*/ 9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4" h="112">
                  <a:moveTo>
                    <a:pt x="198" y="93"/>
                  </a:moveTo>
                  <a:cubicBezTo>
                    <a:pt x="110" y="47"/>
                    <a:pt x="110" y="47"/>
                    <a:pt x="110" y="47"/>
                  </a:cubicBezTo>
                  <a:cubicBezTo>
                    <a:pt x="111" y="46"/>
                    <a:pt x="111" y="45"/>
                    <a:pt x="111" y="44"/>
                  </a:cubicBezTo>
                  <a:cubicBezTo>
                    <a:pt x="111" y="10"/>
                    <a:pt x="111" y="10"/>
                    <a:pt x="111" y="10"/>
                  </a:cubicBezTo>
                  <a:cubicBezTo>
                    <a:pt x="111" y="5"/>
                    <a:pt x="107" y="0"/>
                    <a:pt x="102" y="0"/>
                  </a:cubicBezTo>
                  <a:cubicBezTo>
                    <a:pt x="97" y="0"/>
                    <a:pt x="93" y="5"/>
                    <a:pt x="93" y="10"/>
                  </a:cubicBezTo>
                  <a:cubicBezTo>
                    <a:pt x="93" y="44"/>
                    <a:pt x="93" y="44"/>
                    <a:pt x="93" y="44"/>
                  </a:cubicBezTo>
                  <a:cubicBezTo>
                    <a:pt x="93" y="45"/>
                    <a:pt x="93" y="46"/>
                    <a:pt x="93" y="47"/>
                  </a:cubicBezTo>
                  <a:cubicBezTo>
                    <a:pt x="6" y="93"/>
                    <a:pt x="6" y="93"/>
                    <a:pt x="6" y="93"/>
                  </a:cubicBezTo>
                  <a:cubicBezTo>
                    <a:pt x="1" y="96"/>
                    <a:pt x="0" y="101"/>
                    <a:pt x="2" y="106"/>
                  </a:cubicBezTo>
                  <a:cubicBezTo>
                    <a:pt x="4" y="110"/>
                    <a:pt x="10" y="112"/>
                    <a:pt x="15" y="110"/>
                  </a:cubicBezTo>
                  <a:cubicBezTo>
                    <a:pt x="102" y="64"/>
                    <a:pt x="102" y="64"/>
                    <a:pt x="102" y="64"/>
                  </a:cubicBezTo>
                  <a:cubicBezTo>
                    <a:pt x="189" y="110"/>
                    <a:pt x="189" y="110"/>
                    <a:pt x="189" y="110"/>
                  </a:cubicBezTo>
                  <a:cubicBezTo>
                    <a:pt x="191" y="111"/>
                    <a:pt x="192" y="111"/>
                    <a:pt x="194" y="111"/>
                  </a:cubicBezTo>
                  <a:cubicBezTo>
                    <a:pt x="197" y="111"/>
                    <a:pt x="200" y="109"/>
                    <a:pt x="202" y="106"/>
                  </a:cubicBezTo>
                  <a:cubicBezTo>
                    <a:pt x="204" y="101"/>
                    <a:pt x="203" y="96"/>
                    <a:pt x="198" y="93"/>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55" name="Group 54">
            <a:extLst>
              <a:ext uri="{FF2B5EF4-FFF2-40B4-BE49-F238E27FC236}">
                <a16:creationId xmlns:a16="http://schemas.microsoft.com/office/drawing/2014/main" id="{30662988-1274-34BC-DCFB-07FB33885824}"/>
              </a:ext>
            </a:extLst>
          </p:cNvPr>
          <p:cNvGrpSpPr/>
          <p:nvPr/>
        </p:nvGrpSpPr>
        <p:grpSpPr>
          <a:xfrm>
            <a:off x="9140465" y="3500413"/>
            <a:ext cx="1722100" cy="1757445"/>
            <a:chOff x="4905211" y="2809144"/>
            <a:chExt cx="1291575" cy="738448"/>
          </a:xfrm>
        </p:grpSpPr>
        <p:sp>
          <p:nvSpPr>
            <p:cNvPr id="56" name="TextBox 55">
              <a:extLst>
                <a:ext uri="{FF2B5EF4-FFF2-40B4-BE49-F238E27FC236}">
                  <a16:creationId xmlns:a16="http://schemas.microsoft.com/office/drawing/2014/main" id="{472D7F99-4D5B-F185-EAC6-63D175721195}"/>
                </a:ext>
              </a:extLst>
            </p:cNvPr>
            <p:cNvSpPr txBox="1"/>
            <p:nvPr/>
          </p:nvSpPr>
          <p:spPr>
            <a:xfrm>
              <a:off x="4905211" y="3019606"/>
              <a:ext cx="1291574" cy="527986"/>
            </a:xfrm>
            <a:prstGeom prst="rect">
              <a:avLst/>
            </a:prstGeom>
            <a:noFill/>
            <a:ln>
              <a:noFill/>
            </a:ln>
          </p:spPr>
          <p:txBody>
            <a:bodyPr wrap="square" lIns="0" tIns="0" rIns="0" bIns="0" rtlCol="0">
              <a:spAutoFit/>
            </a:bodyPr>
            <a:lstStyle/>
            <a:p>
              <a:pPr algn="ctr">
                <a:lnSpc>
                  <a:spcPct val="130000"/>
                </a:lnSpc>
              </a:pPr>
              <a:r>
                <a:rPr lang="en-US" sz="1067" dirty="0">
                  <a:solidFill>
                    <a:schemeClr val="accent4"/>
                  </a:solidFill>
                  <a:latin typeface="Lato" panose="020F0502020204030203" pitchFamily="34" charset="0"/>
                  <a:ea typeface="Open Sans Light" panose="020B0306030504020204" pitchFamily="34" charset="0"/>
                  <a:cs typeface="Open Sans Light" panose="020B0306030504020204" pitchFamily="34" charset="0"/>
                </a:rPr>
                <a:t>CARC aims to provide optimal support for the the Frontiers of Computing initiative, ensuring that USC remains at the forefront of research and innovation.</a:t>
              </a:r>
            </a:p>
          </p:txBody>
        </p:sp>
        <p:sp>
          <p:nvSpPr>
            <p:cNvPr id="57" name="TextBox 56">
              <a:extLst>
                <a:ext uri="{FF2B5EF4-FFF2-40B4-BE49-F238E27FC236}">
                  <a16:creationId xmlns:a16="http://schemas.microsoft.com/office/drawing/2014/main" id="{087FF6E6-EC7F-BD6D-FFF7-7683DB00E9C6}"/>
                </a:ext>
              </a:extLst>
            </p:cNvPr>
            <p:cNvSpPr txBox="1"/>
            <p:nvPr/>
          </p:nvSpPr>
          <p:spPr>
            <a:xfrm>
              <a:off x="4905212" y="2809144"/>
              <a:ext cx="1291574" cy="172376"/>
            </a:xfrm>
            <a:prstGeom prst="rect">
              <a:avLst/>
            </a:prstGeom>
            <a:noFill/>
            <a:ln>
              <a:noFill/>
            </a:ln>
          </p:spPr>
          <p:txBody>
            <a:bodyPr wrap="square" lIns="0" tIns="0" rIns="0" bIns="0" rtlCol="0">
              <a:spAutoFit/>
            </a:bodyPr>
            <a:lstStyle/>
            <a:p>
              <a:pPr algn="ctr"/>
              <a:r>
                <a:rPr lang="en-US" sz="1333" b="1" cap="all" spc="27" dirty="0">
                  <a:solidFill>
                    <a:schemeClr val="accent1"/>
                  </a:solidFill>
                  <a:latin typeface="Lato" panose="020F0502020204030203" pitchFamily="34" charset="0"/>
                  <a:cs typeface="Poppins SemiBold" panose="02000000000000000000" pitchFamily="2" charset="0"/>
                </a:rPr>
                <a:t>Frontiers of Computing</a:t>
              </a:r>
            </a:p>
          </p:txBody>
        </p:sp>
      </p:grpSp>
    </p:spTree>
    <p:extLst>
      <p:ext uri="{BB962C8B-B14F-4D97-AF65-F5344CB8AC3E}">
        <p14:creationId xmlns:p14="http://schemas.microsoft.com/office/powerpoint/2010/main" val="12828301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a:t>LAGUNA System </a:t>
            </a:r>
            <a:r>
              <a:rPr lang="en-US" dirty="0">
                <a:solidFill>
                  <a:schemeClr val="accent2"/>
                </a:solidFill>
              </a:rPr>
              <a:t>overview</a:t>
            </a:r>
          </a:p>
        </p:txBody>
      </p:sp>
      <p:grpSp>
        <p:nvGrpSpPr>
          <p:cNvPr id="60" name="Group 59">
            <a:extLst>
              <a:ext uri="{FF2B5EF4-FFF2-40B4-BE49-F238E27FC236}">
                <a16:creationId xmlns:a16="http://schemas.microsoft.com/office/drawing/2014/main" id="{CB387649-8E89-2F4B-BF79-AEB56368A983}"/>
              </a:ext>
            </a:extLst>
          </p:cNvPr>
          <p:cNvGrpSpPr/>
          <p:nvPr/>
        </p:nvGrpSpPr>
        <p:grpSpPr>
          <a:xfrm>
            <a:off x="3218794" y="3200097"/>
            <a:ext cx="3022753" cy="381461"/>
            <a:chOff x="122567" y="3083481"/>
            <a:chExt cx="2743200" cy="286096"/>
          </a:xfrm>
        </p:grpSpPr>
        <p:sp>
          <p:nvSpPr>
            <p:cNvPr id="56" name="Rounded Rectangle 55">
              <a:extLst>
                <a:ext uri="{FF2B5EF4-FFF2-40B4-BE49-F238E27FC236}">
                  <a16:creationId xmlns:a16="http://schemas.microsoft.com/office/drawing/2014/main" id="{5D0BA9F1-1C6D-534D-92FE-EE999EBD818A}"/>
                </a:ext>
              </a:extLst>
            </p:cNvPr>
            <p:cNvSpPr/>
            <p:nvPr/>
          </p:nvSpPr>
          <p:spPr>
            <a:xfrm>
              <a:off x="122567" y="3179040"/>
              <a:ext cx="2743200" cy="91440"/>
            </a:xfrm>
            <a:prstGeom prst="roundRect">
              <a:avLst/>
            </a:prstGeom>
            <a:solidFill>
              <a:schemeClr val="accent6">
                <a:lumMod val="50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t>Libraries</a:t>
              </a:r>
            </a:p>
          </p:txBody>
        </p:sp>
        <p:sp>
          <p:nvSpPr>
            <p:cNvPr id="57" name="Rounded Rectangle 56">
              <a:extLst>
                <a:ext uri="{FF2B5EF4-FFF2-40B4-BE49-F238E27FC236}">
                  <a16:creationId xmlns:a16="http://schemas.microsoft.com/office/drawing/2014/main" id="{8A57ADEE-98E4-E64B-ABCA-1EDB87EC3B4A}"/>
                </a:ext>
              </a:extLst>
            </p:cNvPr>
            <p:cNvSpPr/>
            <p:nvPr/>
          </p:nvSpPr>
          <p:spPr>
            <a:xfrm>
              <a:off x="122567" y="3083481"/>
              <a:ext cx="2743200" cy="91440"/>
            </a:xfrm>
            <a:prstGeom prst="roundRect">
              <a:avLst/>
            </a:prstGeom>
            <a:solidFill>
              <a:schemeClr val="accent6">
                <a:lumMod val="75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t>Applications</a:t>
              </a:r>
            </a:p>
          </p:txBody>
        </p:sp>
        <p:sp>
          <p:nvSpPr>
            <p:cNvPr id="58" name="Rounded Rectangle 57">
              <a:extLst>
                <a:ext uri="{FF2B5EF4-FFF2-40B4-BE49-F238E27FC236}">
                  <a16:creationId xmlns:a16="http://schemas.microsoft.com/office/drawing/2014/main" id="{EB1E4A8D-F715-D747-96C8-A9356F73F495}"/>
                </a:ext>
              </a:extLst>
            </p:cNvPr>
            <p:cNvSpPr/>
            <p:nvPr/>
          </p:nvSpPr>
          <p:spPr>
            <a:xfrm>
              <a:off x="122567" y="3278137"/>
              <a:ext cx="2743200" cy="91440"/>
            </a:xfrm>
            <a:prstGeom prst="roundRect">
              <a:avLst/>
            </a:prstGeom>
            <a:solidFill>
              <a:schemeClr val="accent6">
                <a:lumMod val="25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t>OS/System Tools</a:t>
              </a:r>
            </a:p>
          </p:txBody>
        </p:sp>
      </p:grpSp>
      <p:sp>
        <p:nvSpPr>
          <p:cNvPr id="3" name="TextBox 2">
            <a:extLst>
              <a:ext uri="{FF2B5EF4-FFF2-40B4-BE49-F238E27FC236}">
                <a16:creationId xmlns:a16="http://schemas.microsoft.com/office/drawing/2014/main" id="{FD4374AF-3C69-BD77-0171-11045083A8EF}"/>
              </a:ext>
            </a:extLst>
          </p:cNvPr>
          <p:cNvSpPr txBox="1"/>
          <p:nvPr/>
        </p:nvSpPr>
        <p:spPr>
          <a:xfrm>
            <a:off x="6656571" y="3821217"/>
            <a:ext cx="699230" cy="246221"/>
          </a:xfrm>
          <a:prstGeom prst="rect">
            <a:avLst/>
          </a:prstGeom>
          <a:noFill/>
        </p:spPr>
        <p:txBody>
          <a:bodyPr wrap="none" rtlCol="0">
            <a:spAutoFit/>
          </a:bodyPr>
          <a:lstStyle/>
          <a:p>
            <a:r>
              <a:rPr lang="en-US" sz="1000" dirty="0"/>
              <a:t>100Gbps</a:t>
            </a:r>
          </a:p>
        </p:txBody>
      </p:sp>
      <p:cxnSp>
        <p:nvCxnSpPr>
          <p:cNvPr id="17" name="Straight Connector 16">
            <a:extLst>
              <a:ext uri="{FF2B5EF4-FFF2-40B4-BE49-F238E27FC236}">
                <a16:creationId xmlns:a16="http://schemas.microsoft.com/office/drawing/2014/main" id="{E39152DA-D0FE-5970-C9BA-EE3BFE05EAD8}"/>
              </a:ext>
            </a:extLst>
          </p:cNvPr>
          <p:cNvCxnSpPr>
            <a:cxnSpLocks/>
            <a:stCxn id="15" idx="2"/>
            <a:endCxn id="57" idx="0"/>
          </p:cNvCxnSpPr>
          <p:nvPr/>
        </p:nvCxnSpPr>
        <p:spPr>
          <a:xfrm>
            <a:off x="4730171" y="3043666"/>
            <a:ext cx="0" cy="156431"/>
          </a:xfrm>
          <a:prstGeom prst="line">
            <a:avLst/>
          </a:prstGeom>
          <a:ln w="9525"/>
        </p:spPr>
        <p:style>
          <a:lnRef idx="1">
            <a:schemeClr val="accent1"/>
          </a:lnRef>
          <a:fillRef idx="0">
            <a:schemeClr val="accent1"/>
          </a:fillRef>
          <a:effectRef idx="0">
            <a:schemeClr val="accent1"/>
          </a:effectRef>
          <a:fontRef idx="minor">
            <a:schemeClr val="tx1"/>
          </a:fontRef>
        </p:style>
      </p:cxnSp>
      <p:pic>
        <p:nvPicPr>
          <p:cNvPr id="15" name="Picture 14" descr="A blue and white server towers&#10;&#10;Description automatically generated with medium confidence">
            <a:extLst>
              <a:ext uri="{FF2B5EF4-FFF2-40B4-BE49-F238E27FC236}">
                <a16:creationId xmlns:a16="http://schemas.microsoft.com/office/drawing/2014/main" id="{32B3B888-0D25-7EE6-2D54-5B6613A69FA4}"/>
              </a:ext>
            </a:extLst>
          </p:cNvPr>
          <p:cNvPicPr>
            <a:picLocks noChangeAspect="1"/>
          </p:cNvPicPr>
          <p:nvPr/>
        </p:nvPicPr>
        <p:blipFill>
          <a:blip r:embed="rId2"/>
          <a:stretch>
            <a:fillRect/>
          </a:stretch>
        </p:blipFill>
        <p:spPr>
          <a:xfrm>
            <a:off x="4266990" y="2198344"/>
            <a:ext cx="926361" cy="845322"/>
          </a:xfrm>
          <a:prstGeom prst="rect">
            <a:avLst/>
          </a:prstGeom>
        </p:spPr>
      </p:pic>
      <p:pic>
        <p:nvPicPr>
          <p:cNvPr id="10" name="Picture 9">
            <a:extLst>
              <a:ext uri="{FF2B5EF4-FFF2-40B4-BE49-F238E27FC236}">
                <a16:creationId xmlns:a16="http://schemas.microsoft.com/office/drawing/2014/main" id="{D29680D6-E8E7-FCBC-64EE-A7A0620F089D}"/>
              </a:ext>
            </a:extLst>
          </p:cNvPr>
          <p:cNvPicPr>
            <a:picLocks noChangeAspect="1"/>
          </p:cNvPicPr>
          <p:nvPr/>
        </p:nvPicPr>
        <p:blipFill>
          <a:blip r:embed="rId3">
            <a:alphaModFix amt="65000"/>
            <a:extLst>
              <a:ext uri="{28A0092B-C50C-407E-A947-70E740481C1C}">
                <a14:useLocalDpi xmlns:a14="http://schemas.microsoft.com/office/drawing/2010/main" val="0"/>
              </a:ext>
            </a:extLst>
          </a:blip>
          <a:stretch>
            <a:fillRect/>
          </a:stretch>
        </p:blipFill>
        <p:spPr>
          <a:xfrm>
            <a:off x="5765621" y="4889182"/>
            <a:ext cx="640080" cy="731520"/>
          </a:xfrm>
          <a:prstGeom prst="rect">
            <a:avLst/>
          </a:prstGeom>
        </p:spPr>
      </p:pic>
      <p:cxnSp>
        <p:nvCxnSpPr>
          <p:cNvPr id="69" name="Straight Connector 68">
            <a:extLst>
              <a:ext uri="{FF2B5EF4-FFF2-40B4-BE49-F238E27FC236}">
                <a16:creationId xmlns:a16="http://schemas.microsoft.com/office/drawing/2014/main" id="{FB73CAB2-F8B0-9D04-E820-8E43911B57B4}"/>
              </a:ext>
            </a:extLst>
          </p:cNvPr>
          <p:cNvCxnSpPr>
            <a:cxnSpLocks/>
            <a:stCxn id="10" idx="0"/>
            <a:endCxn id="19" idx="2"/>
          </p:cNvCxnSpPr>
          <p:nvPr/>
        </p:nvCxnSpPr>
        <p:spPr>
          <a:xfrm flipH="1" flipV="1">
            <a:off x="4730170" y="4428412"/>
            <a:ext cx="1355491" cy="46077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70" name="TextBox 69">
            <a:extLst>
              <a:ext uri="{FF2B5EF4-FFF2-40B4-BE49-F238E27FC236}">
                <a16:creationId xmlns:a16="http://schemas.microsoft.com/office/drawing/2014/main" id="{C653BE50-F5FD-95CB-2DFA-8A2EC20B6CB3}"/>
              </a:ext>
            </a:extLst>
          </p:cNvPr>
          <p:cNvSpPr txBox="1"/>
          <p:nvPr/>
        </p:nvSpPr>
        <p:spPr>
          <a:xfrm>
            <a:off x="6405701" y="4993189"/>
            <a:ext cx="1200970" cy="646331"/>
          </a:xfrm>
          <a:prstGeom prst="rect">
            <a:avLst/>
          </a:prstGeom>
          <a:noFill/>
        </p:spPr>
        <p:txBody>
          <a:bodyPr wrap="none" rtlCol="0">
            <a:spAutoFit/>
          </a:bodyPr>
          <a:lstStyle/>
          <a:p>
            <a:pPr algn="ctr"/>
            <a:r>
              <a:rPr lang="en-US" sz="1200" dirty="0">
                <a:solidFill>
                  <a:schemeClr val="tx1">
                    <a:lumMod val="65000"/>
                    <a:lumOff val="35000"/>
                  </a:schemeClr>
                </a:solidFill>
              </a:rPr>
              <a:t>Caltech/OSN</a:t>
            </a:r>
          </a:p>
          <a:p>
            <a:pPr algn="ctr"/>
            <a:r>
              <a:rPr lang="en-US" sz="1200" dirty="0">
                <a:solidFill>
                  <a:schemeClr val="tx1">
                    <a:lumMod val="65000"/>
                    <a:lumOff val="35000"/>
                  </a:schemeClr>
                </a:solidFill>
              </a:rPr>
              <a:t>Object Storage</a:t>
            </a:r>
          </a:p>
          <a:p>
            <a:pPr algn="ctr"/>
            <a:r>
              <a:rPr lang="en-US" sz="1200" dirty="0">
                <a:solidFill>
                  <a:schemeClr val="tx1">
                    <a:lumMod val="65000"/>
                    <a:lumOff val="35000"/>
                  </a:schemeClr>
                </a:solidFill>
              </a:rPr>
              <a:t>2PB</a:t>
            </a:r>
          </a:p>
        </p:txBody>
      </p:sp>
      <p:pic>
        <p:nvPicPr>
          <p:cNvPr id="68" name="Picture 67">
            <a:extLst>
              <a:ext uri="{FF2B5EF4-FFF2-40B4-BE49-F238E27FC236}">
                <a16:creationId xmlns:a16="http://schemas.microsoft.com/office/drawing/2014/main" id="{0694F979-0EEB-6A03-2F78-A583491CC514}"/>
              </a:ext>
            </a:extLst>
          </p:cNvPr>
          <p:cNvPicPr>
            <a:picLocks noChangeAspect="1"/>
          </p:cNvPicPr>
          <p:nvPr/>
        </p:nvPicPr>
        <p:blipFill>
          <a:blip r:embed="rId3">
            <a:alphaModFix amt="65000"/>
            <a:extLst>
              <a:ext uri="{28A0092B-C50C-407E-A947-70E740481C1C}">
                <a14:useLocalDpi xmlns:a14="http://schemas.microsoft.com/office/drawing/2010/main" val="0"/>
              </a:ext>
            </a:extLst>
          </a:blip>
          <a:stretch>
            <a:fillRect/>
          </a:stretch>
        </p:blipFill>
        <p:spPr>
          <a:xfrm>
            <a:off x="4057536" y="4942269"/>
            <a:ext cx="640080" cy="553057"/>
          </a:xfrm>
          <a:prstGeom prst="rect">
            <a:avLst/>
          </a:prstGeom>
        </p:spPr>
      </p:pic>
      <p:pic>
        <p:nvPicPr>
          <p:cNvPr id="72" name="Picture 71">
            <a:extLst>
              <a:ext uri="{FF2B5EF4-FFF2-40B4-BE49-F238E27FC236}">
                <a16:creationId xmlns:a16="http://schemas.microsoft.com/office/drawing/2014/main" id="{43BEB84E-AD1E-2315-FCB7-857CBA1090D3}"/>
              </a:ext>
            </a:extLst>
          </p:cNvPr>
          <p:cNvPicPr>
            <a:picLocks noChangeAspect="1"/>
          </p:cNvPicPr>
          <p:nvPr/>
        </p:nvPicPr>
        <p:blipFill>
          <a:blip r:embed="rId3">
            <a:alphaModFix amt="65000"/>
            <a:extLst>
              <a:ext uri="{28A0092B-C50C-407E-A947-70E740481C1C}">
                <a14:useLocalDpi xmlns:a14="http://schemas.microsoft.com/office/drawing/2010/main" val="0"/>
              </a:ext>
            </a:extLst>
          </a:blip>
          <a:stretch>
            <a:fillRect/>
          </a:stretch>
        </p:blipFill>
        <p:spPr>
          <a:xfrm>
            <a:off x="2866199" y="4975748"/>
            <a:ext cx="640080" cy="558388"/>
          </a:xfrm>
          <a:prstGeom prst="rect">
            <a:avLst/>
          </a:prstGeom>
        </p:spPr>
      </p:pic>
      <p:sp>
        <p:nvSpPr>
          <p:cNvPr id="77" name="TextBox 76">
            <a:extLst>
              <a:ext uri="{FF2B5EF4-FFF2-40B4-BE49-F238E27FC236}">
                <a16:creationId xmlns:a16="http://schemas.microsoft.com/office/drawing/2014/main" id="{E191E547-ABE4-7133-59AC-91FC1BF6871F}"/>
              </a:ext>
            </a:extLst>
          </p:cNvPr>
          <p:cNvSpPr txBox="1"/>
          <p:nvPr/>
        </p:nvSpPr>
        <p:spPr>
          <a:xfrm>
            <a:off x="2626775" y="5522647"/>
            <a:ext cx="1066318" cy="461665"/>
          </a:xfrm>
          <a:prstGeom prst="rect">
            <a:avLst/>
          </a:prstGeom>
          <a:noFill/>
        </p:spPr>
        <p:txBody>
          <a:bodyPr wrap="none" rtlCol="0">
            <a:spAutoFit/>
          </a:bodyPr>
          <a:lstStyle/>
          <a:p>
            <a:pPr algn="ctr"/>
            <a:r>
              <a:rPr lang="en-US" sz="1200" dirty="0">
                <a:solidFill>
                  <a:schemeClr val="tx1">
                    <a:lumMod val="65000"/>
                    <a:lumOff val="35000"/>
                  </a:schemeClr>
                </a:solidFill>
              </a:rPr>
              <a:t>/home</a:t>
            </a:r>
          </a:p>
          <a:p>
            <a:pPr algn="ctr"/>
            <a:r>
              <a:rPr lang="en-US" sz="1200" dirty="0">
                <a:solidFill>
                  <a:schemeClr val="tx1">
                    <a:lumMod val="65000"/>
                    <a:lumOff val="35000"/>
                  </a:schemeClr>
                </a:solidFill>
              </a:rPr>
              <a:t>100GB/user</a:t>
            </a:r>
          </a:p>
        </p:txBody>
      </p:sp>
      <p:sp>
        <p:nvSpPr>
          <p:cNvPr id="78" name="TextBox 77">
            <a:extLst>
              <a:ext uri="{FF2B5EF4-FFF2-40B4-BE49-F238E27FC236}">
                <a16:creationId xmlns:a16="http://schemas.microsoft.com/office/drawing/2014/main" id="{221D9B12-F0CC-6DDB-F1F3-20D0966FC5B4}"/>
              </a:ext>
            </a:extLst>
          </p:cNvPr>
          <p:cNvSpPr txBox="1"/>
          <p:nvPr/>
        </p:nvSpPr>
        <p:spPr>
          <a:xfrm>
            <a:off x="3693093" y="5520826"/>
            <a:ext cx="1353256" cy="461665"/>
          </a:xfrm>
          <a:prstGeom prst="rect">
            <a:avLst/>
          </a:prstGeom>
          <a:noFill/>
        </p:spPr>
        <p:txBody>
          <a:bodyPr wrap="none" rtlCol="0">
            <a:spAutoFit/>
          </a:bodyPr>
          <a:lstStyle/>
          <a:p>
            <a:pPr algn="ctr"/>
            <a:r>
              <a:rPr lang="en-US" sz="1200" dirty="0">
                <a:solidFill>
                  <a:schemeClr val="tx1">
                    <a:lumMod val="65000"/>
                    <a:lumOff val="35000"/>
                  </a:schemeClr>
                </a:solidFill>
              </a:rPr>
              <a:t>/project (400 TB)</a:t>
            </a:r>
          </a:p>
          <a:p>
            <a:pPr algn="ctr"/>
            <a:r>
              <a:rPr lang="en-US" sz="1200" dirty="0">
                <a:solidFill>
                  <a:schemeClr val="tx1">
                    <a:lumMod val="65000"/>
                    <a:lumOff val="35000"/>
                  </a:schemeClr>
                </a:solidFill>
              </a:rPr>
              <a:t>5TB per project</a:t>
            </a:r>
          </a:p>
        </p:txBody>
      </p:sp>
      <p:cxnSp>
        <p:nvCxnSpPr>
          <p:cNvPr id="80" name="Straight Connector 79">
            <a:extLst>
              <a:ext uri="{FF2B5EF4-FFF2-40B4-BE49-F238E27FC236}">
                <a16:creationId xmlns:a16="http://schemas.microsoft.com/office/drawing/2014/main" id="{B36142B0-4B7B-793F-B786-63FD2C841E30}"/>
              </a:ext>
            </a:extLst>
          </p:cNvPr>
          <p:cNvCxnSpPr>
            <a:cxnSpLocks/>
            <a:stCxn id="19" idx="2"/>
            <a:endCxn id="68" idx="0"/>
          </p:cNvCxnSpPr>
          <p:nvPr/>
        </p:nvCxnSpPr>
        <p:spPr>
          <a:xfrm flipH="1">
            <a:off x="4377576" y="4428412"/>
            <a:ext cx="352594" cy="513857"/>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2F434F15-4DF4-4EF6-1032-F9371BEA8340}"/>
              </a:ext>
            </a:extLst>
          </p:cNvPr>
          <p:cNvCxnSpPr>
            <a:cxnSpLocks/>
            <a:stCxn id="19" idx="2"/>
            <a:endCxn id="72" idx="0"/>
          </p:cNvCxnSpPr>
          <p:nvPr/>
        </p:nvCxnSpPr>
        <p:spPr>
          <a:xfrm flipH="1">
            <a:off x="3186239" y="4428412"/>
            <a:ext cx="1543931" cy="547336"/>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83" name="Rectangle 82">
            <a:extLst>
              <a:ext uri="{FF2B5EF4-FFF2-40B4-BE49-F238E27FC236}">
                <a16:creationId xmlns:a16="http://schemas.microsoft.com/office/drawing/2014/main" id="{F78380C0-AA1C-1980-9FC2-EC8C63BDDD03}"/>
              </a:ext>
            </a:extLst>
          </p:cNvPr>
          <p:cNvSpPr/>
          <p:nvPr/>
        </p:nvSpPr>
        <p:spPr>
          <a:xfrm>
            <a:off x="2550055" y="4851200"/>
            <a:ext cx="2842216" cy="1239012"/>
          </a:xfrm>
          <a:prstGeom prst="rect">
            <a:avLst/>
          </a:prstGeom>
          <a:noFill/>
          <a:ln>
            <a:solidFill>
              <a:srgbClr val="C0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76611ACC-D5BD-291C-D1CB-40BFF1AB75AC}"/>
              </a:ext>
            </a:extLst>
          </p:cNvPr>
          <p:cNvSpPr/>
          <p:nvPr/>
        </p:nvSpPr>
        <p:spPr>
          <a:xfrm>
            <a:off x="1640541" y="2131359"/>
            <a:ext cx="6441141" cy="4148418"/>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82642720-1B7D-AB2E-D436-A665DDEE5A6B}"/>
              </a:ext>
            </a:extLst>
          </p:cNvPr>
          <p:cNvSpPr txBox="1"/>
          <p:nvPr/>
        </p:nvSpPr>
        <p:spPr>
          <a:xfrm>
            <a:off x="1538363" y="1825700"/>
            <a:ext cx="1755609" cy="307777"/>
          </a:xfrm>
          <a:prstGeom prst="rect">
            <a:avLst/>
          </a:prstGeom>
          <a:noFill/>
        </p:spPr>
        <p:txBody>
          <a:bodyPr wrap="none" rtlCol="0">
            <a:spAutoFit/>
          </a:bodyPr>
          <a:lstStyle/>
          <a:p>
            <a:r>
              <a:rPr lang="en-US" sz="1400" dirty="0">
                <a:solidFill>
                  <a:srgbClr val="C00000"/>
                </a:solidFill>
              </a:rPr>
              <a:t>USC Research DMZ</a:t>
            </a:r>
          </a:p>
        </p:txBody>
      </p:sp>
      <p:pic>
        <p:nvPicPr>
          <p:cNvPr id="21" name="Picture 20" descr="A cloud computing server and server&#10;&#10;Description automatically generated with medium confidence">
            <a:extLst>
              <a:ext uri="{FF2B5EF4-FFF2-40B4-BE49-F238E27FC236}">
                <a16:creationId xmlns:a16="http://schemas.microsoft.com/office/drawing/2014/main" id="{7F32877E-9CC5-6D10-213E-92D17E3DB387}"/>
              </a:ext>
            </a:extLst>
          </p:cNvPr>
          <p:cNvPicPr>
            <a:picLocks noChangeAspect="1"/>
          </p:cNvPicPr>
          <p:nvPr/>
        </p:nvPicPr>
        <p:blipFill>
          <a:blip r:embed="rId4"/>
          <a:stretch>
            <a:fillRect/>
          </a:stretch>
        </p:blipFill>
        <p:spPr>
          <a:xfrm>
            <a:off x="9647109" y="2769831"/>
            <a:ext cx="1079297" cy="1079297"/>
          </a:xfrm>
          <a:prstGeom prst="rect">
            <a:avLst/>
          </a:prstGeom>
        </p:spPr>
      </p:pic>
      <p:sp>
        <p:nvSpPr>
          <p:cNvPr id="23" name="TextBox 22">
            <a:extLst>
              <a:ext uri="{FF2B5EF4-FFF2-40B4-BE49-F238E27FC236}">
                <a16:creationId xmlns:a16="http://schemas.microsoft.com/office/drawing/2014/main" id="{620D24A4-F6F4-5540-6F46-91417CDD0494}"/>
              </a:ext>
            </a:extLst>
          </p:cNvPr>
          <p:cNvSpPr txBox="1"/>
          <p:nvPr/>
        </p:nvSpPr>
        <p:spPr>
          <a:xfrm>
            <a:off x="9283047" y="2274735"/>
            <a:ext cx="1923925" cy="461665"/>
          </a:xfrm>
          <a:prstGeom prst="rect">
            <a:avLst/>
          </a:prstGeom>
          <a:noFill/>
        </p:spPr>
        <p:txBody>
          <a:bodyPr wrap="none" rtlCol="0">
            <a:spAutoFit/>
          </a:bodyPr>
          <a:lstStyle/>
          <a:p>
            <a:r>
              <a:rPr lang="en-US" sz="1200" dirty="0" err="1"/>
              <a:t>InCommon</a:t>
            </a:r>
            <a:r>
              <a:rPr lang="en-US" sz="1200" dirty="0"/>
              <a:t> </a:t>
            </a:r>
          </a:p>
          <a:p>
            <a:r>
              <a:rPr lang="en-US" sz="1200" dirty="0"/>
              <a:t>Federated Authentication</a:t>
            </a:r>
          </a:p>
        </p:txBody>
      </p:sp>
      <p:cxnSp>
        <p:nvCxnSpPr>
          <p:cNvPr id="29" name="Elbow Connector 28">
            <a:extLst>
              <a:ext uri="{FF2B5EF4-FFF2-40B4-BE49-F238E27FC236}">
                <a16:creationId xmlns:a16="http://schemas.microsoft.com/office/drawing/2014/main" id="{EE0FFB0C-13C9-D830-24F1-36FA0E5C836B}"/>
              </a:ext>
            </a:extLst>
          </p:cNvPr>
          <p:cNvCxnSpPr>
            <a:cxnSpLocks/>
            <a:stCxn id="19" idx="3"/>
            <a:endCxn id="21" idx="2"/>
          </p:cNvCxnSpPr>
          <p:nvPr/>
        </p:nvCxnSpPr>
        <p:spPr>
          <a:xfrm flipV="1">
            <a:off x="5091144" y="3849128"/>
            <a:ext cx="5095614" cy="218310"/>
          </a:xfrm>
          <a:prstGeom prst="bentConnector2">
            <a:avLst/>
          </a:prstGeom>
          <a:ln w="12700"/>
        </p:spPr>
        <p:style>
          <a:lnRef idx="1">
            <a:schemeClr val="accent1"/>
          </a:lnRef>
          <a:fillRef idx="0">
            <a:schemeClr val="accent1"/>
          </a:fillRef>
          <a:effectRef idx="0">
            <a:schemeClr val="accent1"/>
          </a:effectRef>
          <a:fontRef idx="minor">
            <a:schemeClr val="tx1"/>
          </a:fontRef>
        </p:style>
      </p:cxnSp>
      <p:pic>
        <p:nvPicPr>
          <p:cNvPr id="19" name="Picture 18">
            <a:extLst>
              <a:ext uri="{FF2B5EF4-FFF2-40B4-BE49-F238E27FC236}">
                <a16:creationId xmlns:a16="http://schemas.microsoft.com/office/drawing/2014/main" id="{E7963442-5D70-0740-631B-8956FE06CEC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69196" y="3706464"/>
            <a:ext cx="721948" cy="721948"/>
          </a:xfrm>
          <a:prstGeom prst="rect">
            <a:avLst/>
          </a:prstGeom>
        </p:spPr>
      </p:pic>
      <p:sp>
        <p:nvSpPr>
          <p:cNvPr id="20" name="TextBox 19">
            <a:extLst>
              <a:ext uri="{FF2B5EF4-FFF2-40B4-BE49-F238E27FC236}">
                <a16:creationId xmlns:a16="http://schemas.microsoft.com/office/drawing/2014/main" id="{B74959EA-355C-72A2-B872-29F023BF6F19}"/>
              </a:ext>
            </a:extLst>
          </p:cNvPr>
          <p:cNvSpPr txBox="1"/>
          <p:nvPr/>
        </p:nvSpPr>
        <p:spPr>
          <a:xfrm>
            <a:off x="2995895" y="3838570"/>
            <a:ext cx="1348446" cy="420756"/>
          </a:xfrm>
          <a:prstGeom prst="rect">
            <a:avLst/>
          </a:prstGeom>
          <a:noFill/>
        </p:spPr>
        <p:txBody>
          <a:bodyPr wrap="none" rtlCol="0">
            <a:spAutoFit/>
          </a:bodyPr>
          <a:lstStyle/>
          <a:p>
            <a:r>
              <a:rPr lang="en-US" sz="1067" dirty="0"/>
              <a:t>Login node:</a:t>
            </a:r>
          </a:p>
          <a:p>
            <a:r>
              <a:rPr lang="en-US" sz="1067" dirty="0" err="1"/>
              <a:t>laguna.carc.usc.edu</a:t>
            </a:r>
            <a:endParaRPr lang="en-US" sz="1067" dirty="0"/>
          </a:p>
        </p:txBody>
      </p:sp>
      <p:cxnSp>
        <p:nvCxnSpPr>
          <p:cNvPr id="39" name="Straight Connector 38">
            <a:extLst>
              <a:ext uri="{FF2B5EF4-FFF2-40B4-BE49-F238E27FC236}">
                <a16:creationId xmlns:a16="http://schemas.microsoft.com/office/drawing/2014/main" id="{86E76114-A13B-B310-BF4E-B2EC451C71EC}"/>
              </a:ext>
            </a:extLst>
          </p:cNvPr>
          <p:cNvCxnSpPr>
            <a:cxnSpLocks/>
            <a:stCxn id="58" idx="2"/>
            <a:endCxn id="19" idx="0"/>
          </p:cNvCxnSpPr>
          <p:nvPr/>
        </p:nvCxnSpPr>
        <p:spPr>
          <a:xfrm flipH="1">
            <a:off x="4730170" y="3581558"/>
            <a:ext cx="1" cy="124906"/>
          </a:xfrm>
          <a:prstGeom prst="line">
            <a:avLst/>
          </a:prstGeom>
          <a:ln w="9525"/>
        </p:spPr>
        <p:style>
          <a:lnRef idx="1">
            <a:schemeClr val="accent1"/>
          </a:lnRef>
          <a:fillRef idx="0">
            <a:schemeClr val="accent1"/>
          </a:fillRef>
          <a:effectRef idx="0">
            <a:schemeClr val="accent1"/>
          </a:effectRef>
          <a:fontRef idx="minor">
            <a:schemeClr val="tx1"/>
          </a:fontRef>
        </p:style>
      </p:cxnSp>
      <p:sp>
        <p:nvSpPr>
          <p:cNvPr id="79" name="TextBox 78">
            <a:extLst>
              <a:ext uri="{FF2B5EF4-FFF2-40B4-BE49-F238E27FC236}">
                <a16:creationId xmlns:a16="http://schemas.microsoft.com/office/drawing/2014/main" id="{E71BB60F-550D-BF91-41F7-749DB224285F}"/>
              </a:ext>
            </a:extLst>
          </p:cNvPr>
          <p:cNvSpPr txBox="1"/>
          <p:nvPr/>
        </p:nvSpPr>
        <p:spPr>
          <a:xfrm>
            <a:off x="1723146" y="2308166"/>
            <a:ext cx="2117887" cy="461665"/>
          </a:xfrm>
          <a:prstGeom prst="rect">
            <a:avLst/>
          </a:prstGeom>
          <a:noFill/>
        </p:spPr>
        <p:txBody>
          <a:bodyPr wrap="none" rtlCol="0">
            <a:spAutoFit/>
          </a:bodyPr>
          <a:lstStyle/>
          <a:p>
            <a:pPr algn="ctr"/>
            <a:r>
              <a:rPr lang="en-US" sz="1200" dirty="0"/>
              <a:t>Laguna Regional computing </a:t>
            </a:r>
          </a:p>
          <a:p>
            <a:pPr algn="ctr"/>
            <a:r>
              <a:rPr lang="en-US" sz="1200" dirty="0"/>
              <a:t>HPC cluster</a:t>
            </a:r>
          </a:p>
        </p:txBody>
      </p:sp>
    </p:spTree>
    <p:extLst>
      <p:ext uri="{BB962C8B-B14F-4D97-AF65-F5344CB8AC3E}">
        <p14:creationId xmlns:p14="http://schemas.microsoft.com/office/powerpoint/2010/main" val="15553442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A6BD48-BAB2-9435-15E9-42F813C577F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F9395C0-A889-EE7A-FB69-89FC54D3348F}"/>
              </a:ext>
            </a:extLst>
          </p:cNvPr>
          <p:cNvSpPr>
            <a:spLocks noGrp="1"/>
          </p:cNvSpPr>
          <p:nvPr>
            <p:ph type="body" sz="quarter" idx="10"/>
          </p:nvPr>
        </p:nvSpPr>
        <p:spPr/>
        <p:txBody>
          <a:bodyPr/>
          <a:lstStyle/>
          <a:p>
            <a:r>
              <a:rPr lang="en-US" dirty="0"/>
              <a:t>Laguna: </a:t>
            </a:r>
            <a:r>
              <a:rPr lang="en-US" dirty="0">
                <a:solidFill>
                  <a:schemeClr val="accent2"/>
                </a:solidFill>
              </a:rPr>
              <a:t>Regional computing system</a:t>
            </a:r>
          </a:p>
        </p:txBody>
      </p:sp>
      <p:pic>
        <p:nvPicPr>
          <p:cNvPr id="17" name="Picture 16">
            <a:extLst>
              <a:ext uri="{FF2B5EF4-FFF2-40B4-BE49-F238E27FC236}">
                <a16:creationId xmlns:a16="http://schemas.microsoft.com/office/drawing/2014/main" id="{B646483A-36A4-8B2C-B0E7-688BEF2288DF}"/>
              </a:ext>
            </a:extLst>
          </p:cNvPr>
          <p:cNvPicPr>
            <a:picLocks noChangeAspect="1"/>
          </p:cNvPicPr>
          <p:nvPr/>
        </p:nvPicPr>
        <p:blipFill>
          <a:blip r:embed="rId3"/>
          <a:stretch>
            <a:fillRect/>
          </a:stretch>
        </p:blipFill>
        <p:spPr>
          <a:xfrm>
            <a:off x="9311851" y="156465"/>
            <a:ext cx="2118996" cy="495873"/>
          </a:xfrm>
          <a:prstGeom prst="rect">
            <a:avLst/>
          </a:prstGeom>
        </p:spPr>
      </p:pic>
      <p:graphicFrame>
        <p:nvGraphicFramePr>
          <p:cNvPr id="6" name="Table 5">
            <a:extLst>
              <a:ext uri="{FF2B5EF4-FFF2-40B4-BE49-F238E27FC236}">
                <a16:creationId xmlns:a16="http://schemas.microsoft.com/office/drawing/2014/main" id="{1551FA7F-7F78-893B-13E0-2DE8CE9D6707}"/>
              </a:ext>
            </a:extLst>
          </p:cNvPr>
          <p:cNvGraphicFramePr>
            <a:graphicFrameLocks noGrp="1"/>
          </p:cNvGraphicFramePr>
          <p:nvPr/>
        </p:nvGraphicFramePr>
        <p:xfrm>
          <a:off x="980454" y="1824206"/>
          <a:ext cx="9083357" cy="2877650"/>
        </p:xfrm>
        <a:graphic>
          <a:graphicData uri="http://schemas.openxmlformats.org/drawingml/2006/table">
            <a:tbl>
              <a:tblPr firstRow="1" bandRow="1">
                <a:tableStyleId>{21E4AEA4-8DFA-4A89-87EB-49C32662AFE0}</a:tableStyleId>
              </a:tblPr>
              <a:tblGrid>
                <a:gridCol w="1577334">
                  <a:extLst>
                    <a:ext uri="{9D8B030D-6E8A-4147-A177-3AD203B41FA5}">
                      <a16:colId xmlns:a16="http://schemas.microsoft.com/office/drawing/2014/main" val="1743431147"/>
                    </a:ext>
                  </a:extLst>
                </a:gridCol>
                <a:gridCol w="1882020">
                  <a:extLst>
                    <a:ext uri="{9D8B030D-6E8A-4147-A177-3AD203B41FA5}">
                      <a16:colId xmlns:a16="http://schemas.microsoft.com/office/drawing/2014/main" val="3002900204"/>
                    </a:ext>
                  </a:extLst>
                </a:gridCol>
                <a:gridCol w="705757">
                  <a:extLst>
                    <a:ext uri="{9D8B030D-6E8A-4147-A177-3AD203B41FA5}">
                      <a16:colId xmlns:a16="http://schemas.microsoft.com/office/drawing/2014/main" val="575967742"/>
                    </a:ext>
                  </a:extLst>
                </a:gridCol>
                <a:gridCol w="4918246">
                  <a:extLst>
                    <a:ext uri="{9D8B030D-6E8A-4147-A177-3AD203B41FA5}">
                      <a16:colId xmlns:a16="http://schemas.microsoft.com/office/drawing/2014/main" val="1884121057"/>
                    </a:ext>
                  </a:extLst>
                </a:gridCol>
              </a:tblGrid>
              <a:tr h="460645">
                <a:tc>
                  <a:txBody>
                    <a:bodyPr/>
                    <a:lstStyle/>
                    <a:p>
                      <a:r>
                        <a:rPr lang="en-US" sz="1200" dirty="0"/>
                        <a:t>Category</a:t>
                      </a:r>
                    </a:p>
                  </a:txBody>
                  <a:tcPr anchor="ctr"/>
                </a:tc>
                <a:tc>
                  <a:txBody>
                    <a:bodyPr/>
                    <a:lstStyle/>
                    <a:p>
                      <a:r>
                        <a:rPr lang="en-US" sz="1200" dirty="0"/>
                        <a:t>Function</a:t>
                      </a:r>
                    </a:p>
                  </a:txBody>
                  <a:tcPr anchor="ctr"/>
                </a:tc>
                <a:tc>
                  <a:txBody>
                    <a:bodyPr/>
                    <a:lstStyle/>
                    <a:p>
                      <a:r>
                        <a:rPr lang="en-US" sz="1200" dirty="0"/>
                        <a:t>Qty</a:t>
                      </a:r>
                    </a:p>
                  </a:txBody>
                  <a:tcPr anchor="ctr"/>
                </a:tc>
                <a:tc>
                  <a:txBody>
                    <a:bodyPr/>
                    <a:lstStyle/>
                    <a:p>
                      <a:r>
                        <a:rPr lang="en-US" sz="1200" dirty="0"/>
                        <a:t>Notes</a:t>
                      </a:r>
                    </a:p>
                  </a:txBody>
                  <a:tcPr anchor="ctr"/>
                </a:tc>
                <a:extLst>
                  <a:ext uri="{0D108BD9-81ED-4DB2-BD59-A6C34878D82A}">
                    <a16:rowId xmlns:a16="http://schemas.microsoft.com/office/drawing/2014/main" val="2789150454"/>
                  </a:ext>
                </a:extLst>
              </a:tr>
              <a:tr h="396286">
                <a:tc>
                  <a:txBody>
                    <a:bodyPr/>
                    <a:lstStyle/>
                    <a:p>
                      <a:r>
                        <a:rPr lang="en-US" sz="1200" dirty="0"/>
                        <a:t>Public facing</a:t>
                      </a:r>
                    </a:p>
                  </a:txBody>
                  <a:tcPr anchor="ctr"/>
                </a:tc>
                <a:tc>
                  <a:txBody>
                    <a:bodyPr/>
                    <a:lstStyle/>
                    <a:p>
                      <a:r>
                        <a:rPr lang="en-US" sz="1200" dirty="0"/>
                        <a:t>Login node</a:t>
                      </a:r>
                    </a:p>
                  </a:txBody>
                  <a:tcPr anchor="ctr"/>
                </a:tc>
                <a:tc>
                  <a:txBody>
                    <a:bodyPr/>
                    <a:lstStyle/>
                    <a:p>
                      <a:r>
                        <a:rPr lang="en-US" sz="1200" dirty="0"/>
                        <a:t>1</a:t>
                      </a:r>
                    </a:p>
                  </a:txBody>
                  <a:tcPr anchor="ctr"/>
                </a:tc>
                <a:tc>
                  <a:txBody>
                    <a:bodyPr/>
                    <a:lstStyle/>
                    <a:p>
                      <a:r>
                        <a:rPr lang="en-US" sz="1200" kern="1200" dirty="0">
                          <a:solidFill>
                            <a:schemeClr val="dk1"/>
                          </a:solidFill>
                          <a:effectLst/>
                        </a:rPr>
                        <a:t>Dual AMD EPYC 9354 3.25GHz (32C/64T) w/ 384 GB </a:t>
                      </a:r>
                      <a:endParaRPr lang="en-US" sz="1200" dirty="0"/>
                    </a:p>
                  </a:txBody>
                  <a:tcPr anchor="ctr"/>
                </a:tc>
                <a:extLst>
                  <a:ext uri="{0D108BD9-81ED-4DB2-BD59-A6C34878D82A}">
                    <a16:rowId xmlns:a16="http://schemas.microsoft.com/office/drawing/2014/main" val="2791254600"/>
                  </a:ext>
                </a:extLst>
              </a:tr>
              <a:tr h="492282">
                <a:tc rowSpan="2">
                  <a:txBody>
                    <a:bodyPr/>
                    <a:lstStyle/>
                    <a:p>
                      <a:r>
                        <a:rPr lang="en-US" sz="1200" dirty="0"/>
                        <a:t>Computing</a:t>
                      </a:r>
                    </a:p>
                  </a:txBody>
                  <a:tcPr anchor="ctr"/>
                </a:tc>
                <a:tc>
                  <a:txBody>
                    <a:bodyPr/>
                    <a:lstStyle/>
                    <a:p>
                      <a:r>
                        <a:rPr lang="en-US" sz="1200" dirty="0"/>
                        <a:t>Compute node</a:t>
                      </a:r>
                    </a:p>
                  </a:txBody>
                  <a:tcPr anchor="ctr"/>
                </a:tc>
                <a:tc>
                  <a:txBody>
                    <a:bodyPr/>
                    <a:lstStyle/>
                    <a:p>
                      <a:r>
                        <a:rPr lang="en-US" sz="1200" dirty="0"/>
                        <a:t>16</a:t>
                      </a:r>
                    </a:p>
                  </a:txBody>
                  <a:tcPr anchor="ctr"/>
                </a:tc>
                <a:tc>
                  <a:txBody>
                    <a:bodyPr/>
                    <a:lstStyle/>
                    <a:p>
                      <a:r>
                        <a:rPr lang="en-US" sz="1200" kern="1200" dirty="0">
                          <a:solidFill>
                            <a:schemeClr val="dk1"/>
                          </a:solidFill>
                          <a:effectLst/>
                        </a:rPr>
                        <a:t>Dual AMD EPYC 9554 3.1GHz (64C/128T, 256M Cache) CPU</a:t>
                      </a:r>
                    </a:p>
                    <a:p>
                      <a:r>
                        <a:rPr lang="en-US" sz="1200" kern="1200" dirty="0">
                          <a:solidFill>
                            <a:schemeClr val="dk1"/>
                          </a:solidFill>
                          <a:effectLst/>
                        </a:rPr>
                        <a:t>384 GB memory per node</a:t>
                      </a:r>
                      <a:r>
                        <a:rPr lang="en-US" sz="1200" dirty="0">
                          <a:effectLst/>
                        </a:rPr>
                        <a:t> </a:t>
                      </a:r>
                      <a:endParaRPr lang="en-US" sz="1200" dirty="0"/>
                    </a:p>
                  </a:txBody>
                  <a:tcPr anchor="ctr"/>
                </a:tc>
                <a:extLst>
                  <a:ext uri="{0D108BD9-81ED-4DB2-BD59-A6C34878D82A}">
                    <a16:rowId xmlns:a16="http://schemas.microsoft.com/office/drawing/2014/main" val="3524284783"/>
                  </a:ext>
                </a:extLst>
              </a:tr>
              <a:tr h="656243">
                <a:tc vMerge="1">
                  <a:txBody>
                    <a:bodyPr/>
                    <a:lstStyle/>
                    <a:p>
                      <a:endParaRPr lang="en-US"/>
                    </a:p>
                  </a:txBody>
                  <a:tcPr/>
                </a:tc>
                <a:tc>
                  <a:txBody>
                    <a:bodyPr/>
                    <a:lstStyle/>
                    <a:p>
                      <a:r>
                        <a:rPr lang="en-US" sz="1200" dirty="0"/>
                        <a:t>GPU node</a:t>
                      </a:r>
                    </a:p>
                  </a:txBody>
                  <a:tcPr anchor="ctr"/>
                </a:tc>
                <a:tc>
                  <a:txBody>
                    <a:bodyPr/>
                    <a:lstStyle/>
                    <a:p>
                      <a:r>
                        <a:rPr lang="en-US" sz="1200" dirty="0"/>
                        <a:t>8</a:t>
                      </a:r>
                    </a:p>
                  </a:txBody>
                  <a:tcPr anchor="ctr"/>
                </a:tc>
                <a:tc>
                  <a:txBody>
                    <a:bodyPr/>
                    <a:lstStyle/>
                    <a:p>
                      <a:pPr marL="0" marR="0" algn="l" defTabSz="914377" rtl="0" eaLnBrk="1" latinLnBrk="0" hangingPunct="1">
                        <a:spcBef>
                          <a:spcPts val="0"/>
                        </a:spcBef>
                        <a:spcAft>
                          <a:spcPts val="200"/>
                        </a:spcAft>
                      </a:pPr>
                      <a:r>
                        <a:rPr lang="en-US" sz="1200" kern="1200" dirty="0">
                          <a:solidFill>
                            <a:schemeClr val="dk1"/>
                          </a:solidFill>
                          <a:effectLst/>
                        </a:rPr>
                        <a:t>Dual EPYC 9354 3.25GHz (32C) + Dual Nvidia L40s GPU (18K CUDA cores, 568 Tensor cores, and 48GB GDDR6 mem) w/ 768GB mem</a:t>
                      </a:r>
                      <a:endParaRPr lang="en-US" sz="1200" kern="1200" dirty="0">
                        <a:solidFill>
                          <a:schemeClr val="dk1"/>
                        </a:solidFill>
                        <a:effectLst/>
                        <a:latin typeface="+mn-lt"/>
                        <a:ea typeface="+mn-ea"/>
                        <a:cs typeface="+mn-cs"/>
                      </a:endParaRPr>
                    </a:p>
                  </a:txBody>
                  <a:tcPr marL="68580" marR="68580" marT="0" marB="0" anchor="ctr"/>
                </a:tc>
                <a:extLst>
                  <a:ext uri="{0D108BD9-81ED-4DB2-BD59-A6C34878D82A}">
                    <a16:rowId xmlns:a16="http://schemas.microsoft.com/office/drawing/2014/main" val="1412485648"/>
                  </a:ext>
                </a:extLst>
              </a:tr>
              <a:tr h="379912">
                <a:tc>
                  <a:txBody>
                    <a:bodyPr/>
                    <a:lstStyle/>
                    <a:p>
                      <a:r>
                        <a:rPr lang="en-US" sz="1200" dirty="0"/>
                        <a:t>Network</a:t>
                      </a:r>
                    </a:p>
                  </a:txBody>
                  <a:tcPr anchor="ctr"/>
                </a:tc>
                <a:tc>
                  <a:txBody>
                    <a:bodyPr/>
                    <a:lstStyle/>
                    <a:p>
                      <a:r>
                        <a:rPr lang="en-US" sz="1200" dirty="0"/>
                        <a:t>Interconnection</a:t>
                      </a:r>
                    </a:p>
                  </a:txBody>
                  <a:tcPr anchor="ctr"/>
                </a:tc>
                <a:tc>
                  <a:txBody>
                    <a:bodyPr/>
                    <a:lstStyle/>
                    <a:p>
                      <a:r>
                        <a:rPr lang="en-US" sz="1200" dirty="0"/>
                        <a:t>N/A</a:t>
                      </a:r>
                    </a:p>
                  </a:txBody>
                  <a:tcPr anchor="ctr"/>
                </a:tc>
                <a:tc>
                  <a:txBody>
                    <a:bodyPr/>
                    <a:lstStyle/>
                    <a:p>
                      <a:r>
                        <a:rPr lang="en-US" sz="1200" kern="1200" dirty="0">
                          <a:solidFill>
                            <a:schemeClr val="dk1"/>
                          </a:solidFill>
                          <a:effectLst/>
                        </a:rPr>
                        <a:t>Mellanox CX-7 InfiniBand NDR (200 Gbps)</a:t>
                      </a:r>
                      <a:r>
                        <a:rPr lang="en-US" sz="1200" dirty="0">
                          <a:effectLst/>
                        </a:rPr>
                        <a:t> </a:t>
                      </a:r>
                      <a:endParaRPr lang="en-US" sz="1200" dirty="0"/>
                    </a:p>
                  </a:txBody>
                  <a:tcPr anchor="ctr"/>
                </a:tc>
                <a:extLst>
                  <a:ext uri="{0D108BD9-81ED-4DB2-BD59-A6C34878D82A}">
                    <a16:rowId xmlns:a16="http://schemas.microsoft.com/office/drawing/2014/main" val="921328717"/>
                  </a:ext>
                </a:extLst>
              </a:tr>
              <a:tr h="492282">
                <a:tc>
                  <a:txBody>
                    <a:bodyPr/>
                    <a:lstStyle/>
                    <a:p>
                      <a:r>
                        <a:rPr lang="en-US" sz="1200" b="1" dirty="0">
                          <a:solidFill>
                            <a:srgbClr val="0070C0"/>
                          </a:solidFill>
                        </a:rPr>
                        <a:t>Storage</a:t>
                      </a:r>
                    </a:p>
                  </a:txBody>
                  <a:tcPr anchor="ctr"/>
                </a:tc>
                <a:tc>
                  <a:txBody>
                    <a:bodyPr/>
                    <a:lstStyle/>
                    <a:p>
                      <a:r>
                        <a:rPr lang="en-US" sz="1200" dirty="0">
                          <a:solidFill>
                            <a:srgbClr val="0070C0"/>
                          </a:solidFill>
                        </a:rPr>
                        <a:t>/home &amp; /project</a:t>
                      </a:r>
                    </a:p>
                  </a:txBody>
                  <a:tcPr anchor="ctr"/>
                </a:tc>
                <a:tc>
                  <a:txBody>
                    <a:bodyPr/>
                    <a:lstStyle/>
                    <a:p>
                      <a:r>
                        <a:rPr lang="en-US" sz="1200" dirty="0">
                          <a:solidFill>
                            <a:srgbClr val="0070C0"/>
                          </a:solidFill>
                        </a:rPr>
                        <a:t>4</a:t>
                      </a:r>
                    </a:p>
                  </a:txBody>
                  <a:tcPr anchor="ctr"/>
                </a:tc>
                <a:tc>
                  <a:txBody>
                    <a:bodyPr/>
                    <a:lstStyle/>
                    <a:p>
                      <a:r>
                        <a:rPr lang="en-US" sz="1200" dirty="0">
                          <a:solidFill>
                            <a:srgbClr val="0070C0"/>
                          </a:solidFill>
                        </a:rPr>
                        <a:t>Dual AMD </a:t>
                      </a:r>
                      <a:r>
                        <a:rPr lang="en-US" sz="1200" dirty="0" err="1">
                          <a:solidFill>
                            <a:srgbClr val="0070C0"/>
                          </a:solidFill>
                        </a:rPr>
                        <a:t>Epyc</a:t>
                      </a:r>
                      <a:r>
                        <a:rPr lang="en-US" sz="1200" dirty="0">
                          <a:solidFill>
                            <a:srgbClr val="0070C0"/>
                          </a:solidFill>
                        </a:rPr>
                        <a:t> 9224 2.5GHz (24C/48T) w/192GB memory</a:t>
                      </a:r>
                    </a:p>
                    <a:p>
                      <a:r>
                        <a:rPr lang="en-US" sz="1200" dirty="0">
                          <a:solidFill>
                            <a:srgbClr val="0070C0"/>
                          </a:solidFill>
                        </a:rPr>
                        <a:t>12 x 15TB </a:t>
                      </a:r>
                      <a:r>
                        <a:rPr lang="en-US" sz="1200" dirty="0" err="1">
                          <a:solidFill>
                            <a:srgbClr val="0070C0"/>
                          </a:solidFill>
                        </a:rPr>
                        <a:t>NVMe</a:t>
                      </a:r>
                      <a:r>
                        <a:rPr lang="en-US" sz="1200" dirty="0">
                          <a:solidFill>
                            <a:srgbClr val="0070C0"/>
                          </a:solidFill>
                        </a:rPr>
                        <a:t> SSD (4 x 180TB = 720TB)</a:t>
                      </a:r>
                    </a:p>
                  </a:txBody>
                  <a:tcPr anchor="ctr"/>
                </a:tc>
                <a:extLst>
                  <a:ext uri="{0D108BD9-81ED-4DB2-BD59-A6C34878D82A}">
                    <a16:rowId xmlns:a16="http://schemas.microsoft.com/office/drawing/2014/main" val="1228370488"/>
                  </a:ext>
                </a:extLst>
              </a:tr>
            </a:tbl>
          </a:graphicData>
        </a:graphic>
      </p:graphicFrame>
      <p:sp>
        <p:nvSpPr>
          <p:cNvPr id="3" name="TextBox 2">
            <a:extLst>
              <a:ext uri="{FF2B5EF4-FFF2-40B4-BE49-F238E27FC236}">
                <a16:creationId xmlns:a16="http://schemas.microsoft.com/office/drawing/2014/main" id="{57A6B375-2658-E5B1-597F-ABBDE063A77F}"/>
              </a:ext>
            </a:extLst>
          </p:cNvPr>
          <p:cNvSpPr txBox="1"/>
          <p:nvPr/>
        </p:nvSpPr>
        <p:spPr>
          <a:xfrm>
            <a:off x="778936" y="1452801"/>
            <a:ext cx="3010761" cy="338554"/>
          </a:xfrm>
          <a:prstGeom prst="rect">
            <a:avLst/>
          </a:prstGeom>
          <a:noFill/>
        </p:spPr>
        <p:txBody>
          <a:bodyPr wrap="none" rtlCol="0">
            <a:spAutoFit/>
          </a:bodyPr>
          <a:lstStyle/>
          <a:p>
            <a:r>
              <a:rPr lang="en-US" sz="1600" dirty="0"/>
              <a:t>Dell HPC system configuration:</a:t>
            </a:r>
          </a:p>
        </p:txBody>
      </p:sp>
      <p:sp>
        <p:nvSpPr>
          <p:cNvPr id="7" name="TextBox 6">
            <a:extLst>
              <a:ext uri="{FF2B5EF4-FFF2-40B4-BE49-F238E27FC236}">
                <a16:creationId xmlns:a16="http://schemas.microsoft.com/office/drawing/2014/main" id="{9782CF96-72EE-4B4B-4795-B43EEEE15D03}"/>
              </a:ext>
            </a:extLst>
          </p:cNvPr>
          <p:cNvSpPr txBox="1"/>
          <p:nvPr/>
        </p:nvSpPr>
        <p:spPr>
          <a:xfrm>
            <a:off x="778936" y="4973118"/>
            <a:ext cx="2608406" cy="338554"/>
          </a:xfrm>
          <a:prstGeom prst="rect">
            <a:avLst/>
          </a:prstGeom>
          <a:noFill/>
        </p:spPr>
        <p:txBody>
          <a:bodyPr wrap="none" rtlCol="0">
            <a:spAutoFit/>
          </a:bodyPr>
          <a:lstStyle/>
          <a:p>
            <a:r>
              <a:rPr lang="en-US" sz="1600" dirty="0"/>
              <a:t>System installation update:</a:t>
            </a:r>
          </a:p>
        </p:txBody>
      </p:sp>
      <p:sp>
        <p:nvSpPr>
          <p:cNvPr id="8" name="TextBox 7">
            <a:extLst>
              <a:ext uri="{FF2B5EF4-FFF2-40B4-BE49-F238E27FC236}">
                <a16:creationId xmlns:a16="http://schemas.microsoft.com/office/drawing/2014/main" id="{50B681E2-3F93-B1CE-9036-C38643A2E8CA}"/>
              </a:ext>
            </a:extLst>
          </p:cNvPr>
          <p:cNvSpPr txBox="1"/>
          <p:nvPr/>
        </p:nvSpPr>
        <p:spPr>
          <a:xfrm>
            <a:off x="980454" y="5350691"/>
            <a:ext cx="5581977" cy="954107"/>
          </a:xfrm>
          <a:prstGeom prst="rect">
            <a:avLst/>
          </a:prstGeom>
          <a:noFill/>
        </p:spPr>
        <p:txBody>
          <a:bodyPr wrap="none" rtlCol="0">
            <a:spAutoFit/>
          </a:bodyPr>
          <a:lstStyle/>
          <a:p>
            <a:pPr marL="285750" indent="-285750">
              <a:buFont typeface="Arial" panose="020B0604020202020204" pitchFamily="34" charset="0"/>
              <a:buChar char="•"/>
            </a:pPr>
            <a:r>
              <a:rPr lang="en-US" sz="1400" dirty="0"/>
              <a:t>System installation completed.</a:t>
            </a:r>
          </a:p>
          <a:p>
            <a:pPr marL="285750" indent="-285750">
              <a:buFont typeface="Arial" panose="020B0604020202020204" pitchFamily="34" charset="0"/>
              <a:buChar char="•"/>
            </a:pPr>
            <a:r>
              <a:rPr lang="en-US" sz="1400" dirty="0"/>
              <a:t>Home FS is being implemented.</a:t>
            </a:r>
          </a:p>
          <a:p>
            <a:pPr marL="285750" indent="-285750">
              <a:buFont typeface="Arial" panose="020B0604020202020204" pitchFamily="34" charset="0"/>
              <a:buChar char="•"/>
            </a:pPr>
            <a:r>
              <a:rPr lang="en-US" sz="1400" dirty="0" err="1"/>
              <a:t>NVMe</a:t>
            </a:r>
            <a:r>
              <a:rPr lang="en-US" sz="1400" dirty="0"/>
              <a:t> storage system (project FS) is installed.</a:t>
            </a:r>
          </a:p>
          <a:p>
            <a:pPr marL="285750" indent="-285750">
              <a:buFont typeface="Arial" panose="020B0604020202020204" pitchFamily="34" charset="0"/>
              <a:buChar char="•"/>
            </a:pPr>
            <a:r>
              <a:rPr lang="en-US" sz="1400" dirty="0"/>
              <a:t>OSN storage system has been installed, configuration in progress</a:t>
            </a:r>
          </a:p>
        </p:txBody>
      </p:sp>
    </p:spTree>
    <p:extLst>
      <p:ext uri="{BB962C8B-B14F-4D97-AF65-F5344CB8AC3E}">
        <p14:creationId xmlns:p14="http://schemas.microsoft.com/office/powerpoint/2010/main" val="400261491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err="1"/>
              <a:t>incommon</a:t>
            </a:r>
            <a:r>
              <a:rPr lang="en-US" dirty="0"/>
              <a:t> </a:t>
            </a:r>
            <a:r>
              <a:rPr lang="en-US" dirty="0">
                <a:solidFill>
                  <a:schemeClr val="accent2"/>
                </a:solidFill>
              </a:rPr>
              <a:t>federated authentication</a:t>
            </a:r>
          </a:p>
        </p:txBody>
      </p:sp>
      <p:sp>
        <p:nvSpPr>
          <p:cNvPr id="7" name="Text Placeholder 6">
            <a:extLst>
              <a:ext uri="{FF2B5EF4-FFF2-40B4-BE49-F238E27FC236}">
                <a16:creationId xmlns:a16="http://schemas.microsoft.com/office/drawing/2014/main" id="{13BF4412-D428-424E-B0BE-11638D4E0AD9}"/>
              </a:ext>
            </a:extLst>
          </p:cNvPr>
          <p:cNvSpPr>
            <a:spLocks noGrp="1"/>
          </p:cNvSpPr>
          <p:nvPr>
            <p:ph type="body" sz="quarter" idx="11"/>
          </p:nvPr>
        </p:nvSpPr>
        <p:spPr>
          <a:xfrm>
            <a:off x="791633" y="1211815"/>
            <a:ext cx="10604499" cy="188459"/>
          </a:xfrm>
        </p:spPr>
        <p:txBody>
          <a:bodyPr/>
          <a:lstStyle/>
          <a:p>
            <a:r>
              <a:rPr lang="en-US" sz="1067" dirty="0"/>
              <a:t>CARC systems include the Endeavour condo cluster as well as the Discovery shared cluster</a:t>
            </a:r>
          </a:p>
        </p:txBody>
      </p:sp>
      <p:pic>
        <p:nvPicPr>
          <p:cNvPr id="19" name="Picture 18" descr="A diagram of a service provider&#10;&#10;Description automatically generated">
            <a:extLst>
              <a:ext uri="{FF2B5EF4-FFF2-40B4-BE49-F238E27FC236}">
                <a16:creationId xmlns:a16="http://schemas.microsoft.com/office/drawing/2014/main" id="{F0A69A6B-2916-E438-19FE-17BA711122D0}"/>
              </a:ext>
            </a:extLst>
          </p:cNvPr>
          <p:cNvPicPr>
            <a:picLocks noChangeAspect="1"/>
          </p:cNvPicPr>
          <p:nvPr/>
        </p:nvPicPr>
        <p:blipFill>
          <a:blip r:embed="rId2"/>
          <a:stretch>
            <a:fillRect/>
          </a:stretch>
        </p:blipFill>
        <p:spPr>
          <a:xfrm>
            <a:off x="3166056" y="1553535"/>
            <a:ext cx="5615091" cy="2940493"/>
          </a:xfrm>
          <a:prstGeom prst="rect">
            <a:avLst/>
          </a:prstGeom>
        </p:spPr>
      </p:pic>
      <p:sp>
        <p:nvSpPr>
          <p:cNvPr id="21" name="TextBox 20">
            <a:extLst>
              <a:ext uri="{FF2B5EF4-FFF2-40B4-BE49-F238E27FC236}">
                <a16:creationId xmlns:a16="http://schemas.microsoft.com/office/drawing/2014/main" id="{EF35CD32-56EF-D55A-6DE6-627E0CFF6ADE}"/>
              </a:ext>
            </a:extLst>
          </p:cNvPr>
          <p:cNvSpPr txBox="1"/>
          <p:nvPr/>
        </p:nvSpPr>
        <p:spPr>
          <a:xfrm>
            <a:off x="949005" y="4766773"/>
            <a:ext cx="10527126" cy="830997"/>
          </a:xfrm>
          <a:prstGeom prst="rect">
            <a:avLst/>
          </a:prstGeom>
          <a:noFill/>
        </p:spPr>
        <p:txBody>
          <a:bodyPr wrap="square" rtlCol="0">
            <a:spAutoFit/>
          </a:bodyPr>
          <a:lstStyle/>
          <a:p>
            <a:pPr marL="285750" indent="-285750">
              <a:buFont typeface="Arial" panose="020B0604020202020204" pitchFamily="34" charset="0"/>
              <a:buChar char="•"/>
            </a:pPr>
            <a:r>
              <a:rPr lang="en-US" sz="1600" dirty="0" err="1">
                <a:effectLst/>
                <a:latin typeface="Calibri" panose="020F0502020204030204" pitchFamily="34" charset="0"/>
                <a:cs typeface="Calibri" panose="020F0502020204030204" pitchFamily="34" charset="0"/>
              </a:rPr>
              <a:t>InCommon</a:t>
            </a:r>
            <a:r>
              <a:rPr lang="en-US" sz="1600" dirty="0">
                <a:effectLst/>
                <a:latin typeface="Calibri" panose="020F0502020204030204" pitchFamily="34" charset="0"/>
                <a:cs typeface="Calibri" panose="020F0502020204030204" pitchFamily="34" charset="0"/>
              </a:rPr>
              <a:t> Service Provider registration.  Registered CARC Shibboleth SP and also for the "Research and Scholarship" category to streamline federation research access. </a:t>
            </a:r>
          </a:p>
          <a:p>
            <a:pPr marL="285750" indent="-285750">
              <a:buFont typeface="Arial" panose="020B0604020202020204" pitchFamily="34" charset="0"/>
              <a:buChar char="•"/>
            </a:pPr>
            <a:r>
              <a:rPr lang="en-US" sz="1600" dirty="0">
                <a:effectLst/>
                <a:latin typeface="Calibri" panose="020F0502020204030204" pitchFamily="34" charset="0"/>
                <a:cs typeface="Calibri" panose="020F0502020204030204" pitchFamily="34" charset="0"/>
              </a:rPr>
              <a:t>USC SSO implementation - Deploy </a:t>
            </a:r>
            <a:r>
              <a:rPr lang="en-US" sz="1600" dirty="0" err="1">
                <a:effectLst/>
                <a:latin typeface="Calibri" panose="020F0502020204030204" pitchFamily="34" charset="0"/>
                <a:cs typeface="Calibri" panose="020F0502020204030204" pitchFamily="34" charset="0"/>
              </a:rPr>
              <a:t>InCommon</a:t>
            </a:r>
            <a:r>
              <a:rPr lang="en-US" sz="1600" dirty="0">
                <a:effectLst/>
                <a:latin typeface="Calibri" panose="020F0502020204030204" pitchFamily="34" charset="0"/>
                <a:cs typeface="Calibri" panose="020F0502020204030204" pitchFamily="34" charset="0"/>
              </a:rPr>
              <a:t> SSO on CARC endpoints. </a:t>
            </a:r>
          </a:p>
        </p:txBody>
      </p:sp>
    </p:spTree>
    <p:extLst>
      <p:ext uri="{BB962C8B-B14F-4D97-AF65-F5344CB8AC3E}">
        <p14:creationId xmlns:p14="http://schemas.microsoft.com/office/powerpoint/2010/main" val="7973979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descr="A group of people in a park&#10;&#10;Description automatically generated">
            <a:extLst>
              <a:ext uri="{FF2B5EF4-FFF2-40B4-BE49-F238E27FC236}">
                <a16:creationId xmlns:a16="http://schemas.microsoft.com/office/drawing/2014/main" id="{3AF2CC21-A924-44F2-B3A5-222B0239B45D}"/>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t="7839" b="7839"/>
          <a:stretch>
            <a:fillRect/>
          </a:stretch>
        </p:blipFill>
        <p:spPr/>
      </p:pic>
      <p:sp>
        <p:nvSpPr>
          <p:cNvPr id="15" name="Rectangle 14"/>
          <p:cNvSpPr/>
          <p:nvPr/>
        </p:nvSpPr>
        <p:spPr>
          <a:xfrm>
            <a:off x="1" y="1623232"/>
            <a:ext cx="5359263" cy="2941137"/>
          </a:xfrm>
          <a:prstGeom prst="rect">
            <a:avLst/>
          </a:prstGeom>
          <a:solidFill>
            <a:srgbClr val="FFFFFF">
              <a:alpha val="8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cxnSp>
        <p:nvCxnSpPr>
          <p:cNvPr id="4" name="Straight Connector 3"/>
          <p:cNvCxnSpPr/>
          <p:nvPr/>
        </p:nvCxnSpPr>
        <p:spPr>
          <a:xfrm>
            <a:off x="133981" y="2229577"/>
            <a:ext cx="1219200" cy="0"/>
          </a:xfrm>
          <a:prstGeom prst="line">
            <a:avLst/>
          </a:prstGeom>
          <a:ln w="28575">
            <a:solidFill>
              <a:srgbClr val="991B1E"/>
            </a:solidFill>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133982" y="2369693"/>
            <a:ext cx="4461161" cy="1231106"/>
          </a:xfrm>
          <a:prstGeom prst="rect">
            <a:avLst/>
          </a:prstGeom>
          <a:noFill/>
        </p:spPr>
        <p:txBody>
          <a:bodyPr wrap="square" lIns="0" tIns="0" rIns="0" bIns="0" rtlCol="0">
            <a:spAutoFit/>
          </a:bodyPr>
          <a:lstStyle/>
          <a:p>
            <a:pPr>
              <a:lnSpc>
                <a:spcPts val="4800"/>
              </a:lnSpc>
            </a:pPr>
            <a:r>
              <a:rPr lang="en-US" sz="4267" b="1" cap="all" spc="67" dirty="0">
                <a:solidFill>
                  <a:schemeClr val="accent1"/>
                </a:solidFill>
                <a:latin typeface="Lato Black" panose="020F0A02020204030203" pitchFamily="34" charset="0"/>
              </a:rPr>
              <a:t>THANK YOU </a:t>
            </a:r>
          </a:p>
          <a:p>
            <a:pPr>
              <a:lnSpc>
                <a:spcPts val="4800"/>
              </a:lnSpc>
            </a:pPr>
            <a:r>
              <a:rPr lang="en-US" sz="4267" b="1" cap="all" spc="67" dirty="0">
                <a:solidFill>
                  <a:schemeClr val="accent1"/>
                </a:solidFill>
                <a:latin typeface="Lato Black" panose="020F0A02020204030203" pitchFamily="34" charset="0"/>
              </a:rPr>
              <a:t>&amp; Fight On!</a:t>
            </a:r>
          </a:p>
        </p:txBody>
      </p:sp>
      <p:pic>
        <p:nvPicPr>
          <p:cNvPr id="11" name="Picture 10">
            <a:extLst>
              <a:ext uri="{FF2B5EF4-FFF2-40B4-BE49-F238E27FC236}">
                <a16:creationId xmlns:a16="http://schemas.microsoft.com/office/drawing/2014/main" id="{02E5A025-B9EC-4B3B-8A5A-78BE0B998494}"/>
              </a:ext>
            </a:extLst>
          </p:cNvPr>
          <p:cNvPicPr>
            <a:picLocks noChangeAspect="1"/>
          </p:cNvPicPr>
          <p:nvPr/>
        </p:nvPicPr>
        <p:blipFill>
          <a:blip r:embed="rId3"/>
          <a:stretch>
            <a:fillRect/>
          </a:stretch>
        </p:blipFill>
        <p:spPr>
          <a:xfrm>
            <a:off x="2915621" y="3872757"/>
            <a:ext cx="2330896" cy="545460"/>
          </a:xfrm>
          <a:prstGeom prst="rect">
            <a:avLst/>
          </a:prstGeom>
        </p:spPr>
      </p:pic>
    </p:spTree>
    <p:extLst>
      <p:ext uri="{BB962C8B-B14F-4D97-AF65-F5344CB8AC3E}">
        <p14:creationId xmlns:p14="http://schemas.microsoft.com/office/powerpoint/2010/main" val="170802782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Custom 1">
      <a:dk1>
        <a:sysClr val="windowText" lastClr="000000"/>
      </a:dk1>
      <a:lt1>
        <a:sysClr val="window" lastClr="FFFFFF"/>
      </a:lt1>
      <a:dk2>
        <a:srgbClr val="000000"/>
      </a:dk2>
      <a:lt2>
        <a:srgbClr val="E7E6E6"/>
      </a:lt2>
      <a:accent1>
        <a:srgbClr val="4B5050"/>
      </a:accent1>
      <a:accent2>
        <a:srgbClr val="991B1E"/>
      </a:accent2>
      <a:accent3>
        <a:srgbClr val="6E7378"/>
      </a:accent3>
      <a:accent4>
        <a:srgbClr val="91969B"/>
      </a:accent4>
      <a:accent5>
        <a:srgbClr val="AAAFB4"/>
      </a:accent5>
      <a:accent6>
        <a:srgbClr val="DCE1E6"/>
      </a:accent6>
      <a:hlink>
        <a:srgbClr val="0563C1"/>
      </a:hlink>
      <a:folHlink>
        <a:srgbClr val="954F72"/>
      </a:folHlink>
    </a:clrScheme>
    <a:fontScheme name="Custom 1">
      <a:majorFont>
        <a:latin typeface="Lato"/>
        <a:ea typeface=""/>
        <a:cs typeface=""/>
      </a:majorFont>
      <a:minorFont>
        <a:latin typeface="Lat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31304</TotalTime>
  <Words>1302</Words>
  <Application>Microsoft Macintosh PowerPoint</Application>
  <PresentationFormat>Widescreen</PresentationFormat>
  <Paragraphs>241</Paragraphs>
  <Slides>12</Slides>
  <Notes>4</Notes>
  <HiddenSlides>1</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12</vt:i4>
      </vt:variant>
    </vt:vector>
  </HeadingPairs>
  <TitlesOfParts>
    <vt:vector size="21" baseType="lpstr">
      <vt:lpstr>Arial</vt:lpstr>
      <vt:lpstr>Calibri</vt:lpstr>
      <vt:lpstr>Calibri Light</vt:lpstr>
      <vt:lpstr>Lato</vt:lpstr>
      <vt:lpstr>Lato Black</vt:lpstr>
      <vt:lpstr>Open Sans Light</vt:lpstr>
      <vt:lpstr>Times New Roman</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Dani Cannella</dc:creator>
  <cp:lastModifiedBy>Hao Ji</cp:lastModifiedBy>
  <cp:revision>54</cp:revision>
  <dcterms:created xsi:type="dcterms:W3CDTF">2023-03-27T18:29:59Z</dcterms:created>
  <dcterms:modified xsi:type="dcterms:W3CDTF">2026-06-22T16:42:03Z</dcterms:modified>
</cp:coreProperties>
</file>